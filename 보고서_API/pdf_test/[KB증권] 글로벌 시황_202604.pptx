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1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543" r:id="rId2"/>
    <p:sldId id="512" r:id="rId3"/>
    <p:sldId id="557" r:id="rId4"/>
    <p:sldId id="558" r:id="rId5"/>
    <p:sldId id="529" r:id="rId6"/>
    <p:sldId id="559" r:id="rId7"/>
    <p:sldId id="560" r:id="rId8"/>
    <p:sldId id="533" r:id="rId9"/>
    <p:sldId id="548" r:id="rId10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156" userDrawn="1">
          <p15:clr>
            <a:srgbClr val="A4A3A4"/>
          </p15:clr>
        </p15:guide>
        <p15:guide id="4" orient="horz" pos="5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767"/>
    <a:srgbClr val="104B7D"/>
    <a:srgbClr val="63B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6391" autoAdjust="0"/>
  </p:normalViewPr>
  <p:slideViewPr>
    <p:cSldViewPr>
      <p:cViewPr varScale="1">
        <p:scale>
          <a:sx n="74" d="100"/>
          <a:sy n="74" d="100"/>
        </p:scale>
        <p:origin x="3516" y="78"/>
      </p:cViewPr>
      <p:guideLst>
        <p:guide orient="horz" pos="3120"/>
        <p:guide pos="2160"/>
        <p:guide orient="horz" pos="156"/>
        <p:guide orient="horz" pos="5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3;_&#54620;&#53804;%20&amp;%20&#48120;&#47000;%20&#50900;&#44036;&#47532;&#53272;_2604%20(&#50976;&#47101;&#54000;&#52964;%20&#50629;&#45955;%20&#50756;&#47308;%20&#48260;&#51204;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&#54620;&#53804;%20&#48120;&#47000;%20&#50900;&#44036;&#47532;&#53272;%20&#47588;&#53356;&#47196;%20&#44536;&#47000;&#54532;_241024%20ud%20(key-in%20ver.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sfile01.KBSC.net\RC_Team\%23&#48660;&#47352;&#48260;&#44536;\&#47448;&#54840;&#49849;_B\&#9734;%20&#54620;&#53804;&#50868;&#50857;&#47532;&#53272;%20&#51473;&#44397;%20&#44221;&#51228;%20&#44536;&#47000;&#54532;_250526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718395945885158E-2"/>
          <c:y val="0.20352564102564102"/>
          <c:w val="0.82626293059441647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미국!$B$17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C5-4DDE-B7E8-2569722D404B}"/>
                </c:ext>
              </c:extLst>
            </c:dLbl>
            <c:dLbl>
              <c:idx val="9"/>
              <c:layout>
                <c:manualLayout>
                  <c:x val="-8.3115152758920536E-17"/>
                  <c:y val="1.3732424254056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C5-4DDE-B7E8-2569722D404B}"/>
                </c:ext>
              </c:extLst>
            </c:dLbl>
            <c:dLbl>
              <c:idx val="10"/>
              <c:layout>
                <c:manualLayout>
                  <c:x val="0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C5-4DDE-B7E8-2569722D404B}"/>
                </c:ext>
              </c:extLst>
            </c:dLbl>
            <c:dLbl>
              <c:idx val="11"/>
              <c:layout>
                <c:manualLayout>
                  <c:x val="3.6268849270803198E-2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C5-4DDE-B7E8-2569722D404B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미국!$P$3:$P$14</c:f>
              <c:strCache>
                <c:ptCount val="12"/>
                <c:pt idx="0">
                  <c:v>에너지</c:v>
                </c:pt>
                <c:pt idx="1">
                  <c:v>금융</c:v>
                </c:pt>
                <c:pt idx="2">
                  <c:v>유틸리티</c:v>
                </c:pt>
                <c:pt idx="3">
                  <c:v>IT</c:v>
                </c:pt>
                <c:pt idx="4">
                  <c:v>경기소비</c:v>
                </c:pt>
                <c:pt idx="5">
                  <c:v>MSCI US</c:v>
                </c:pt>
                <c:pt idx="6">
                  <c:v>컴스</c:v>
                </c:pt>
                <c:pt idx="7">
                  <c:v>산업</c:v>
                </c:pt>
                <c:pt idx="8">
                  <c:v>부동산</c:v>
                </c:pt>
                <c:pt idx="9">
                  <c:v>필수소비</c:v>
                </c:pt>
                <c:pt idx="10">
                  <c:v>헬스케어</c:v>
                </c:pt>
                <c:pt idx="11">
                  <c:v>소재</c:v>
                </c:pt>
              </c:strCache>
            </c:strRef>
          </c:cat>
          <c:val>
            <c:numRef>
              <c:f>미국!$Q$3:$Q$14</c:f>
              <c:numCache>
                <c:formatCode>0.00</c:formatCode>
                <c:ptCount val="12"/>
                <c:pt idx="0">
                  <c:v>11.201328658424075</c:v>
                </c:pt>
                <c:pt idx="1">
                  <c:v>-2.6453697056712144</c:v>
                </c:pt>
                <c:pt idx="2">
                  <c:v>-2.9866415668102633</c:v>
                </c:pt>
                <c:pt idx="3">
                  <c:v>-3.1712707182320514</c:v>
                </c:pt>
                <c:pt idx="4">
                  <c:v>-3.7205369411267242</c:v>
                </c:pt>
                <c:pt idx="5">
                  <c:v>-4.0367353212419346</c:v>
                </c:pt>
                <c:pt idx="6">
                  <c:v>-4.7315934648843694</c:v>
                </c:pt>
                <c:pt idx="7">
                  <c:v>-5.9613200171124276</c:v>
                </c:pt>
                <c:pt idx="8">
                  <c:v>-6.3896056415268134</c:v>
                </c:pt>
                <c:pt idx="9">
                  <c:v>-7.6374772301275158</c:v>
                </c:pt>
                <c:pt idx="10">
                  <c:v>-8.2828004410143308</c:v>
                </c:pt>
                <c:pt idx="11">
                  <c:v>-9.2891894120557481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C5-4DDE-B7E8-2569722D4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8081235082829338E-2"/>
              <c:y val="7.381880877166709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미국!$C$19</c:f>
              <c:strCache>
                <c:ptCount val="1"/>
                <c:pt idx="0">
                  <c:v>MSCI US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미국!$B$23:$B$1991</c:f>
              <c:numCache>
                <c:formatCode>yyyy\-mm\-dd</c:formatCode>
                <c:ptCount val="1969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  <c:pt idx="1887">
                  <c:v>46079</c:v>
                </c:pt>
                <c:pt idx="1888">
                  <c:v>46080</c:v>
                </c:pt>
                <c:pt idx="1889">
                  <c:v>46083</c:v>
                </c:pt>
                <c:pt idx="1890">
                  <c:v>46084</c:v>
                </c:pt>
                <c:pt idx="1891">
                  <c:v>46085</c:v>
                </c:pt>
                <c:pt idx="1892">
                  <c:v>46086</c:v>
                </c:pt>
                <c:pt idx="1893">
                  <c:v>46087</c:v>
                </c:pt>
                <c:pt idx="1894">
                  <c:v>46090</c:v>
                </c:pt>
                <c:pt idx="1895">
                  <c:v>46091</c:v>
                </c:pt>
                <c:pt idx="1896">
                  <c:v>46092</c:v>
                </c:pt>
                <c:pt idx="1897">
                  <c:v>46093</c:v>
                </c:pt>
                <c:pt idx="1898">
                  <c:v>46094</c:v>
                </c:pt>
                <c:pt idx="1899">
                  <c:v>46097</c:v>
                </c:pt>
                <c:pt idx="1900">
                  <c:v>46098</c:v>
                </c:pt>
                <c:pt idx="1901">
                  <c:v>46099</c:v>
                </c:pt>
                <c:pt idx="1902">
                  <c:v>46100</c:v>
                </c:pt>
                <c:pt idx="1903">
                  <c:v>46101</c:v>
                </c:pt>
                <c:pt idx="1904">
                  <c:v>46104</c:v>
                </c:pt>
                <c:pt idx="1905">
                  <c:v>46105</c:v>
                </c:pt>
                <c:pt idx="1906">
                  <c:v>46106</c:v>
                </c:pt>
              </c:numCache>
            </c:numRef>
          </c:cat>
          <c:val>
            <c:numRef>
              <c:f>미국!$C$23:$C$1993</c:f>
              <c:numCache>
                <c:formatCode>General</c:formatCode>
                <c:ptCount val="1971"/>
                <c:pt idx="0">
                  <c:v>2567.52</c:v>
                </c:pt>
                <c:pt idx="1">
                  <c:v>2567.52</c:v>
                </c:pt>
                <c:pt idx="2">
                  <c:v>2564.5300000000002</c:v>
                </c:pt>
                <c:pt idx="3">
                  <c:v>2504.2399999999998</c:v>
                </c:pt>
                <c:pt idx="4">
                  <c:v>2508.5500000000002</c:v>
                </c:pt>
                <c:pt idx="5">
                  <c:v>2507.2399999999998</c:v>
                </c:pt>
                <c:pt idx="6">
                  <c:v>2521.2199999999998</c:v>
                </c:pt>
                <c:pt idx="7">
                  <c:v>2519.9299999999998</c:v>
                </c:pt>
                <c:pt idx="8">
                  <c:v>2472.4299999999998</c:v>
                </c:pt>
                <c:pt idx="9">
                  <c:v>2420.37</c:v>
                </c:pt>
                <c:pt idx="10">
                  <c:v>2420.6</c:v>
                </c:pt>
                <c:pt idx="11">
                  <c:v>2383.4499999999998</c:v>
                </c:pt>
                <c:pt idx="12">
                  <c:v>2345.52</c:v>
                </c:pt>
                <c:pt idx="13">
                  <c:v>2296.64</c:v>
                </c:pt>
                <c:pt idx="14">
                  <c:v>2234.85</c:v>
                </c:pt>
                <c:pt idx="15">
                  <c:v>2234.85</c:v>
                </c:pt>
                <c:pt idx="16">
                  <c:v>2345.96</c:v>
                </c:pt>
                <c:pt idx="17">
                  <c:v>2365.85</c:v>
                </c:pt>
                <c:pt idx="18">
                  <c:v>2363.25</c:v>
                </c:pt>
                <c:pt idx="19">
                  <c:v>2383.5500000000002</c:v>
                </c:pt>
                <c:pt idx="20">
                  <c:v>2383.5500000000002</c:v>
                </c:pt>
                <c:pt idx="21">
                  <c:v>2386.12</c:v>
                </c:pt>
                <c:pt idx="22">
                  <c:v>2328.0500000000002</c:v>
                </c:pt>
                <c:pt idx="23">
                  <c:v>2408.4699999999998</c:v>
                </c:pt>
                <c:pt idx="24">
                  <c:v>2426.38</c:v>
                </c:pt>
                <c:pt idx="25">
                  <c:v>2450.48</c:v>
                </c:pt>
                <c:pt idx="26">
                  <c:v>2461.12</c:v>
                </c:pt>
                <c:pt idx="27">
                  <c:v>2472.5300000000002</c:v>
                </c:pt>
                <c:pt idx="28">
                  <c:v>2472.1799999999998</c:v>
                </c:pt>
                <c:pt idx="29">
                  <c:v>2458.75</c:v>
                </c:pt>
                <c:pt idx="30">
                  <c:v>2484.96</c:v>
                </c:pt>
                <c:pt idx="31">
                  <c:v>2491</c:v>
                </c:pt>
                <c:pt idx="32">
                  <c:v>2510.12</c:v>
                </c:pt>
                <c:pt idx="33">
                  <c:v>2542.67</c:v>
                </c:pt>
                <c:pt idx="34">
                  <c:v>2542.67</c:v>
                </c:pt>
                <c:pt idx="35">
                  <c:v>2506.7399999999998</c:v>
                </c:pt>
                <c:pt idx="36">
                  <c:v>2511.7800000000002</c:v>
                </c:pt>
                <c:pt idx="37">
                  <c:v>2515.65</c:v>
                </c:pt>
                <c:pt idx="38">
                  <c:v>2538.02</c:v>
                </c:pt>
                <c:pt idx="39">
                  <c:v>2518.5</c:v>
                </c:pt>
                <c:pt idx="40">
                  <c:v>2514.36</c:v>
                </c:pt>
                <c:pt idx="41">
                  <c:v>2553.77</c:v>
                </c:pt>
                <c:pt idx="42">
                  <c:v>2576.16</c:v>
                </c:pt>
                <c:pt idx="43">
                  <c:v>2579.21</c:v>
                </c:pt>
                <c:pt idx="44">
                  <c:v>2596.64</c:v>
                </c:pt>
                <c:pt idx="45">
                  <c:v>2609.0300000000002</c:v>
                </c:pt>
                <c:pt idx="46">
                  <c:v>2603.14</c:v>
                </c:pt>
                <c:pt idx="47">
                  <c:v>2579.59</c:v>
                </c:pt>
                <c:pt idx="48">
                  <c:v>2581.36</c:v>
                </c:pt>
                <c:pt idx="49">
                  <c:v>2583.36</c:v>
                </c:pt>
                <c:pt idx="50">
                  <c:v>2616.96</c:v>
                </c:pt>
                <c:pt idx="51">
                  <c:v>2624.51</c:v>
                </c:pt>
                <c:pt idx="52">
                  <c:v>2617.77</c:v>
                </c:pt>
                <c:pt idx="53">
                  <c:v>2646.06</c:v>
                </c:pt>
                <c:pt idx="54">
                  <c:v>2646.06</c:v>
                </c:pt>
                <c:pt idx="55">
                  <c:v>2649.94</c:v>
                </c:pt>
                <c:pt idx="56">
                  <c:v>2654.39</c:v>
                </c:pt>
                <c:pt idx="57">
                  <c:v>2644.6</c:v>
                </c:pt>
                <c:pt idx="58">
                  <c:v>2662.4</c:v>
                </c:pt>
                <c:pt idx="59">
                  <c:v>2665.78</c:v>
                </c:pt>
                <c:pt idx="60">
                  <c:v>2663.74</c:v>
                </c:pt>
                <c:pt idx="61">
                  <c:v>2663.96</c:v>
                </c:pt>
                <c:pt idx="62">
                  <c:v>2656.46</c:v>
                </c:pt>
                <c:pt idx="63">
                  <c:v>2674.31</c:v>
                </c:pt>
                <c:pt idx="64">
                  <c:v>2663.19</c:v>
                </c:pt>
                <c:pt idx="65">
                  <c:v>2659.96</c:v>
                </c:pt>
                <c:pt idx="66">
                  <c:v>2642.25</c:v>
                </c:pt>
                <c:pt idx="67">
                  <c:v>2620.9499999999998</c:v>
                </c:pt>
                <c:pt idx="68">
                  <c:v>2615.4499999999998</c:v>
                </c:pt>
                <c:pt idx="69">
                  <c:v>2654.11</c:v>
                </c:pt>
                <c:pt idx="70">
                  <c:v>2661.99</c:v>
                </c:pt>
                <c:pt idx="71">
                  <c:v>2680.33</c:v>
                </c:pt>
                <c:pt idx="72">
                  <c:v>2677.89</c:v>
                </c:pt>
                <c:pt idx="73">
                  <c:v>2690.88</c:v>
                </c:pt>
                <c:pt idx="74">
                  <c:v>2701.02</c:v>
                </c:pt>
                <c:pt idx="75">
                  <c:v>2700.29</c:v>
                </c:pt>
                <c:pt idx="76">
                  <c:v>2692.37</c:v>
                </c:pt>
                <c:pt idx="77">
                  <c:v>2722.12</c:v>
                </c:pt>
                <c:pt idx="78">
                  <c:v>2669.59</c:v>
                </c:pt>
                <c:pt idx="79">
                  <c:v>2666.96</c:v>
                </c:pt>
                <c:pt idx="80">
                  <c:v>2686.23</c:v>
                </c:pt>
                <c:pt idx="81">
                  <c:v>2673.59</c:v>
                </c:pt>
                <c:pt idx="82">
                  <c:v>2683.45</c:v>
                </c:pt>
                <c:pt idx="83">
                  <c:v>2701.54</c:v>
                </c:pt>
                <c:pt idx="84">
                  <c:v>2732.85</c:v>
                </c:pt>
                <c:pt idx="85">
                  <c:v>2732.65</c:v>
                </c:pt>
                <c:pt idx="86">
                  <c:v>2739.06</c:v>
                </c:pt>
                <c:pt idx="87">
                  <c:v>2743.9</c:v>
                </c:pt>
                <c:pt idx="88">
                  <c:v>2756.77</c:v>
                </c:pt>
                <c:pt idx="89">
                  <c:v>2759.77</c:v>
                </c:pt>
                <c:pt idx="90">
                  <c:v>2742.87</c:v>
                </c:pt>
                <c:pt idx="91">
                  <c:v>2753.28</c:v>
                </c:pt>
                <c:pt idx="92">
                  <c:v>2753.52</c:v>
                </c:pt>
                <c:pt idx="93">
                  <c:v>2771.61</c:v>
                </c:pt>
                <c:pt idx="94">
                  <c:v>2770.11</c:v>
                </c:pt>
                <c:pt idx="95">
                  <c:v>2771.1</c:v>
                </c:pt>
                <c:pt idx="96">
                  <c:v>2763.93</c:v>
                </c:pt>
                <c:pt idx="97">
                  <c:v>2768.36</c:v>
                </c:pt>
                <c:pt idx="98">
                  <c:v>2768.36</c:v>
                </c:pt>
                <c:pt idx="99">
                  <c:v>2771.39</c:v>
                </c:pt>
                <c:pt idx="100">
                  <c:v>2796.08</c:v>
                </c:pt>
                <c:pt idx="101">
                  <c:v>2790.05</c:v>
                </c:pt>
                <c:pt idx="102">
                  <c:v>2788.26</c:v>
                </c:pt>
                <c:pt idx="103">
                  <c:v>2801.3</c:v>
                </c:pt>
                <c:pt idx="104">
                  <c:v>2804.3</c:v>
                </c:pt>
                <c:pt idx="105">
                  <c:v>2806.7</c:v>
                </c:pt>
                <c:pt idx="106">
                  <c:v>2785.82</c:v>
                </c:pt>
                <c:pt idx="107">
                  <c:v>2779.87</c:v>
                </c:pt>
                <c:pt idx="108">
                  <c:v>2807.3</c:v>
                </c:pt>
                <c:pt idx="109">
                  <c:v>2795.12</c:v>
                </c:pt>
                <c:pt idx="110">
                  <c:v>2748.46</c:v>
                </c:pt>
                <c:pt idx="111">
                  <c:v>2744.31</c:v>
                </c:pt>
                <c:pt idx="112">
                  <c:v>2736.12</c:v>
                </c:pt>
                <c:pt idx="113">
                  <c:v>2746.24</c:v>
                </c:pt>
                <c:pt idx="114">
                  <c:v>2678.63</c:v>
                </c:pt>
                <c:pt idx="115">
                  <c:v>2701.32</c:v>
                </c:pt>
                <c:pt idx="116">
                  <c:v>2717.46</c:v>
                </c:pt>
                <c:pt idx="117">
                  <c:v>2741.85</c:v>
                </c:pt>
                <c:pt idx="118">
                  <c:v>2725.15</c:v>
                </c:pt>
                <c:pt idx="119">
                  <c:v>2706.41</c:v>
                </c:pt>
                <c:pt idx="120">
                  <c:v>2730.08</c:v>
                </c:pt>
                <c:pt idx="121">
                  <c:v>2722.04</c:v>
                </c:pt>
                <c:pt idx="122">
                  <c:v>2688.64</c:v>
                </c:pt>
                <c:pt idx="123">
                  <c:v>2692.6</c:v>
                </c:pt>
                <c:pt idx="124">
                  <c:v>2692.6</c:v>
                </c:pt>
                <c:pt idx="125">
                  <c:v>2670.4</c:v>
                </c:pt>
                <c:pt idx="126">
                  <c:v>2651.77</c:v>
                </c:pt>
                <c:pt idx="127">
                  <c:v>2657.25</c:v>
                </c:pt>
                <c:pt idx="128">
                  <c:v>2623.15</c:v>
                </c:pt>
                <c:pt idx="129">
                  <c:v>2615.02</c:v>
                </c:pt>
                <c:pt idx="130">
                  <c:v>2671.61</c:v>
                </c:pt>
                <c:pt idx="131">
                  <c:v>2693.6</c:v>
                </c:pt>
                <c:pt idx="132">
                  <c:v>2709.88</c:v>
                </c:pt>
                <c:pt idx="133">
                  <c:v>2738.4</c:v>
                </c:pt>
                <c:pt idx="134">
                  <c:v>2752.11</c:v>
                </c:pt>
                <c:pt idx="135">
                  <c:v>2750.57</c:v>
                </c:pt>
                <c:pt idx="136">
                  <c:v>2745.23</c:v>
                </c:pt>
                <c:pt idx="137">
                  <c:v>2756.53</c:v>
                </c:pt>
                <c:pt idx="138">
                  <c:v>2751.34</c:v>
                </c:pt>
                <c:pt idx="139">
                  <c:v>2754.41</c:v>
                </c:pt>
                <c:pt idx="140">
                  <c:v>2781.49</c:v>
                </c:pt>
                <c:pt idx="141">
                  <c:v>2790.48</c:v>
                </c:pt>
                <c:pt idx="142">
                  <c:v>2816.55</c:v>
                </c:pt>
                <c:pt idx="143">
                  <c:v>2812.11</c:v>
                </c:pt>
                <c:pt idx="144">
                  <c:v>2806.05</c:v>
                </c:pt>
                <c:pt idx="145">
                  <c:v>2778.96</c:v>
                </c:pt>
                <c:pt idx="146">
                  <c:v>2775.56</c:v>
                </c:pt>
                <c:pt idx="147">
                  <c:v>2786.98</c:v>
                </c:pt>
                <c:pt idx="148">
                  <c:v>2803.32</c:v>
                </c:pt>
                <c:pt idx="149">
                  <c:v>2824.99</c:v>
                </c:pt>
                <c:pt idx="150">
                  <c:v>2833.05</c:v>
                </c:pt>
                <c:pt idx="151">
                  <c:v>2855.23</c:v>
                </c:pt>
                <c:pt idx="152">
                  <c:v>2855.23</c:v>
                </c:pt>
                <c:pt idx="153">
                  <c:v>2850.48</c:v>
                </c:pt>
                <c:pt idx="154">
                  <c:v>2835.94</c:v>
                </c:pt>
                <c:pt idx="155">
                  <c:v>2840.84</c:v>
                </c:pt>
                <c:pt idx="156">
                  <c:v>2853.43</c:v>
                </c:pt>
                <c:pt idx="157">
                  <c:v>2859.78</c:v>
                </c:pt>
                <c:pt idx="158">
                  <c:v>2873.35</c:v>
                </c:pt>
                <c:pt idx="159">
                  <c:v>2874.15</c:v>
                </c:pt>
                <c:pt idx="160">
                  <c:v>2863.9</c:v>
                </c:pt>
                <c:pt idx="161">
                  <c:v>2846.43</c:v>
                </c:pt>
                <c:pt idx="162">
                  <c:v>2856.73</c:v>
                </c:pt>
                <c:pt idx="163">
                  <c:v>2838.94</c:v>
                </c:pt>
                <c:pt idx="164">
                  <c:v>2847.1</c:v>
                </c:pt>
                <c:pt idx="165">
                  <c:v>2866.4</c:v>
                </c:pt>
                <c:pt idx="166">
                  <c:v>2880.71</c:v>
                </c:pt>
                <c:pt idx="167">
                  <c:v>2864.87</c:v>
                </c:pt>
                <c:pt idx="168">
                  <c:v>2886.54</c:v>
                </c:pt>
                <c:pt idx="169">
                  <c:v>2881.07</c:v>
                </c:pt>
                <c:pt idx="170">
                  <c:v>2873.57</c:v>
                </c:pt>
                <c:pt idx="171">
                  <c:v>2843.24</c:v>
                </c:pt>
                <c:pt idx="172">
                  <c:v>2817.36</c:v>
                </c:pt>
                <c:pt idx="173">
                  <c:v>2795.25</c:v>
                </c:pt>
                <c:pt idx="174">
                  <c:v>2711.32</c:v>
                </c:pt>
                <c:pt idx="175">
                  <c:v>2746.94</c:v>
                </c:pt>
                <c:pt idx="176">
                  <c:v>2749.63</c:v>
                </c:pt>
                <c:pt idx="177">
                  <c:v>2802.04</c:v>
                </c:pt>
                <c:pt idx="178">
                  <c:v>2783.05</c:v>
                </c:pt>
                <c:pt idx="179">
                  <c:v>2748.99</c:v>
                </c:pt>
                <c:pt idx="180">
                  <c:v>2789.55</c:v>
                </c:pt>
                <c:pt idx="181">
                  <c:v>2707.5</c:v>
                </c:pt>
                <c:pt idx="182">
                  <c:v>2713.53</c:v>
                </c:pt>
                <c:pt idx="183">
                  <c:v>2753.1</c:v>
                </c:pt>
                <c:pt idx="184">
                  <c:v>2785.79</c:v>
                </c:pt>
                <c:pt idx="185">
                  <c:v>2764.52</c:v>
                </c:pt>
                <c:pt idx="186">
                  <c:v>2787.82</c:v>
                </c:pt>
                <c:pt idx="187">
                  <c:v>2785.9</c:v>
                </c:pt>
                <c:pt idx="188">
                  <c:v>2713.78</c:v>
                </c:pt>
                <c:pt idx="189">
                  <c:v>2743.07</c:v>
                </c:pt>
                <c:pt idx="190">
                  <c:v>2733.89</c:v>
                </c:pt>
                <c:pt idx="191">
                  <c:v>2751.1</c:v>
                </c:pt>
                <c:pt idx="192">
                  <c:v>2785.94</c:v>
                </c:pt>
                <c:pt idx="193">
                  <c:v>2787.6</c:v>
                </c:pt>
                <c:pt idx="194">
                  <c:v>2787.6</c:v>
                </c:pt>
                <c:pt idx="195">
                  <c:v>2768.25</c:v>
                </c:pt>
                <c:pt idx="196">
                  <c:v>2798.46</c:v>
                </c:pt>
                <c:pt idx="197">
                  <c:v>2834.55</c:v>
                </c:pt>
                <c:pt idx="198">
                  <c:v>2836.88</c:v>
                </c:pt>
                <c:pt idx="199">
                  <c:v>2835.39</c:v>
                </c:pt>
                <c:pt idx="200">
                  <c:v>2835.96</c:v>
                </c:pt>
                <c:pt idx="201">
                  <c:v>2856.72</c:v>
                </c:pt>
                <c:pt idx="202">
                  <c:v>2864.8</c:v>
                </c:pt>
                <c:pt idx="203">
                  <c:v>2861.78</c:v>
                </c:pt>
                <c:pt idx="204">
                  <c:v>2854.59</c:v>
                </c:pt>
                <c:pt idx="205">
                  <c:v>2862.33</c:v>
                </c:pt>
                <c:pt idx="206">
                  <c:v>2862.63</c:v>
                </c:pt>
                <c:pt idx="207">
                  <c:v>2862.74</c:v>
                </c:pt>
                <c:pt idx="208">
                  <c:v>2848.6</c:v>
                </c:pt>
                <c:pt idx="209">
                  <c:v>2848.28</c:v>
                </c:pt>
                <c:pt idx="210">
                  <c:v>2823.4</c:v>
                </c:pt>
                <c:pt idx="211">
                  <c:v>2841.23</c:v>
                </c:pt>
                <c:pt idx="212">
                  <c:v>2834.23</c:v>
                </c:pt>
                <c:pt idx="213">
                  <c:v>2818.25</c:v>
                </c:pt>
                <c:pt idx="214">
                  <c:v>2832.91</c:v>
                </c:pt>
                <c:pt idx="215">
                  <c:v>2797.84</c:v>
                </c:pt>
                <c:pt idx="216">
                  <c:v>2748.4</c:v>
                </c:pt>
                <c:pt idx="217">
                  <c:v>2770.86</c:v>
                </c:pt>
                <c:pt idx="218">
                  <c:v>2810.02</c:v>
                </c:pt>
                <c:pt idx="219">
                  <c:v>2797.79</c:v>
                </c:pt>
                <c:pt idx="220">
                  <c:v>2753.18</c:v>
                </c:pt>
                <c:pt idx="221">
                  <c:v>2778.44</c:v>
                </c:pt>
                <c:pt idx="222">
                  <c:v>2796.05</c:v>
                </c:pt>
                <c:pt idx="223">
                  <c:v>2827.66</c:v>
                </c:pt>
                <c:pt idx="224">
                  <c:v>2823.86</c:v>
                </c:pt>
                <c:pt idx="225">
                  <c:v>2851.91</c:v>
                </c:pt>
                <c:pt idx="226">
                  <c:v>2844.88</c:v>
                </c:pt>
                <c:pt idx="227">
                  <c:v>2853.05</c:v>
                </c:pt>
                <c:pt idx="228">
                  <c:v>2841.61</c:v>
                </c:pt>
                <c:pt idx="229">
                  <c:v>2861.02</c:v>
                </c:pt>
                <c:pt idx="230">
                  <c:v>2850.19</c:v>
                </c:pt>
                <c:pt idx="231">
                  <c:v>2858.21</c:v>
                </c:pt>
                <c:pt idx="232">
                  <c:v>2865.41</c:v>
                </c:pt>
                <c:pt idx="233">
                  <c:v>2877.61</c:v>
                </c:pt>
                <c:pt idx="234">
                  <c:v>2893.69</c:v>
                </c:pt>
                <c:pt idx="235">
                  <c:v>2890.81</c:v>
                </c:pt>
                <c:pt idx="236">
                  <c:v>2900.18</c:v>
                </c:pt>
                <c:pt idx="237">
                  <c:v>2891.19</c:v>
                </c:pt>
                <c:pt idx="238">
                  <c:v>2919.34</c:v>
                </c:pt>
                <c:pt idx="239">
                  <c:v>2929.56</c:v>
                </c:pt>
                <c:pt idx="240">
                  <c:v>2925.53</c:v>
                </c:pt>
                <c:pt idx="241">
                  <c:v>2927.24</c:v>
                </c:pt>
                <c:pt idx="242">
                  <c:v>2935.75</c:v>
                </c:pt>
                <c:pt idx="243">
                  <c:v>2943.73</c:v>
                </c:pt>
                <c:pt idx="244">
                  <c:v>2938.82</c:v>
                </c:pt>
                <c:pt idx="245">
                  <c:v>2943.38</c:v>
                </c:pt>
                <c:pt idx="246">
                  <c:v>2945.73</c:v>
                </c:pt>
                <c:pt idx="247">
                  <c:v>2948.29</c:v>
                </c:pt>
                <c:pt idx="248">
                  <c:v>2971.24</c:v>
                </c:pt>
                <c:pt idx="249">
                  <c:v>2972.98</c:v>
                </c:pt>
                <c:pt idx="250">
                  <c:v>2972.22</c:v>
                </c:pt>
                <c:pt idx="251">
                  <c:v>2962.4</c:v>
                </c:pt>
                <c:pt idx="252">
                  <c:v>2957.53</c:v>
                </c:pt>
                <c:pt idx="253">
                  <c:v>2963.98</c:v>
                </c:pt>
                <c:pt idx="254">
                  <c:v>2987.06</c:v>
                </c:pt>
                <c:pt idx="255">
                  <c:v>2993.61</c:v>
                </c:pt>
                <c:pt idx="256">
                  <c:v>3006.21</c:v>
                </c:pt>
                <c:pt idx="257">
                  <c:v>3006.21</c:v>
                </c:pt>
                <c:pt idx="258">
                  <c:v>2993.5</c:v>
                </c:pt>
                <c:pt idx="259">
                  <c:v>2966.95</c:v>
                </c:pt>
                <c:pt idx="260">
                  <c:v>2947.99</c:v>
                </c:pt>
                <c:pt idx="261">
                  <c:v>2965.85</c:v>
                </c:pt>
                <c:pt idx="262">
                  <c:v>2970.13</c:v>
                </c:pt>
                <c:pt idx="263">
                  <c:v>2996.71</c:v>
                </c:pt>
                <c:pt idx="264">
                  <c:v>2987.05</c:v>
                </c:pt>
                <c:pt idx="265">
                  <c:v>2983.78</c:v>
                </c:pt>
                <c:pt idx="266">
                  <c:v>2992.02</c:v>
                </c:pt>
                <c:pt idx="267">
                  <c:v>3016.16</c:v>
                </c:pt>
                <c:pt idx="268">
                  <c:v>3016.65</c:v>
                </c:pt>
                <c:pt idx="269">
                  <c:v>3038.74</c:v>
                </c:pt>
                <c:pt idx="270">
                  <c:v>3039.35</c:v>
                </c:pt>
                <c:pt idx="271">
                  <c:v>3038.25</c:v>
                </c:pt>
                <c:pt idx="272">
                  <c:v>3052.12</c:v>
                </c:pt>
                <c:pt idx="273">
                  <c:v>3067.22</c:v>
                </c:pt>
                <c:pt idx="274">
                  <c:v>3069.92</c:v>
                </c:pt>
                <c:pt idx="275">
                  <c:v>3069.66</c:v>
                </c:pt>
                <c:pt idx="276">
                  <c:v>3069.66</c:v>
                </c:pt>
                <c:pt idx="277">
                  <c:v>3085.41</c:v>
                </c:pt>
                <c:pt idx="278">
                  <c:v>3085.41</c:v>
                </c:pt>
                <c:pt idx="279">
                  <c:v>3067.31</c:v>
                </c:pt>
                <c:pt idx="280">
                  <c:v>3076.49</c:v>
                </c:pt>
                <c:pt idx="281">
                  <c:v>3076.49</c:v>
                </c:pt>
                <c:pt idx="282">
                  <c:v>3102.58</c:v>
                </c:pt>
                <c:pt idx="283">
                  <c:v>3081.74</c:v>
                </c:pt>
                <c:pt idx="284">
                  <c:v>3092.73</c:v>
                </c:pt>
                <c:pt idx="285">
                  <c:v>3084.79</c:v>
                </c:pt>
                <c:pt idx="286">
                  <c:v>3100.21</c:v>
                </c:pt>
                <c:pt idx="287">
                  <c:v>3120.87</c:v>
                </c:pt>
                <c:pt idx="288">
                  <c:v>3112.39</c:v>
                </c:pt>
                <c:pt idx="289">
                  <c:v>3134.93</c:v>
                </c:pt>
                <c:pt idx="290">
                  <c:v>3130.4</c:v>
                </c:pt>
                <c:pt idx="291">
                  <c:v>3135.77</c:v>
                </c:pt>
                <c:pt idx="292">
                  <c:v>3162.31</c:v>
                </c:pt>
                <c:pt idx="293">
                  <c:v>3173.84</c:v>
                </c:pt>
                <c:pt idx="294">
                  <c:v>3173.84</c:v>
                </c:pt>
                <c:pt idx="295">
                  <c:v>3166.3</c:v>
                </c:pt>
                <c:pt idx="296">
                  <c:v>3168.21</c:v>
                </c:pt>
                <c:pt idx="297">
                  <c:v>3171.84</c:v>
                </c:pt>
                <c:pt idx="298">
                  <c:v>3143.46</c:v>
                </c:pt>
                <c:pt idx="299">
                  <c:v>3094.4</c:v>
                </c:pt>
                <c:pt idx="300">
                  <c:v>3125.83</c:v>
                </c:pt>
                <c:pt idx="301">
                  <c:v>3123.56</c:v>
                </c:pt>
                <c:pt idx="302">
                  <c:v>3133.69</c:v>
                </c:pt>
                <c:pt idx="303">
                  <c:v>3078.78</c:v>
                </c:pt>
                <c:pt idx="304">
                  <c:v>3103.25</c:v>
                </c:pt>
                <c:pt idx="305">
                  <c:v>3151.71</c:v>
                </c:pt>
                <c:pt idx="306">
                  <c:v>3182.66</c:v>
                </c:pt>
                <c:pt idx="307">
                  <c:v>3193.08</c:v>
                </c:pt>
                <c:pt idx="308">
                  <c:v>3175.86</c:v>
                </c:pt>
                <c:pt idx="309">
                  <c:v>3199.3</c:v>
                </c:pt>
                <c:pt idx="310">
                  <c:v>3205.97</c:v>
                </c:pt>
                <c:pt idx="311">
                  <c:v>3226.69</c:v>
                </c:pt>
                <c:pt idx="312">
                  <c:v>3222.86</c:v>
                </c:pt>
                <c:pt idx="313">
                  <c:v>3229.48</c:v>
                </c:pt>
                <c:pt idx="314">
                  <c:v>3229.48</c:v>
                </c:pt>
                <c:pt idx="315">
                  <c:v>3221.01</c:v>
                </c:pt>
                <c:pt idx="316">
                  <c:v>3236.73</c:v>
                </c:pt>
                <c:pt idx="317">
                  <c:v>3225.48</c:v>
                </c:pt>
                <c:pt idx="318">
                  <c:v>3191.16</c:v>
                </c:pt>
                <c:pt idx="319">
                  <c:v>3084.36</c:v>
                </c:pt>
                <c:pt idx="320">
                  <c:v>2990.3</c:v>
                </c:pt>
                <c:pt idx="321">
                  <c:v>2977.57</c:v>
                </c:pt>
                <c:pt idx="322">
                  <c:v>2846.07</c:v>
                </c:pt>
                <c:pt idx="323">
                  <c:v>2822.38</c:v>
                </c:pt>
                <c:pt idx="324">
                  <c:v>2950.52</c:v>
                </c:pt>
                <c:pt idx="325">
                  <c:v>2869.29</c:v>
                </c:pt>
                <c:pt idx="326">
                  <c:v>2988.62</c:v>
                </c:pt>
                <c:pt idx="327">
                  <c:v>2888.41</c:v>
                </c:pt>
                <c:pt idx="328">
                  <c:v>2837.92</c:v>
                </c:pt>
                <c:pt idx="329">
                  <c:v>2619.87</c:v>
                </c:pt>
                <c:pt idx="330">
                  <c:v>2747.86</c:v>
                </c:pt>
                <c:pt idx="331">
                  <c:v>2612.29</c:v>
                </c:pt>
                <c:pt idx="332">
                  <c:v>2363.6799999999998</c:v>
                </c:pt>
                <c:pt idx="333">
                  <c:v>2578.81</c:v>
                </c:pt>
                <c:pt idx="334">
                  <c:v>2266.21</c:v>
                </c:pt>
                <c:pt idx="335">
                  <c:v>2399.7800000000002</c:v>
                </c:pt>
                <c:pt idx="336">
                  <c:v>2272.4299999999998</c:v>
                </c:pt>
                <c:pt idx="337">
                  <c:v>2288.5700000000002</c:v>
                </c:pt>
                <c:pt idx="338">
                  <c:v>2190.98</c:v>
                </c:pt>
                <c:pt idx="339">
                  <c:v>2128.0700000000002</c:v>
                </c:pt>
                <c:pt idx="340">
                  <c:v>2328.08</c:v>
                </c:pt>
                <c:pt idx="341">
                  <c:v>2357.1799999999998</c:v>
                </c:pt>
                <c:pt idx="342">
                  <c:v>2504.23</c:v>
                </c:pt>
                <c:pt idx="343">
                  <c:v>2420.6999999999998</c:v>
                </c:pt>
                <c:pt idx="344">
                  <c:v>2500.02</c:v>
                </c:pt>
                <c:pt idx="345">
                  <c:v>2459.87</c:v>
                </c:pt>
                <c:pt idx="346">
                  <c:v>2350</c:v>
                </c:pt>
                <c:pt idx="347">
                  <c:v>2401.62</c:v>
                </c:pt>
                <c:pt idx="348">
                  <c:v>2364.36</c:v>
                </c:pt>
                <c:pt idx="349">
                  <c:v>2532.67</c:v>
                </c:pt>
                <c:pt idx="350">
                  <c:v>2529.9</c:v>
                </c:pt>
                <c:pt idx="351">
                  <c:v>2617.37</c:v>
                </c:pt>
                <c:pt idx="352">
                  <c:v>2657.07</c:v>
                </c:pt>
                <c:pt idx="353">
                  <c:v>2657.07</c:v>
                </c:pt>
                <c:pt idx="354">
                  <c:v>2630.85</c:v>
                </c:pt>
                <c:pt idx="355">
                  <c:v>2711.5</c:v>
                </c:pt>
                <c:pt idx="356">
                  <c:v>2652.56</c:v>
                </c:pt>
                <c:pt idx="357">
                  <c:v>2667.97</c:v>
                </c:pt>
                <c:pt idx="358">
                  <c:v>2740.34</c:v>
                </c:pt>
                <c:pt idx="359">
                  <c:v>2692.43</c:v>
                </c:pt>
                <c:pt idx="360">
                  <c:v>2608.7199999999998</c:v>
                </c:pt>
                <c:pt idx="361">
                  <c:v>2669.37</c:v>
                </c:pt>
                <c:pt idx="362">
                  <c:v>2668.27</c:v>
                </c:pt>
                <c:pt idx="363">
                  <c:v>2705.7</c:v>
                </c:pt>
                <c:pt idx="364">
                  <c:v>2748.44</c:v>
                </c:pt>
                <c:pt idx="365">
                  <c:v>2733.53</c:v>
                </c:pt>
                <c:pt idx="366">
                  <c:v>2807.5</c:v>
                </c:pt>
                <c:pt idx="367">
                  <c:v>2780.19</c:v>
                </c:pt>
                <c:pt idx="368">
                  <c:v>2701.64</c:v>
                </c:pt>
                <c:pt idx="369">
                  <c:v>2714.95</c:v>
                </c:pt>
                <c:pt idx="370">
                  <c:v>2741.08</c:v>
                </c:pt>
                <c:pt idx="371">
                  <c:v>2724</c:v>
                </c:pt>
                <c:pt idx="372">
                  <c:v>2757.77</c:v>
                </c:pt>
                <c:pt idx="373">
                  <c:v>2805.05</c:v>
                </c:pt>
                <c:pt idx="374">
                  <c:v>2806.17</c:v>
                </c:pt>
                <c:pt idx="375">
                  <c:v>2748.57</c:v>
                </c:pt>
                <c:pt idx="376">
                  <c:v>2699.2</c:v>
                </c:pt>
                <c:pt idx="377">
                  <c:v>2730.66</c:v>
                </c:pt>
                <c:pt idx="378">
                  <c:v>2741.83</c:v>
                </c:pt>
                <c:pt idx="379">
                  <c:v>2828.03</c:v>
                </c:pt>
                <c:pt idx="380">
                  <c:v>2799.37</c:v>
                </c:pt>
                <c:pt idx="381">
                  <c:v>2846.24</c:v>
                </c:pt>
                <c:pt idx="382">
                  <c:v>2824.86</c:v>
                </c:pt>
                <c:pt idx="383">
                  <c:v>2832.78</c:v>
                </c:pt>
                <c:pt idx="384">
                  <c:v>2832.78</c:v>
                </c:pt>
                <c:pt idx="385">
                  <c:v>2867.61</c:v>
                </c:pt>
                <c:pt idx="386">
                  <c:v>2909.41</c:v>
                </c:pt>
                <c:pt idx="387">
                  <c:v>2903.38</c:v>
                </c:pt>
                <c:pt idx="388">
                  <c:v>2918.45</c:v>
                </c:pt>
                <c:pt idx="389">
                  <c:v>2931.43</c:v>
                </c:pt>
                <c:pt idx="390">
                  <c:v>2955.15</c:v>
                </c:pt>
                <c:pt idx="391">
                  <c:v>2995.02</c:v>
                </c:pt>
                <c:pt idx="392">
                  <c:v>2981.73</c:v>
                </c:pt>
                <c:pt idx="393">
                  <c:v>3056.71</c:v>
                </c:pt>
                <c:pt idx="394">
                  <c:v>3093.62</c:v>
                </c:pt>
                <c:pt idx="395">
                  <c:v>3070.04</c:v>
                </c:pt>
                <c:pt idx="396">
                  <c:v>3057.44</c:v>
                </c:pt>
                <c:pt idx="397">
                  <c:v>2879.38</c:v>
                </c:pt>
                <c:pt idx="398">
                  <c:v>2915.7</c:v>
                </c:pt>
                <c:pt idx="399">
                  <c:v>2943.42</c:v>
                </c:pt>
                <c:pt idx="400">
                  <c:v>2998.49</c:v>
                </c:pt>
                <c:pt idx="401">
                  <c:v>2989.21</c:v>
                </c:pt>
                <c:pt idx="402">
                  <c:v>2992.21</c:v>
                </c:pt>
                <c:pt idx="403">
                  <c:v>2976.76</c:v>
                </c:pt>
                <c:pt idx="404">
                  <c:v>2996.4</c:v>
                </c:pt>
                <c:pt idx="405">
                  <c:v>3008.55</c:v>
                </c:pt>
                <c:pt idx="406">
                  <c:v>2930.82</c:v>
                </c:pt>
                <c:pt idx="407">
                  <c:v>2964.14</c:v>
                </c:pt>
                <c:pt idx="408">
                  <c:v>2893.15</c:v>
                </c:pt>
                <c:pt idx="409">
                  <c:v>2934.22</c:v>
                </c:pt>
                <c:pt idx="410">
                  <c:v>2980.73</c:v>
                </c:pt>
                <c:pt idx="411">
                  <c:v>2997.33</c:v>
                </c:pt>
                <c:pt idx="412">
                  <c:v>3011.4</c:v>
                </c:pt>
                <c:pt idx="413">
                  <c:v>3011.4</c:v>
                </c:pt>
                <c:pt idx="414">
                  <c:v>3060.93</c:v>
                </c:pt>
                <c:pt idx="415">
                  <c:v>3029.85</c:v>
                </c:pt>
                <c:pt idx="416">
                  <c:v>3055.38</c:v>
                </c:pt>
                <c:pt idx="417">
                  <c:v>3040.36</c:v>
                </c:pt>
                <c:pt idx="418">
                  <c:v>3072.38</c:v>
                </c:pt>
                <c:pt idx="419">
                  <c:v>3039.27</c:v>
                </c:pt>
                <c:pt idx="420">
                  <c:v>3080</c:v>
                </c:pt>
                <c:pt idx="421">
                  <c:v>3108.57</c:v>
                </c:pt>
                <c:pt idx="422">
                  <c:v>3097.37</c:v>
                </c:pt>
                <c:pt idx="423">
                  <c:v>3107.77</c:v>
                </c:pt>
                <c:pt idx="424">
                  <c:v>3138.04</c:v>
                </c:pt>
                <c:pt idx="425">
                  <c:v>3140.63</c:v>
                </c:pt>
                <c:pt idx="426">
                  <c:v>3158.66</c:v>
                </c:pt>
                <c:pt idx="427">
                  <c:v>3117.56</c:v>
                </c:pt>
                <c:pt idx="428">
                  <c:v>3096.18</c:v>
                </c:pt>
                <c:pt idx="429">
                  <c:v>3122.66</c:v>
                </c:pt>
                <c:pt idx="430">
                  <c:v>3100.54</c:v>
                </c:pt>
                <c:pt idx="431">
                  <c:v>3140.76</c:v>
                </c:pt>
                <c:pt idx="432">
                  <c:v>3130.51</c:v>
                </c:pt>
                <c:pt idx="433">
                  <c:v>3153.99</c:v>
                </c:pt>
                <c:pt idx="434">
                  <c:v>3178.41</c:v>
                </c:pt>
                <c:pt idx="435">
                  <c:v>3189.37</c:v>
                </c:pt>
                <c:pt idx="436">
                  <c:v>3210.03</c:v>
                </c:pt>
                <c:pt idx="437">
                  <c:v>3228.82</c:v>
                </c:pt>
                <c:pt idx="438">
                  <c:v>3227.67</c:v>
                </c:pt>
                <c:pt idx="439">
                  <c:v>3233.33</c:v>
                </c:pt>
                <c:pt idx="440">
                  <c:v>3206.47</c:v>
                </c:pt>
                <c:pt idx="441">
                  <c:v>3253.49</c:v>
                </c:pt>
                <c:pt idx="442">
                  <c:v>3249.95</c:v>
                </c:pt>
                <c:pt idx="443">
                  <c:v>3248.97</c:v>
                </c:pt>
                <c:pt idx="444">
                  <c:v>3262.85</c:v>
                </c:pt>
                <c:pt idx="445">
                  <c:v>3271.45</c:v>
                </c:pt>
                <c:pt idx="446">
                  <c:v>3256.22</c:v>
                </c:pt>
                <c:pt idx="447">
                  <c:v>3268.88</c:v>
                </c:pt>
                <c:pt idx="448">
                  <c:v>3280.51</c:v>
                </c:pt>
                <c:pt idx="449">
                  <c:v>3310.56</c:v>
                </c:pt>
                <c:pt idx="450">
                  <c:v>3322.61</c:v>
                </c:pt>
                <c:pt idx="451">
                  <c:v>3358.65</c:v>
                </c:pt>
                <c:pt idx="452">
                  <c:v>3364.4</c:v>
                </c:pt>
                <c:pt idx="453">
                  <c:v>3386.44</c:v>
                </c:pt>
                <c:pt idx="454">
                  <c:v>3385.29</c:v>
                </c:pt>
                <c:pt idx="455">
                  <c:v>3414.21</c:v>
                </c:pt>
                <c:pt idx="456">
                  <c:v>3461.32</c:v>
                </c:pt>
                <c:pt idx="457">
                  <c:v>3334.54</c:v>
                </c:pt>
                <c:pt idx="458">
                  <c:v>3305.63</c:v>
                </c:pt>
                <c:pt idx="459">
                  <c:v>3305.63</c:v>
                </c:pt>
                <c:pt idx="460">
                  <c:v>3207.54</c:v>
                </c:pt>
                <c:pt idx="461">
                  <c:v>3275.21</c:v>
                </c:pt>
                <c:pt idx="462">
                  <c:v>3219.24</c:v>
                </c:pt>
                <c:pt idx="463">
                  <c:v>3219.94</c:v>
                </c:pt>
                <c:pt idx="464">
                  <c:v>3266.05</c:v>
                </c:pt>
                <c:pt idx="465">
                  <c:v>3286.16</c:v>
                </c:pt>
                <c:pt idx="466">
                  <c:v>3270.16</c:v>
                </c:pt>
                <c:pt idx="467">
                  <c:v>3241.11</c:v>
                </c:pt>
                <c:pt idx="468">
                  <c:v>3208.57</c:v>
                </c:pt>
                <c:pt idx="469">
                  <c:v>3176.22</c:v>
                </c:pt>
                <c:pt idx="470">
                  <c:v>3208.13</c:v>
                </c:pt>
                <c:pt idx="471">
                  <c:v>3129.96</c:v>
                </c:pt>
                <c:pt idx="472">
                  <c:v>3138.25</c:v>
                </c:pt>
                <c:pt idx="473">
                  <c:v>3191.72</c:v>
                </c:pt>
                <c:pt idx="474">
                  <c:v>3243.59</c:v>
                </c:pt>
                <c:pt idx="475">
                  <c:v>3228.71</c:v>
                </c:pt>
                <c:pt idx="476">
                  <c:v>3254.94</c:v>
                </c:pt>
                <c:pt idx="477">
                  <c:v>3276.8</c:v>
                </c:pt>
                <c:pt idx="478">
                  <c:v>3243.91</c:v>
                </c:pt>
                <c:pt idx="479">
                  <c:v>3302.95</c:v>
                </c:pt>
                <c:pt idx="480">
                  <c:v>3258.03</c:v>
                </c:pt>
                <c:pt idx="481">
                  <c:v>3314.91</c:v>
                </c:pt>
                <c:pt idx="482">
                  <c:v>3340.57</c:v>
                </c:pt>
                <c:pt idx="483">
                  <c:v>3370.62</c:v>
                </c:pt>
                <c:pt idx="484">
                  <c:v>3425.17</c:v>
                </c:pt>
                <c:pt idx="485">
                  <c:v>3407.1</c:v>
                </c:pt>
                <c:pt idx="486">
                  <c:v>3385.27</c:v>
                </c:pt>
                <c:pt idx="487">
                  <c:v>3380.13</c:v>
                </c:pt>
                <c:pt idx="488">
                  <c:v>3379.31</c:v>
                </c:pt>
                <c:pt idx="489">
                  <c:v>3325.55</c:v>
                </c:pt>
                <c:pt idx="490">
                  <c:v>3339.04</c:v>
                </c:pt>
                <c:pt idx="491">
                  <c:v>3330.6</c:v>
                </c:pt>
                <c:pt idx="492">
                  <c:v>3347.35</c:v>
                </c:pt>
                <c:pt idx="493">
                  <c:v>3358.93</c:v>
                </c:pt>
                <c:pt idx="494">
                  <c:v>3297.41</c:v>
                </c:pt>
                <c:pt idx="495">
                  <c:v>3288.82</c:v>
                </c:pt>
                <c:pt idx="496">
                  <c:v>3174.68</c:v>
                </c:pt>
                <c:pt idx="497">
                  <c:v>3211.53</c:v>
                </c:pt>
                <c:pt idx="498">
                  <c:v>3166.93</c:v>
                </c:pt>
                <c:pt idx="499">
                  <c:v>3205.02</c:v>
                </c:pt>
                <c:pt idx="500">
                  <c:v>3263.76</c:v>
                </c:pt>
                <c:pt idx="501">
                  <c:v>3339.37</c:v>
                </c:pt>
                <c:pt idx="502">
                  <c:v>3406.63</c:v>
                </c:pt>
                <c:pt idx="503">
                  <c:v>3407.54</c:v>
                </c:pt>
                <c:pt idx="504">
                  <c:v>3435.29</c:v>
                </c:pt>
                <c:pt idx="505">
                  <c:v>3427.05</c:v>
                </c:pt>
                <c:pt idx="506">
                  <c:v>3456.91</c:v>
                </c:pt>
                <c:pt idx="507">
                  <c:v>3424.7</c:v>
                </c:pt>
                <c:pt idx="508">
                  <c:v>3468.51</c:v>
                </c:pt>
                <c:pt idx="509">
                  <c:v>3507.61</c:v>
                </c:pt>
                <c:pt idx="510">
                  <c:v>3495.86</c:v>
                </c:pt>
                <c:pt idx="511">
                  <c:v>3460.4</c:v>
                </c:pt>
                <c:pt idx="512">
                  <c:v>3477.5</c:v>
                </c:pt>
                <c:pt idx="513">
                  <c:v>3456.09</c:v>
                </c:pt>
                <c:pt idx="514">
                  <c:v>3477.81</c:v>
                </c:pt>
                <c:pt idx="515">
                  <c:v>3531.8</c:v>
                </c:pt>
                <c:pt idx="516">
                  <c:v>3530.75</c:v>
                </c:pt>
                <c:pt idx="517">
                  <c:v>3530.75</c:v>
                </c:pt>
                <c:pt idx="518">
                  <c:v>3542.36</c:v>
                </c:pt>
                <c:pt idx="519">
                  <c:v>3527.53</c:v>
                </c:pt>
                <c:pt idx="520">
                  <c:v>3563.62</c:v>
                </c:pt>
                <c:pt idx="521">
                  <c:v>3567.44</c:v>
                </c:pt>
                <c:pt idx="522">
                  <c:v>3569.02</c:v>
                </c:pt>
                <c:pt idx="523">
                  <c:v>3600.91</c:v>
                </c:pt>
                <c:pt idx="524">
                  <c:v>3598.66</c:v>
                </c:pt>
                <c:pt idx="525">
                  <c:v>3611.1</c:v>
                </c:pt>
                <c:pt idx="526">
                  <c:v>3574.99</c:v>
                </c:pt>
                <c:pt idx="527">
                  <c:v>3576.91</c:v>
                </c:pt>
                <c:pt idx="528">
                  <c:v>3572.21</c:v>
                </c:pt>
                <c:pt idx="529">
                  <c:v>3561.26</c:v>
                </c:pt>
                <c:pt idx="530">
                  <c:v>3606.66</c:v>
                </c:pt>
                <c:pt idx="531">
                  <c:v>3613.13</c:v>
                </c:pt>
                <c:pt idx="532">
                  <c:v>3639.05</c:v>
                </c:pt>
                <c:pt idx="533">
                  <c:v>3630.91</c:v>
                </c:pt>
                <c:pt idx="534">
                  <c:v>3618.29</c:v>
                </c:pt>
                <c:pt idx="535">
                  <c:v>3615.87</c:v>
                </c:pt>
                <c:pt idx="536">
                  <c:v>3615.2</c:v>
                </c:pt>
                <c:pt idx="537">
                  <c:v>3626.73</c:v>
                </c:pt>
                <c:pt idx="538">
                  <c:v>3626.73</c:v>
                </c:pt>
                <c:pt idx="539">
                  <c:v>3651.1</c:v>
                </c:pt>
                <c:pt idx="540">
                  <c:v>3641.86</c:v>
                </c:pt>
                <c:pt idx="541">
                  <c:v>3647.69</c:v>
                </c:pt>
                <c:pt idx="542">
                  <c:v>3667.92</c:v>
                </c:pt>
                <c:pt idx="543">
                  <c:v>3667.92</c:v>
                </c:pt>
                <c:pt idx="544">
                  <c:v>3614.13</c:v>
                </c:pt>
                <c:pt idx="545">
                  <c:v>3640.58</c:v>
                </c:pt>
                <c:pt idx="546">
                  <c:v>3658.3</c:v>
                </c:pt>
                <c:pt idx="547">
                  <c:v>3716.8</c:v>
                </c:pt>
                <c:pt idx="548">
                  <c:v>3737.78</c:v>
                </c:pt>
                <c:pt idx="549">
                  <c:v>3714.15</c:v>
                </c:pt>
                <c:pt idx="550">
                  <c:v>3718.4</c:v>
                </c:pt>
                <c:pt idx="551">
                  <c:v>3725.76</c:v>
                </c:pt>
                <c:pt idx="552">
                  <c:v>3711.52</c:v>
                </c:pt>
                <c:pt idx="553">
                  <c:v>3684.8</c:v>
                </c:pt>
                <c:pt idx="554">
                  <c:v>3684.8</c:v>
                </c:pt>
                <c:pt idx="555">
                  <c:v>3715.03</c:v>
                </c:pt>
                <c:pt idx="556">
                  <c:v>3767.19</c:v>
                </c:pt>
                <c:pt idx="557">
                  <c:v>3767.92</c:v>
                </c:pt>
                <c:pt idx="558">
                  <c:v>3757.58</c:v>
                </c:pt>
                <c:pt idx="559">
                  <c:v>3770.05</c:v>
                </c:pt>
                <c:pt idx="560">
                  <c:v>3759.35</c:v>
                </c:pt>
                <c:pt idx="561">
                  <c:v>3660.13</c:v>
                </c:pt>
                <c:pt idx="562">
                  <c:v>3700.03</c:v>
                </c:pt>
                <c:pt idx="563">
                  <c:v>3630.3</c:v>
                </c:pt>
                <c:pt idx="564">
                  <c:v>3690.47</c:v>
                </c:pt>
                <c:pt idx="565">
                  <c:v>3745.18</c:v>
                </c:pt>
                <c:pt idx="566">
                  <c:v>3747.06</c:v>
                </c:pt>
                <c:pt idx="567">
                  <c:v>3789.21</c:v>
                </c:pt>
                <c:pt idx="568">
                  <c:v>3806.81</c:v>
                </c:pt>
                <c:pt idx="569">
                  <c:v>3834.82</c:v>
                </c:pt>
                <c:pt idx="570">
                  <c:v>3832.33</c:v>
                </c:pt>
                <c:pt idx="571">
                  <c:v>3832.19</c:v>
                </c:pt>
                <c:pt idx="572">
                  <c:v>3840.93</c:v>
                </c:pt>
                <c:pt idx="573">
                  <c:v>3859.61</c:v>
                </c:pt>
                <c:pt idx="574">
                  <c:v>3859.61</c:v>
                </c:pt>
                <c:pt idx="575">
                  <c:v>3854.92</c:v>
                </c:pt>
                <c:pt idx="576">
                  <c:v>3850.14</c:v>
                </c:pt>
                <c:pt idx="577">
                  <c:v>3833.23</c:v>
                </c:pt>
                <c:pt idx="578">
                  <c:v>3829.47</c:v>
                </c:pt>
                <c:pt idx="579">
                  <c:v>3790.48</c:v>
                </c:pt>
                <c:pt idx="580">
                  <c:v>3792.71</c:v>
                </c:pt>
                <c:pt idx="581">
                  <c:v>3831.02</c:v>
                </c:pt>
                <c:pt idx="582">
                  <c:v>3733.34</c:v>
                </c:pt>
                <c:pt idx="583">
                  <c:v>3719.93</c:v>
                </c:pt>
                <c:pt idx="584">
                  <c:v>3810.85</c:v>
                </c:pt>
                <c:pt idx="585">
                  <c:v>3776.61</c:v>
                </c:pt>
                <c:pt idx="586">
                  <c:v>3718.11</c:v>
                </c:pt>
                <c:pt idx="587">
                  <c:v>3662.95</c:v>
                </c:pt>
                <c:pt idx="588">
                  <c:v>3730.84</c:v>
                </c:pt>
                <c:pt idx="589">
                  <c:v>3703.76</c:v>
                </c:pt>
                <c:pt idx="590">
                  <c:v>3765.18</c:v>
                </c:pt>
                <c:pt idx="591">
                  <c:v>3786.18</c:v>
                </c:pt>
                <c:pt idx="592">
                  <c:v>3832.8</c:v>
                </c:pt>
                <c:pt idx="593">
                  <c:v>3834.85</c:v>
                </c:pt>
                <c:pt idx="594">
                  <c:v>3862.56</c:v>
                </c:pt>
                <c:pt idx="595">
                  <c:v>3855</c:v>
                </c:pt>
                <c:pt idx="596">
                  <c:v>3865.51</c:v>
                </c:pt>
                <c:pt idx="597">
                  <c:v>3801.62</c:v>
                </c:pt>
                <c:pt idx="598">
                  <c:v>3802.32</c:v>
                </c:pt>
                <c:pt idx="599">
                  <c:v>3830.92</c:v>
                </c:pt>
                <c:pt idx="600">
                  <c:v>3800.77</c:v>
                </c:pt>
                <c:pt idx="601">
                  <c:v>3773.73</c:v>
                </c:pt>
                <c:pt idx="602">
                  <c:v>3791.89</c:v>
                </c:pt>
                <c:pt idx="603">
                  <c:v>3853.61</c:v>
                </c:pt>
                <c:pt idx="604">
                  <c:v>3846.99</c:v>
                </c:pt>
                <c:pt idx="605">
                  <c:v>3835.96</c:v>
                </c:pt>
                <c:pt idx="606">
                  <c:v>3854.97</c:v>
                </c:pt>
                <c:pt idx="607">
                  <c:v>3902.41</c:v>
                </c:pt>
                <c:pt idx="608">
                  <c:v>3902.41</c:v>
                </c:pt>
                <c:pt idx="609">
                  <c:v>3955.1</c:v>
                </c:pt>
                <c:pt idx="610">
                  <c:v>3955.16</c:v>
                </c:pt>
                <c:pt idx="611">
                  <c:v>3959.55</c:v>
                </c:pt>
                <c:pt idx="612">
                  <c:v>3980.1</c:v>
                </c:pt>
                <c:pt idx="613">
                  <c:v>4009.61</c:v>
                </c:pt>
                <c:pt idx="614">
                  <c:v>4009.3</c:v>
                </c:pt>
                <c:pt idx="615">
                  <c:v>4027.05</c:v>
                </c:pt>
                <c:pt idx="616">
                  <c:v>4008.54</c:v>
                </c:pt>
                <c:pt idx="617">
                  <c:v>4055.56</c:v>
                </c:pt>
                <c:pt idx="618">
                  <c:v>4067.34</c:v>
                </c:pt>
                <c:pt idx="619">
                  <c:v>4043.69</c:v>
                </c:pt>
                <c:pt idx="620">
                  <c:v>4015.9</c:v>
                </c:pt>
                <c:pt idx="621">
                  <c:v>4053.16</c:v>
                </c:pt>
                <c:pt idx="622">
                  <c:v>4018.79</c:v>
                </c:pt>
                <c:pt idx="623">
                  <c:v>4064.42</c:v>
                </c:pt>
                <c:pt idx="624">
                  <c:v>4074.16</c:v>
                </c:pt>
                <c:pt idx="625">
                  <c:v>4072.53</c:v>
                </c:pt>
                <c:pt idx="626">
                  <c:v>4068.14</c:v>
                </c:pt>
                <c:pt idx="627">
                  <c:v>4091.48</c:v>
                </c:pt>
                <c:pt idx="628">
                  <c:v>4061.26</c:v>
                </c:pt>
                <c:pt idx="629">
                  <c:v>4068.88</c:v>
                </c:pt>
                <c:pt idx="630">
                  <c:v>4036.95</c:v>
                </c:pt>
                <c:pt idx="631">
                  <c:v>4036.35</c:v>
                </c:pt>
                <c:pt idx="632">
                  <c:v>4063.11</c:v>
                </c:pt>
                <c:pt idx="633">
                  <c:v>4094.35</c:v>
                </c:pt>
                <c:pt idx="634">
                  <c:v>4048.11</c:v>
                </c:pt>
                <c:pt idx="635">
                  <c:v>4017.48</c:v>
                </c:pt>
                <c:pt idx="636">
                  <c:v>3928.67</c:v>
                </c:pt>
                <c:pt idx="637">
                  <c:v>3973.34</c:v>
                </c:pt>
                <c:pt idx="638">
                  <c:v>4035.52</c:v>
                </c:pt>
                <c:pt idx="639">
                  <c:v>4023.83</c:v>
                </c:pt>
                <c:pt idx="640">
                  <c:v>3992.5</c:v>
                </c:pt>
                <c:pt idx="641">
                  <c:v>3981.76</c:v>
                </c:pt>
                <c:pt idx="642">
                  <c:v>4028.38</c:v>
                </c:pt>
                <c:pt idx="643">
                  <c:v>4024.55</c:v>
                </c:pt>
                <c:pt idx="644">
                  <c:v>4065.43</c:v>
                </c:pt>
                <c:pt idx="645">
                  <c:v>4057.16</c:v>
                </c:pt>
                <c:pt idx="646">
                  <c:v>4066.42</c:v>
                </c:pt>
                <c:pt idx="647">
                  <c:v>4070.64</c:v>
                </c:pt>
                <c:pt idx="648">
                  <c:v>4074.95</c:v>
                </c:pt>
                <c:pt idx="649">
                  <c:v>4074.95</c:v>
                </c:pt>
                <c:pt idx="650">
                  <c:v>4072.08</c:v>
                </c:pt>
                <c:pt idx="651">
                  <c:v>4077.56</c:v>
                </c:pt>
                <c:pt idx="652">
                  <c:v>4059.66</c:v>
                </c:pt>
                <c:pt idx="653">
                  <c:v>4097.6000000000004</c:v>
                </c:pt>
                <c:pt idx="654">
                  <c:v>4097.8900000000003</c:v>
                </c:pt>
                <c:pt idx="655">
                  <c:v>4099.1099999999997</c:v>
                </c:pt>
                <c:pt idx="656">
                  <c:v>4091.19</c:v>
                </c:pt>
                <c:pt idx="657">
                  <c:v>4113.1000000000004</c:v>
                </c:pt>
                <c:pt idx="658">
                  <c:v>4123.26</c:v>
                </c:pt>
                <c:pt idx="659">
                  <c:v>4132.5600000000004</c:v>
                </c:pt>
                <c:pt idx="660">
                  <c:v>4121.1000000000004</c:v>
                </c:pt>
                <c:pt idx="661">
                  <c:v>4100.2299999999996</c:v>
                </c:pt>
                <c:pt idx="662">
                  <c:v>4104.3</c:v>
                </c:pt>
                <c:pt idx="663">
                  <c:v>4053.83</c:v>
                </c:pt>
                <c:pt idx="664">
                  <c:v>4107.8999999999996</c:v>
                </c:pt>
                <c:pt idx="665">
                  <c:v>4132.1000000000004</c:v>
                </c:pt>
                <c:pt idx="666">
                  <c:v>4129.22</c:v>
                </c:pt>
                <c:pt idx="667">
                  <c:v>4154.0200000000004</c:v>
                </c:pt>
                <c:pt idx="668">
                  <c:v>4167.55</c:v>
                </c:pt>
                <c:pt idx="669">
                  <c:v>4179.75</c:v>
                </c:pt>
                <c:pt idx="670">
                  <c:v>4181.75</c:v>
                </c:pt>
                <c:pt idx="671">
                  <c:v>4183.8</c:v>
                </c:pt>
                <c:pt idx="672">
                  <c:v>4203.08</c:v>
                </c:pt>
                <c:pt idx="673">
                  <c:v>4234.03</c:v>
                </c:pt>
                <c:pt idx="674">
                  <c:v>4234.03</c:v>
                </c:pt>
                <c:pt idx="675">
                  <c:v>4229.1099999999997</c:v>
                </c:pt>
                <c:pt idx="676">
                  <c:v>4240.87</c:v>
                </c:pt>
                <c:pt idx="677">
                  <c:v>4203.9399999999996</c:v>
                </c:pt>
                <c:pt idx="678">
                  <c:v>4251.66</c:v>
                </c:pt>
                <c:pt idx="679">
                  <c:v>4263.82</c:v>
                </c:pt>
                <c:pt idx="680">
                  <c:v>4247.0600000000004</c:v>
                </c:pt>
                <c:pt idx="681">
                  <c:v>4248.3100000000004</c:v>
                </c:pt>
                <c:pt idx="682">
                  <c:v>4234.78</c:v>
                </c:pt>
                <c:pt idx="683">
                  <c:v>4206</c:v>
                </c:pt>
                <c:pt idx="684">
                  <c:v>4143.6000000000004</c:v>
                </c:pt>
                <c:pt idx="685">
                  <c:v>4208.7299999999996</c:v>
                </c:pt>
                <c:pt idx="686">
                  <c:v>4243</c:v>
                </c:pt>
                <c:pt idx="687">
                  <c:v>4253.05</c:v>
                </c:pt>
                <c:pt idx="688">
                  <c:v>4298.4399999999996</c:v>
                </c:pt>
                <c:pt idx="689">
                  <c:v>4306.08</c:v>
                </c:pt>
                <c:pt idx="690">
                  <c:v>4284.34</c:v>
                </c:pt>
                <c:pt idx="691">
                  <c:v>4286.6099999999997</c:v>
                </c:pt>
                <c:pt idx="692">
                  <c:v>4303.58</c:v>
                </c:pt>
                <c:pt idx="693">
                  <c:v>4278.63</c:v>
                </c:pt>
                <c:pt idx="694">
                  <c:v>4272.4799999999996</c:v>
                </c:pt>
                <c:pt idx="695">
                  <c:v>4305.38</c:v>
                </c:pt>
                <c:pt idx="696">
                  <c:v>4288.99</c:v>
                </c:pt>
                <c:pt idx="697">
                  <c:v>4315.67</c:v>
                </c:pt>
                <c:pt idx="698">
                  <c:v>4318.4399999999996</c:v>
                </c:pt>
                <c:pt idx="699">
                  <c:v>4316.0200000000004</c:v>
                </c:pt>
                <c:pt idx="700">
                  <c:v>4317.34</c:v>
                </c:pt>
                <c:pt idx="701">
                  <c:v>4325.92</c:v>
                </c:pt>
                <c:pt idx="702">
                  <c:v>4339.1499999999996</c:v>
                </c:pt>
                <c:pt idx="703">
                  <c:v>4345.6000000000004</c:v>
                </c:pt>
                <c:pt idx="704">
                  <c:v>4353.46</c:v>
                </c:pt>
                <c:pt idx="705">
                  <c:v>4323.32</c:v>
                </c:pt>
                <c:pt idx="706">
                  <c:v>4277.6400000000003</c:v>
                </c:pt>
                <c:pt idx="707">
                  <c:v>4281.33</c:v>
                </c:pt>
                <c:pt idx="708">
                  <c:v>4317.09</c:v>
                </c:pt>
                <c:pt idx="709">
                  <c:v>4355.3900000000003</c:v>
                </c:pt>
                <c:pt idx="710">
                  <c:v>4364.41</c:v>
                </c:pt>
                <c:pt idx="711">
                  <c:v>4374.71</c:v>
                </c:pt>
                <c:pt idx="712">
                  <c:v>4349.21</c:v>
                </c:pt>
                <c:pt idx="713">
                  <c:v>4387.76</c:v>
                </c:pt>
                <c:pt idx="714">
                  <c:v>4407.37</c:v>
                </c:pt>
                <c:pt idx="715">
                  <c:v>4399.1099999999997</c:v>
                </c:pt>
                <c:pt idx="716">
                  <c:v>4402.09</c:v>
                </c:pt>
                <c:pt idx="717">
                  <c:v>4414.6400000000003</c:v>
                </c:pt>
                <c:pt idx="718">
                  <c:v>4415.24</c:v>
                </c:pt>
                <c:pt idx="719">
                  <c:v>4415.24</c:v>
                </c:pt>
                <c:pt idx="720">
                  <c:v>4399.66</c:v>
                </c:pt>
                <c:pt idx="721">
                  <c:v>4391.71</c:v>
                </c:pt>
                <c:pt idx="722">
                  <c:v>4372.99</c:v>
                </c:pt>
                <c:pt idx="723">
                  <c:v>4339.1899999999996</c:v>
                </c:pt>
                <c:pt idx="724">
                  <c:v>4346.42</c:v>
                </c:pt>
                <c:pt idx="725">
                  <c:v>4321.7299999999996</c:v>
                </c:pt>
                <c:pt idx="726">
                  <c:v>4357.88</c:v>
                </c:pt>
                <c:pt idx="727">
                  <c:v>4353.84</c:v>
                </c:pt>
                <c:pt idx="728">
                  <c:v>4316.42</c:v>
                </c:pt>
                <c:pt idx="729">
                  <c:v>4240.9799999999996</c:v>
                </c:pt>
                <c:pt idx="730">
                  <c:v>4240.3100000000004</c:v>
                </c:pt>
                <c:pt idx="731">
                  <c:v>4280.95</c:v>
                </c:pt>
                <c:pt idx="732">
                  <c:v>4331.37</c:v>
                </c:pt>
                <c:pt idx="733">
                  <c:v>4335.96</c:v>
                </c:pt>
                <c:pt idx="734">
                  <c:v>4320.5600000000004</c:v>
                </c:pt>
                <c:pt idx="735">
                  <c:v>4228.38</c:v>
                </c:pt>
                <c:pt idx="736">
                  <c:v>4232.45</c:v>
                </c:pt>
                <c:pt idx="737">
                  <c:v>4186.8500000000004</c:v>
                </c:pt>
                <c:pt idx="738">
                  <c:v>4233.1899999999996</c:v>
                </c:pt>
                <c:pt idx="739">
                  <c:v>4173.83</c:v>
                </c:pt>
                <c:pt idx="740">
                  <c:v>4218.6400000000003</c:v>
                </c:pt>
                <c:pt idx="741">
                  <c:v>4237.53</c:v>
                </c:pt>
                <c:pt idx="742">
                  <c:v>4275.13</c:v>
                </c:pt>
                <c:pt idx="743">
                  <c:v>4265.03</c:v>
                </c:pt>
                <c:pt idx="744">
                  <c:v>4235.8100000000004</c:v>
                </c:pt>
                <c:pt idx="745">
                  <c:v>4229.25</c:v>
                </c:pt>
                <c:pt idx="746">
                  <c:v>4247.09</c:v>
                </c:pt>
                <c:pt idx="747">
                  <c:v>4318.91</c:v>
                </c:pt>
                <c:pt idx="748">
                  <c:v>4349.97</c:v>
                </c:pt>
                <c:pt idx="749">
                  <c:v>4366.71</c:v>
                </c:pt>
                <c:pt idx="750">
                  <c:v>4399.18</c:v>
                </c:pt>
                <c:pt idx="751">
                  <c:v>4414.93</c:v>
                </c:pt>
                <c:pt idx="752">
                  <c:v>4430.3999999999996</c:v>
                </c:pt>
                <c:pt idx="753">
                  <c:v>4421.57</c:v>
                </c:pt>
                <c:pt idx="754">
                  <c:v>4442.59</c:v>
                </c:pt>
                <c:pt idx="755">
                  <c:v>4449.58</c:v>
                </c:pt>
                <c:pt idx="756">
                  <c:v>4423.04</c:v>
                </c:pt>
                <c:pt idx="757">
                  <c:v>4467.08</c:v>
                </c:pt>
                <c:pt idx="758">
                  <c:v>4475.12</c:v>
                </c:pt>
                <c:pt idx="759">
                  <c:v>4483.87</c:v>
                </c:pt>
                <c:pt idx="760">
                  <c:v>4499.43</c:v>
                </c:pt>
                <c:pt idx="761">
                  <c:v>4528.25</c:v>
                </c:pt>
                <c:pt idx="762">
                  <c:v>4546.8</c:v>
                </c:pt>
                <c:pt idx="763">
                  <c:v>4560.3900000000003</c:v>
                </c:pt>
                <c:pt idx="764">
                  <c:v>4567.18</c:v>
                </c:pt>
                <c:pt idx="765">
                  <c:v>4553.24</c:v>
                </c:pt>
                <c:pt idx="766">
                  <c:v>4510.91</c:v>
                </c:pt>
                <c:pt idx="767">
                  <c:v>4514.21</c:v>
                </c:pt>
                <c:pt idx="768">
                  <c:v>4549.32</c:v>
                </c:pt>
                <c:pt idx="769">
                  <c:v>4549.22</c:v>
                </c:pt>
                <c:pt idx="770">
                  <c:v>4568.66</c:v>
                </c:pt>
                <c:pt idx="771">
                  <c:v>4554.83</c:v>
                </c:pt>
                <c:pt idx="772">
                  <c:v>4567.74</c:v>
                </c:pt>
                <c:pt idx="773">
                  <c:v>4559.58</c:v>
                </c:pt>
                <c:pt idx="774">
                  <c:v>4537.01</c:v>
                </c:pt>
                <c:pt idx="775">
                  <c:v>4540.96</c:v>
                </c:pt>
                <c:pt idx="776">
                  <c:v>4554.03</c:v>
                </c:pt>
                <c:pt idx="777">
                  <c:v>4554.03</c:v>
                </c:pt>
                <c:pt idx="778">
                  <c:v>4454.55</c:v>
                </c:pt>
                <c:pt idx="779">
                  <c:v>4511.1400000000003</c:v>
                </c:pt>
                <c:pt idx="780">
                  <c:v>4424.07</c:v>
                </c:pt>
                <c:pt idx="781">
                  <c:v>4363.3599999999997</c:v>
                </c:pt>
                <c:pt idx="782">
                  <c:v>4426.7</c:v>
                </c:pt>
                <c:pt idx="783">
                  <c:v>4382.6499999999996</c:v>
                </c:pt>
                <c:pt idx="784">
                  <c:v>4432.08</c:v>
                </c:pt>
                <c:pt idx="785">
                  <c:v>4527.76</c:v>
                </c:pt>
                <c:pt idx="786">
                  <c:v>4546.59</c:v>
                </c:pt>
                <c:pt idx="787">
                  <c:v>4507.2299999999996</c:v>
                </c:pt>
                <c:pt idx="788">
                  <c:v>4545.34</c:v>
                </c:pt>
                <c:pt idx="789">
                  <c:v>4503.38</c:v>
                </c:pt>
                <c:pt idx="790">
                  <c:v>4467.68</c:v>
                </c:pt>
                <c:pt idx="791">
                  <c:v>4541.6899999999996</c:v>
                </c:pt>
                <c:pt idx="792">
                  <c:v>4495.93</c:v>
                </c:pt>
                <c:pt idx="793">
                  <c:v>4457.18</c:v>
                </c:pt>
                <c:pt idx="794">
                  <c:v>4405.2</c:v>
                </c:pt>
                <c:pt idx="795">
                  <c:v>4487.46</c:v>
                </c:pt>
                <c:pt idx="796">
                  <c:v>4531.62</c:v>
                </c:pt>
                <c:pt idx="797">
                  <c:v>4560.58</c:v>
                </c:pt>
                <c:pt idx="798">
                  <c:v>4560.58</c:v>
                </c:pt>
                <c:pt idx="799">
                  <c:v>4621.16</c:v>
                </c:pt>
                <c:pt idx="800">
                  <c:v>4613.3900000000003</c:v>
                </c:pt>
                <c:pt idx="801">
                  <c:v>4618.6099999999997</c:v>
                </c:pt>
                <c:pt idx="802">
                  <c:v>4607.5200000000004</c:v>
                </c:pt>
                <c:pt idx="803">
                  <c:v>4593.59</c:v>
                </c:pt>
                <c:pt idx="804">
                  <c:v>4620.41</c:v>
                </c:pt>
                <c:pt idx="805">
                  <c:v>4610.96</c:v>
                </c:pt>
                <c:pt idx="806">
                  <c:v>4514.05</c:v>
                </c:pt>
                <c:pt idx="807">
                  <c:v>4509.9399999999996</c:v>
                </c:pt>
                <c:pt idx="808">
                  <c:v>4489.18</c:v>
                </c:pt>
                <c:pt idx="809">
                  <c:v>4483.92</c:v>
                </c:pt>
                <c:pt idx="810">
                  <c:v>4528.6400000000003</c:v>
                </c:pt>
                <c:pt idx="811">
                  <c:v>4539.72</c:v>
                </c:pt>
                <c:pt idx="812">
                  <c:v>4468.92</c:v>
                </c:pt>
                <c:pt idx="813">
                  <c:v>4471.6000000000004</c:v>
                </c:pt>
                <c:pt idx="814">
                  <c:v>4471.6000000000004</c:v>
                </c:pt>
                <c:pt idx="815">
                  <c:v>4386.93</c:v>
                </c:pt>
                <c:pt idx="816">
                  <c:v>4344.66</c:v>
                </c:pt>
                <c:pt idx="817">
                  <c:v>4297.3500000000004</c:v>
                </c:pt>
                <c:pt idx="818">
                  <c:v>4212.91</c:v>
                </c:pt>
                <c:pt idx="819">
                  <c:v>4227.07</c:v>
                </c:pt>
                <c:pt idx="820">
                  <c:v>4170.32</c:v>
                </c:pt>
                <c:pt idx="821">
                  <c:v>4160.6499999999996</c:v>
                </c:pt>
                <c:pt idx="822">
                  <c:v>4136.68</c:v>
                </c:pt>
                <c:pt idx="823">
                  <c:v>4241.0600000000004</c:v>
                </c:pt>
                <c:pt idx="824">
                  <c:v>4329.8599999999997</c:v>
                </c:pt>
                <c:pt idx="825">
                  <c:v>4361.63</c:v>
                </c:pt>
                <c:pt idx="826">
                  <c:v>4396.3</c:v>
                </c:pt>
                <c:pt idx="827">
                  <c:v>4284.83</c:v>
                </c:pt>
                <c:pt idx="828">
                  <c:v>4313.97</c:v>
                </c:pt>
                <c:pt idx="829">
                  <c:v>4298.99</c:v>
                </c:pt>
                <c:pt idx="830">
                  <c:v>4335.28</c:v>
                </c:pt>
                <c:pt idx="831">
                  <c:v>4402.41</c:v>
                </c:pt>
                <c:pt idx="832">
                  <c:v>4323.8599999999997</c:v>
                </c:pt>
                <c:pt idx="833">
                  <c:v>4239.1099999999997</c:v>
                </c:pt>
                <c:pt idx="834">
                  <c:v>4223.7</c:v>
                </c:pt>
                <c:pt idx="835">
                  <c:v>4294.01</c:v>
                </c:pt>
                <c:pt idx="836">
                  <c:v>4295.05</c:v>
                </c:pt>
                <c:pt idx="837">
                  <c:v>4199.72</c:v>
                </c:pt>
                <c:pt idx="838">
                  <c:v>4165.83</c:v>
                </c:pt>
                <c:pt idx="839">
                  <c:v>4165.83</c:v>
                </c:pt>
                <c:pt idx="840">
                  <c:v>4121.75</c:v>
                </c:pt>
                <c:pt idx="841">
                  <c:v>4043.58</c:v>
                </c:pt>
                <c:pt idx="842">
                  <c:v>4111.8100000000004</c:v>
                </c:pt>
                <c:pt idx="843">
                  <c:v>4203.8100000000004</c:v>
                </c:pt>
                <c:pt idx="844">
                  <c:v>4196.99</c:v>
                </c:pt>
                <c:pt idx="845">
                  <c:v>4132.8100000000004</c:v>
                </c:pt>
                <c:pt idx="846">
                  <c:v>4208.58</c:v>
                </c:pt>
                <c:pt idx="847">
                  <c:v>4178.7700000000004</c:v>
                </c:pt>
                <c:pt idx="848">
                  <c:v>4141.6400000000003</c:v>
                </c:pt>
                <c:pt idx="849">
                  <c:v>4015.14</c:v>
                </c:pt>
                <c:pt idx="850">
                  <c:v>3987.52</c:v>
                </c:pt>
                <c:pt idx="851">
                  <c:v>4093.91</c:v>
                </c:pt>
                <c:pt idx="852">
                  <c:v>4074.4</c:v>
                </c:pt>
                <c:pt idx="853">
                  <c:v>4017.19</c:v>
                </c:pt>
                <c:pt idx="854">
                  <c:v>3981.71</c:v>
                </c:pt>
                <c:pt idx="855">
                  <c:v>4067.7</c:v>
                </c:pt>
                <c:pt idx="856">
                  <c:v>4165</c:v>
                </c:pt>
                <c:pt idx="857">
                  <c:v>4219.9399999999996</c:v>
                </c:pt>
                <c:pt idx="858">
                  <c:v>4274.05</c:v>
                </c:pt>
                <c:pt idx="859">
                  <c:v>4269.29</c:v>
                </c:pt>
                <c:pt idx="860">
                  <c:v>4321.1899999999996</c:v>
                </c:pt>
                <c:pt idx="861">
                  <c:v>4268.16</c:v>
                </c:pt>
                <c:pt idx="862">
                  <c:v>4330.0600000000004</c:v>
                </c:pt>
                <c:pt idx="863">
                  <c:v>4347.13</c:v>
                </c:pt>
                <c:pt idx="864">
                  <c:v>4380.95</c:v>
                </c:pt>
                <c:pt idx="865">
                  <c:v>4439.67</c:v>
                </c:pt>
                <c:pt idx="866">
                  <c:v>4407.95</c:v>
                </c:pt>
                <c:pt idx="867">
                  <c:v>4338.8500000000004</c:v>
                </c:pt>
                <c:pt idx="868">
                  <c:v>4355.21</c:v>
                </c:pt>
                <c:pt idx="869">
                  <c:v>4393.91</c:v>
                </c:pt>
                <c:pt idx="870">
                  <c:v>4333.91</c:v>
                </c:pt>
                <c:pt idx="871">
                  <c:v>4287.7700000000004</c:v>
                </c:pt>
                <c:pt idx="872">
                  <c:v>4304.62</c:v>
                </c:pt>
                <c:pt idx="873">
                  <c:v>4290.55</c:v>
                </c:pt>
                <c:pt idx="874">
                  <c:v>4219.55</c:v>
                </c:pt>
                <c:pt idx="875">
                  <c:v>4205.04</c:v>
                </c:pt>
                <c:pt idx="876">
                  <c:v>4255.9399999999996</c:v>
                </c:pt>
                <c:pt idx="877">
                  <c:v>4201.5</c:v>
                </c:pt>
                <c:pt idx="878">
                  <c:v>4201.5</c:v>
                </c:pt>
                <c:pt idx="879">
                  <c:v>4196.97</c:v>
                </c:pt>
                <c:pt idx="880">
                  <c:v>4268.09</c:v>
                </c:pt>
                <c:pt idx="881">
                  <c:v>4261.1000000000004</c:v>
                </c:pt>
                <c:pt idx="882">
                  <c:v>4193.4399999999996</c:v>
                </c:pt>
                <c:pt idx="883">
                  <c:v>4077.76</c:v>
                </c:pt>
                <c:pt idx="884">
                  <c:v>4103.8900000000003</c:v>
                </c:pt>
                <c:pt idx="885">
                  <c:v>3986.15</c:v>
                </c:pt>
                <c:pt idx="886">
                  <c:v>3992.56</c:v>
                </c:pt>
                <c:pt idx="887">
                  <c:v>4092.15</c:v>
                </c:pt>
                <c:pt idx="888">
                  <c:v>3942.29</c:v>
                </c:pt>
                <c:pt idx="889">
                  <c:v>3967.41</c:v>
                </c:pt>
                <c:pt idx="890">
                  <c:v>3984.36</c:v>
                </c:pt>
                <c:pt idx="891">
                  <c:v>4102.93</c:v>
                </c:pt>
                <c:pt idx="892">
                  <c:v>3951.28</c:v>
                </c:pt>
                <c:pt idx="893">
                  <c:v>3923.87</c:v>
                </c:pt>
                <c:pt idx="894">
                  <c:v>3791.01</c:v>
                </c:pt>
                <c:pt idx="895">
                  <c:v>3800.7</c:v>
                </c:pt>
                <c:pt idx="896">
                  <c:v>3733.75</c:v>
                </c:pt>
                <c:pt idx="897">
                  <c:v>3732.76</c:v>
                </c:pt>
                <c:pt idx="898">
                  <c:v>3828.77</c:v>
                </c:pt>
                <c:pt idx="899">
                  <c:v>3808.9</c:v>
                </c:pt>
                <c:pt idx="900">
                  <c:v>3886.14</c:v>
                </c:pt>
                <c:pt idx="901">
                  <c:v>3727.83</c:v>
                </c:pt>
                <c:pt idx="902">
                  <c:v>3710.71</c:v>
                </c:pt>
                <c:pt idx="903">
                  <c:v>3711.35</c:v>
                </c:pt>
                <c:pt idx="904">
                  <c:v>3778.05</c:v>
                </c:pt>
                <c:pt idx="905">
                  <c:v>3740.61</c:v>
                </c:pt>
                <c:pt idx="906">
                  <c:v>3779.2</c:v>
                </c:pt>
                <c:pt idx="907">
                  <c:v>3856.32</c:v>
                </c:pt>
                <c:pt idx="908">
                  <c:v>3954.08</c:v>
                </c:pt>
                <c:pt idx="909">
                  <c:v>3954.08</c:v>
                </c:pt>
                <c:pt idx="910">
                  <c:v>3926.84</c:v>
                </c:pt>
                <c:pt idx="911">
                  <c:v>3897.17</c:v>
                </c:pt>
                <c:pt idx="912">
                  <c:v>3974.81</c:v>
                </c:pt>
                <c:pt idx="913">
                  <c:v>3907.86</c:v>
                </c:pt>
                <c:pt idx="914">
                  <c:v>3920.36</c:v>
                </c:pt>
                <c:pt idx="915">
                  <c:v>3959.33</c:v>
                </c:pt>
                <c:pt idx="916">
                  <c:v>3917.62</c:v>
                </c:pt>
                <c:pt idx="917">
                  <c:v>3822.1</c:v>
                </c:pt>
                <c:pt idx="918">
                  <c:v>3708.75</c:v>
                </c:pt>
                <c:pt idx="919">
                  <c:v>3560.51</c:v>
                </c:pt>
                <c:pt idx="920">
                  <c:v>3547.23</c:v>
                </c:pt>
                <c:pt idx="921">
                  <c:v>3601.69</c:v>
                </c:pt>
                <c:pt idx="922">
                  <c:v>3480.83</c:v>
                </c:pt>
                <c:pt idx="923">
                  <c:v>3492.36</c:v>
                </c:pt>
                <c:pt idx="924">
                  <c:v>3492.36</c:v>
                </c:pt>
                <c:pt idx="925">
                  <c:v>3577.69</c:v>
                </c:pt>
                <c:pt idx="926">
                  <c:v>3573.62</c:v>
                </c:pt>
                <c:pt idx="927">
                  <c:v>3611.72</c:v>
                </c:pt>
                <c:pt idx="928">
                  <c:v>3723.58</c:v>
                </c:pt>
                <c:pt idx="929">
                  <c:v>3711.4</c:v>
                </c:pt>
                <c:pt idx="930">
                  <c:v>3634.56</c:v>
                </c:pt>
                <c:pt idx="931">
                  <c:v>3630.52</c:v>
                </c:pt>
                <c:pt idx="932">
                  <c:v>3596.34</c:v>
                </c:pt>
                <c:pt idx="933">
                  <c:v>3635.96</c:v>
                </c:pt>
                <c:pt idx="934">
                  <c:v>3635.96</c:v>
                </c:pt>
                <c:pt idx="935">
                  <c:v>3646.65</c:v>
                </c:pt>
                <c:pt idx="936">
                  <c:v>3657.25</c:v>
                </c:pt>
                <c:pt idx="937">
                  <c:v>3714.86</c:v>
                </c:pt>
                <c:pt idx="938">
                  <c:v>3711.09</c:v>
                </c:pt>
                <c:pt idx="939">
                  <c:v>3665.5</c:v>
                </c:pt>
                <c:pt idx="940">
                  <c:v>3631.06</c:v>
                </c:pt>
                <c:pt idx="941">
                  <c:v>3615.19</c:v>
                </c:pt>
                <c:pt idx="942">
                  <c:v>3602.24</c:v>
                </c:pt>
                <c:pt idx="943">
                  <c:v>3672.5</c:v>
                </c:pt>
                <c:pt idx="944">
                  <c:v>3643.18</c:v>
                </c:pt>
                <c:pt idx="945">
                  <c:v>3744.08</c:v>
                </c:pt>
                <c:pt idx="946">
                  <c:v>3770.81</c:v>
                </c:pt>
                <c:pt idx="947">
                  <c:v>3809.17</c:v>
                </c:pt>
                <c:pt idx="948">
                  <c:v>3769.75</c:v>
                </c:pt>
                <c:pt idx="949">
                  <c:v>3773.52</c:v>
                </c:pt>
                <c:pt idx="950">
                  <c:v>3726.7</c:v>
                </c:pt>
                <c:pt idx="951">
                  <c:v>3826.01</c:v>
                </c:pt>
                <c:pt idx="952">
                  <c:v>3872.73</c:v>
                </c:pt>
                <c:pt idx="953">
                  <c:v>3927.71</c:v>
                </c:pt>
                <c:pt idx="954">
                  <c:v>3917.69</c:v>
                </c:pt>
                <c:pt idx="955">
                  <c:v>3895.16</c:v>
                </c:pt>
                <c:pt idx="956">
                  <c:v>3958.77</c:v>
                </c:pt>
                <c:pt idx="957">
                  <c:v>3957.43</c:v>
                </c:pt>
                <c:pt idx="958">
                  <c:v>3952.28</c:v>
                </c:pt>
                <c:pt idx="959">
                  <c:v>3948.74</c:v>
                </c:pt>
                <c:pt idx="960">
                  <c:v>3928.65</c:v>
                </c:pt>
                <c:pt idx="961">
                  <c:v>4017.81</c:v>
                </c:pt>
                <c:pt idx="962">
                  <c:v>4012.97</c:v>
                </c:pt>
                <c:pt idx="963">
                  <c:v>4083.21</c:v>
                </c:pt>
                <c:pt idx="964">
                  <c:v>4099.0600000000004</c:v>
                </c:pt>
                <c:pt idx="965">
                  <c:v>4105.51</c:v>
                </c:pt>
                <c:pt idx="966">
                  <c:v>4072.71</c:v>
                </c:pt>
                <c:pt idx="967">
                  <c:v>4081.04</c:v>
                </c:pt>
                <c:pt idx="968">
                  <c:v>4025.37</c:v>
                </c:pt>
                <c:pt idx="969">
                  <c:v>3938.93</c:v>
                </c:pt>
                <c:pt idx="970">
                  <c:v>3930.62</c:v>
                </c:pt>
                <c:pt idx="971">
                  <c:v>3943.59</c:v>
                </c:pt>
                <c:pt idx="972">
                  <c:v>4001.13</c:v>
                </c:pt>
                <c:pt idx="973">
                  <c:v>3865.71</c:v>
                </c:pt>
                <c:pt idx="974">
                  <c:v>3838.93</c:v>
                </c:pt>
                <c:pt idx="975">
                  <c:v>3796.77</c:v>
                </c:pt>
                <c:pt idx="976">
                  <c:v>3767.45</c:v>
                </c:pt>
                <c:pt idx="977">
                  <c:v>3774.72</c:v>
                </c:pt>
                <c:pt idx="978">
                  <c:v>3735.53</c:v>
                </c:pt>
                <c:pt idx="979">
                  <c:v>3735.53</c:v>
                </c:pt>
                <c:pt idx="980">
                  <c:v>3719.89</c:v>
                </c:pt>
                <c:pt idx="981">
                  <c:v>3789.1</c:v>
                </c:pt>
                <c:pt idx="982">
                  <c:v>3816.48</c:v>
                </c:pt>
                <c:pt idx="983">
                  <c:v>3877.54</c:v>
                </c:pt>
                <c:pt idx="984">
                  <c:v>3919.19</c:v>
                </c:pt>
                <c:pt idx="985">
                  <c:v>3749.68</c:v>
                </c:pt>
                <c:pt idx="986">
                  <c:v>3763.18</c:v>
                </c:pt>
                <c:pt idx="987">
                  <c:v>3720.73</c:v>
                </c:pt>
                <c:pt idx="988">
                  <c:v>3690.53</c:v>
                </c:pt>
                <c:pt idx="989">
                  <c:v>3715.72</c:v>
                </c:pt>
                <c:pt idx="990">
                  <c:v>3672.84</c:v>
                </c:pt>
                <c:pt idx="991">
                  <c:v>3609.85</c:v>
                </c:pt>
                <c:pt idx="992">
                  <c:v>3575.54</c:v>
                </c:pt>
                <c:pt idx="993">
                  <c:v>3513.23</c:v>
                </c:pt>
                <c:pt idx="994">
                  <c:v>3476.12</c:v>
                </c:pt>
                <c:pt idx="995">
                  <c:v>3470.32</c:v>
                </c:pt>
                <c:pt idx="996">
                  <c:v>3540.04</c:v>
                </c:pt>
                <c:pt idx="997">
                  <c:v>3464.22</c:v>
                </c:pt>
                <c:pt idx="998">
                  <c:v>3413.25</c:v>
                </c:pt>
                <c:pt idx="999">
                  <c:v>3501.94</c:v>
                </c:pt>
                <c:pt idx="1000">
                  <c:v>3611.83</c:v>
                </c:pt>
                <c:pt idx="1001">
                  <c:v>3604.39</c:v>
                </c:pt>
                <c:pt idx="1002">
                  <c:v>3568.81</c:v>
                </c:pt>
                <c:pt idx="1003">
                  <c:v>3466.52</c:v>
                </c:pt>
                <c:pt idx="1004">
                  <c:v>3438.74</c:v>
                </c:pt>
                <c:pt idx="1005">
                  <c:v>3414.6</c:v>
                </c:pt>
                <c:pt idx="1006">
                  <c:v>3404.26</c:v>
                </c:pt>
                <c:pt idx="1007">
                  <c:v>3489.24</c:v>
                </c:pt>
                <c:pt idx="1008">
                  <c:v>3404.51</c:v>
                </c:pt>
                <c:pt idx="1009">
                  <c:v>3497.58</c:v>
                </c:pt>
                <c:pt idx="1010">
                  <c:v>3538.37</c:v>
                </c:pt>
                <c:pt idx="1011">
                  <c:v>3512.6</c:v>
                </c:pt>
                <c:pt idx="1012">
                  <c:v>3486.05</c:v>
                </c:pt>
                <c:pt idx="1013">
                  <c:v>3567.19</c:v>
                </c:pt>
                <c:pt idx="1014">
                  <c:v>3607</c:v>
                </c:pt>
                <c:pt idx="1015">
                  <c:v>3668.93</c:v>
                </c:pt>
                <c:pt idx="1016">
                  <c:v>3642.04</c:v>
                </c:pt>
                <c:pt idx="1017">
                  <c:v>3620.72</c:v>
                </c:pt>
                <c:pt idx="1018">
                  <c:v>3708.01</c:v>
                </c:pt>
                <c:pt idx="1019">
                  <c:v>3680.53</c:v>
                </c:pt>
                <c:pt idx="1020">
                  <c:v>3666.65</c:v>
                </c:pt>
                <c:pt idx="1021">
                  <c:v>3572.1</c:v>
                </c:pt>
                <c:pt idx="1022">
                  <c:v>3534.59</c:v>
                </c:pt>
                <c:pt idx="1023">
                  <c:v>3579.62</c:v>
                </c:pt>
                <c:pt idx="1024">
                  <c:v>3613.25</c:v>
                </c:pt>
                <c:pt idx="1025">
                  <c:v>3633.8</c:v>
                </c:pt>
                <c:pt idx="1026">
                  <c:v>3555.65</c:v>
                </c:pt>
                <c:pt idx="1027">
                  <c:v>3758.24</c:v>
                </c:pt>
                <c:pt idx="1028">
                  <c:v>3796.41</c:v>
                </c:pt>
                <c:pt idx="1029">
                  <c:v>3760.66</c:v>
                </c:pt>
                <c:pt idx="1030">
                  <c:v>3796.23</c:v>
                </c:pt>
                <c:pt idx="1031">
                  <c:v>3761.44</c:v>
                </c:pt>
                <c:pt idx="1032">
                  <c:v>3747.33</c:v>
                </c:pt>
                <c:pt idx="1033">
                  <c:v>3764.73</c:v>
                </c:pt>
                <c:pt idx="1034">
                  <c:v>3747.93</c:v>
                </c:pt>
                <c:pt idx="1035">
                  <c:v>3798.56</c:v>
                </c:pt>
                <c:pt idx="1036">
                  <c:v>3822.16</c:v>
                </c:pt>
                <c:pt idx="1037">
                  <c:v>3822.16</c:v>
                </c:pt>
                <c:pt idx="1038">
                  <c:v>3820.79</c:v>
                </c:pt>
                <c:pt idx="1039">
                  <c:v>3761.5</c:v>
                </c:pt>
                <c:pt idx="1040">
                  <c:v>3754.84</c:v>
                </c:pt>
                <c:pt idx="1041">
                  <c:v>3873.16</c:v>
                </c:pt>
                <c:pt idx="1042">
                  <c:v>3871.41</c:v>
                </c:pt>
                <c:pt idx="1043">
                  <c:v>3866.08</c:v>
                </c:pt>
                <c:pt idx="1044">
                  <c:v>3793.59</c:v>
                </c:pt>
                <c:pt idx="1045">
                  <c:v>3737.42</c:v>
                </c:pt>
                <c:pt idx="1046">
                  <c:v>3730.87</c:v>
                </c:pt>
                <c:pt idx="1047">
                  <c:v>3760.23</c:v>
                </c:pt>
                <c:pt idx="1048">
                  <c:v>3732.29</c:v>
                </c:pt>
                <c:pt idx="1049">
                  <c:v>3786.35</c:v>
                </c:pt>
                <c:pt idx="1050">
                  <c:v>3815.12</c:v>
                </c:pt>
                <c:pt idx="1051">
                  <c:v>3792.11</c:v>
                </c:pt>
                <c:pt idx="1052">
                  <c:v>3695.81</c:v>
                </c:pt>
                <c:pt idx="1053">
                  <c:v>3654.41</c:v>
                </c:pt>
                <c:pt idx="1054">
                  <c:v>3619.87</c:v>
                </c:pt>
                <c:pt idx="1055">
                  <c:v>3624.2</c:v>
                </c:pt>
                <c:pt idx="1056">
                  <c:v>3678.36</c:v>
                </c:pt>
                <c:pt idx="1057">
                  <c:v>3624.64</c:v>
                </c:pt>
                <c:pt idx="1058">
                  <c:v>3644.92</c:v>
                </c:pt>
                <c:pt idx="1059">
                  <c:v>3644.92</c:v>
                </c:pt>
                <c:pt idx="1060">
                  <c:v>3629.28</c:v>
                </c:pt>
                <c:pt idx="1061">
                  <c:v>3585.35</c:v>
                </c:pt>
                <c:pt idx="1062">
                  <c:v>3649.38</c:v>
                </c:pt>
                <c:pt idx="1063">
                  <c:v>3640.19</c:v>
                </c:pt>
                <c:pt idx="1064">
                  <c:v>3640.19</c:v>
                </c:pt>
                <c:pt idx="1065">
                  <c:v>3624.41</c:v>
                </c:pt>
                <c:pt idx="1066">
                  <c:v>3653.1</c:v>
                </c:pt>
                <c:pt idx="1067">
                  <c:v>3609.44</c:v>
                </c:pt>
                <c:pt idx="1068">
                  <c:v>3691.21</c:v>
                </c:pt>
                <c:pt idx="1069">
                  <c:v>3689.95</c:v>
                </c:pt>
                <c:pt idx="1070">
                  <c:v>3716.14</c:v>
                </c:pt>
                <c:pt idx="1071">
                  <c:v>3765.38</c:v>
                </c:pt>
                <c:pt idx="1072">
                  <c:v>3779.02</c:v>
                </c:pt>
                <c:pt idx="1073">
                  <c:v>3795.29</c:v>
                </c:pt>
                <c:pt idx="1074">
                  <c:v>3795.29</c:v>
                </c:pt>
                <c:pt idx="1075">
                  <c:v>3789.1</c:v>
                </c:pt>
                <c:pt idx="1076">
                  <c:v>3730.8</c:v>
                </c:pt>
                <c:pt idx="1077">
                  <c:v>3701.15</c:v>
                </c:pt>
                <c:pt idx="1078">
                  <c:v>3772.94</c:v>
                </c:pt>
                <c:pt idx="1079">
                  <c:v>3819.87</c:v>
                </c:pt>
                <c:pt idx="1080">
                  <c:v>3815.87</c:v>
                </c:pt>
                <c:pt idx="1081">
                  <c:v>3815.29</c:v>
                </c:pt>
                <c:pt idx="1082">
                  <c:v>3858.98</c:v>
                </c:pt>
                <c:pt idx="1083">
                  <c:v>3871.11</c:v>
                </c:pt>
                <c:pt idx="1084">
                  <c:v>3818.89</c:v>
                </c:pt>
                <c:pt idx="1085">
                  <c:v>3875.93</c:v>
                </c:pt>
                <c:pt idx="1086">
                  <c:v>3918.34</c:v>
                </c:pt>
                <c:pt idx="1087">
                  <c:v>3978.45</c:v>
                </c:pt>
                <c:pt idx="1088">
                  <c:v>3935.11</c:v>
                </c:pt>
                <c:pt idx="1089">
                  <c:v>3909.39</c:v>
                </c:pt>
                <c:pt idx="1090">
                  <c:v>3959.8</c:v>
                </c:pt>
                <c:pt idx="1091">
                  <c:v>3915.84</c:v>
                </c:pt>
                <c:pt idx="1092">
                  <c:v>3880.04</c:v>
                </c:pt>
                <c:pt idx="1093">
                  <c:v>3886.71</c:v>
                </c:pt>
                <c:pt idx="1094">
                  <c:v>3931.16</c:v>
                </c:pt>
                <c:pt idx="1095">
                  <c:v>3932.57</c:v>
                </c:pt>
                <c:pt idx="1096">
                  <c:v>3948.53</c:v>
                </c:pt>
                <c:pt idx="1097">
                  <c:v>3893.82</c:v>
                </c:pt>
                <c:pt idx="1098">
                  <c:v>3880.38</c:v>
                </c:pt>
                <c:pt idx="1099">
                  <c:v>3880.38</c:v>
                </c:pt>
                <c:pt idx="1100">
                  <c:v>3801.4</c:v>
                </c:pt>
                <c:pt idx="1101">
                  <c:v>3797.43</c:v>
                </c:pt>
                <c:pt idx="1102">
                  <c:v>3817.14</c:v>
                </c:pt>
                <c:pt idx="1103">
                  <c:v>3775.92</c:v>
                </c:pt>
                <c:pt idx="1104">
                  <c:v>3787.74</c:v>
                </c:pt>
                <c:pt idx="1105">
                  <c:v>3776.88</c:v>
                </c:pt>
                <c:pt idx="1106">
                  <c:v>3759.23</c:v>
                </c:pt>
                <c:pt idx="1107">
                  <c:v>3787.6</c:v>
                </c:pt>
                <c:pt idx="1108">
                  <c:v>3849.52</c:v>
                </c:pt>
                <c:pt idx="1109">
                  <c:v>3850.23</c:v>
                </c:pt>
                <c:pt idx="1110">
                  <c:v>3791.96</c:v>
                </c:pt>
                <c:pt idx="1111">
                  <c:v>3796.95</c:v>
                </c:pt>
                <c:pt idx="1112">
                  <c:v>3724.71</c:v>
                </c:pt>
                <c:pt idx="1113">
                  <c:v>3666.88</c:v>
                </c:pt>
                <c:pt idx="1114">
                  <c:v>3661.35</c:v>
                </c:pt>
                <c:pt idx="1115">
                  <c:v>3723.24</c:v>
                </c:pt>
                <c:pt idx="1116">
                  <c:v>3696.67</c:v>
                </c:pt>
                <c:pt idx="1117">
                  <c:v>3761.95</c:v>
                </c:pt>
                <c:pt idx="1118">
                  <c:v>3719.75</c:v>
                </c:pt>
                <c:pt idx="1119">
                  <c:v>3752.2</c:v>
                </c:pt>
                <c:pt idx="1120">
                  <c:v>3803.22</c:v>
                </c:pt>
                <c:pt idx="1121">
                  <c:v>3738.96</c:v>
                </c:pt>
                <c:pt idx="1122">
                  <c:v>3749.97</c:v>
                </c:pt>
                <c:pt idx="1123">
                  <c:v>3769.62</c:v>
                </c:pt>
                <c:pt idx="1124">
                  <c:v>3776.7</c:v>
                </c:pt>
                <c:pt idx="1125">
                  <c:v>3770.45</c:v>
                </c:pt>
                <c:pt idx="1126">
                  <c:v>3825.12</c:v>
                </c:pt>
                <c:pt idx="1127">
                  <c:v>3847.42</c:v>
                </c:pt>
                <c:pt idx="1128">
                  <c:v>3904.8</c:v>
                </c:pt>
                <c:pt idx="1129">
                  <c:v>3917.19</c:v>
                </c:pt>
                <c:pt idx="1130">
                  <c:v>3893.46</c:v>
                </c:pt>
                <c:pt idx="1131">
                  <c:v>3880.78</c:v>
                </c:pt>
                <c:pt idx="1132">
                  <c:v>3894.04</c:v>
                </c:pt>
                <c:pt idx="1133">
                  <c:v>3894.04</c:v>
                </c:pt>
                <c:pt idx="1134">
                  <c:v>3898.53</c:v>
                </c:pt>
                <c:pt idx="1135">
                  <c:v>3899.37</c:v>
                </c:pt>
                <c:pt idx="1136">
                  <c:v>3882.59</c:v>
                </c:pt>
                <c:pt idx="1137">
                  <c:v>3934.7</c:v>
                </c:pt>
                <c:pt idx="1138">
                  <c:v>3926.34</c:v>
                </c:pt>
                <c:pt idx="1139">
                  <c:v>3939.46</c:v>
                </c:pt>
                <c:pt idx="1140">
                  <c:v>3943.31</c:v>
                </c:pt>
                <c:pt idx="1141">
                  <c:v>3942.55</c:v>
                </c:pt>
                <c:pt idx="1142">
                  <c:v>3918.66</c:v>
                </c:pt>
                <c:pt idx="1143">
                  <c:v>3921.65</c:v>
                </c:pt>
                <c:pt idx="1144">
                  <c:v>3924.03</c:v>
                </c:pt>
                <c:pt idx="1145">
                  <c:v>3859.71</c:v>
                </c:pt>
                <c:pt idx="1146">
                  <c:v>3845.06</c:v>
                </c:pt>
                <c:pt idx="1147">
                  <c:v>3919.27</c:v>
                </c:pt>
                <c:pt idx="1148">
                  <c:v>3950.69</c:v>
                </c:pt>
                <c:pt idx="1149">
                  <c:v>3949.4</c:v>
                </c:pt>
                <c:pt idx="1150">
                  <c:v>3902.76</c:v>
                </c:pt>
                <c:pt idx="1151">
                  <c:v>3876.49</c:v>
                </c:pt>
                <c:pt idx="1152">
                  <c:v>3848.94</c:v>
                </c:pt>
                <c:pt idx="1153">
                  <c:v>3920.51</c:v>
                </c:pt>
                <c:pt idx="1154">
                  <c:v>3923.99</c:v>
                </c:pt>
                <c:pt idx="1155">
                  <c:v>3906.73</c:v>
                </c:pt>
                <c:pt idx="1156">
                  <c:v>3925.46</c:v>
                </c:pt>
                <c:pt idx="1157">
                  <c:v>3918.98</c:v>
                </c:pt>
                <c:pt idx="1158">
                  <c:v>3911.63</c:v>
                </c:pt>
                <c:pt idx="1159">
                  <c:v>3924.93</c:v>
                </c:pt>
                <c:pt idx="1160">
                  <c:v>3897.5</c:v>
                </c:pt>
                <c:pt idx="1161">
                  <c:v>3944.82</c:v>
                </c:pt>
                <c:pt idx="1162">
                  <c:v>3983.36</c:v>
                </c:pt>
                <c:pt idx="1163">
                  <c:v>3976.57</c:v>
                </c:pt>
                <c:pt idx="1164">
                  <c:v>3979.52</c:v>
                </c:pt>
                <c:pt idx="1165">
                  <c:v>3934.67</c:v>
                </c:pt>
                <c:pt idx="1166">
                  <c:v>3906.98</c:v>
                </c:pt>
                <c:pt idx="1167">
                  <c:v>3938.3</c:v>
                </c:pt>
                <c:pt idx="1168">
                  <c:v>3991.92</c:v>
                </c:pt>
                <c:pt idx="1169">
                  <c:v>3991.92</c:v>
                </c:pt>
                <c:pt idx="1170">
                  <c:v>3992.4</c:v>
                </c:pt>
                <c:pt idx="1171">
                  <c:v>3969.21</c:v>
                </c:pt>
                <c:pt idx="1172">
                  <c:v>4008.89</c:v>
                </c:pt>
                <c:pt idx="1173">
                  <c:v>4068.57</c:v>
                </c:pt>
                <c:pt idx="1174">
                  <c:v>4060.8</c:v>
                </c:pt>
                <c:pt idx="1175">
                  <c:v>4070.95</c:v>
                </c:pt>
                <c:pt idx="1176">
                  <c:v>4053.44</c:v>
                </c:pt>
                <c:pt idx="1177">
                  <c:v>4078.87</c:v>
                </c:pt>
                <c:pt idx="1178">
                  <c:v>4083.07</c:v>
                </c:pt>
                <c:pt idx="1179">
                  <c:v>4122.6000000000004</c:v>
                </c:pt>
                <c:pt idx="1180">
                  <c:v>4151.84</c:v>
                </c:pt>
                <c:pt idx="1181">
                  <c:v>4154.99</c:v>
                </c:pt>
                <c:pt idx="1182">
                  <c:v>4206.24</c:v>
                </c:pt>
                <c:pt idx="1183">
                  <c:v>4190.29</c:v>
                </c:pt>
                <c:pt idx="1184">
                  <c:v>4190.29</c:v>
                </c:pt>
                <c:pt idx="1185">
                  <c:v>4169.99</c:v>
                </c:pt>
                <c:pt idx="1186">
                  <c:v>4146.7</c:v>
                </c:pt>
                <c:pt idx="1187">
                  <c:v>4161.96</c:v>
                </c:pt>
                <c:pt idx="1188">
                  <c:v>4129.54</c:v>
                </c:pt>
                <c:pt idx="1189">
                  <c:v>4111.57</c:v>
                </c:pt>
                <c:pt idx="1190">
                  <c:v>4160.04</c:v>
                </c:pt>
                <c:pt idx="1191">
                  <c:v>4160.34</c:v>
                </c:pt>
                <c:pt idx="1192">
                  <c:v>4177.82</c:v>
                </c:pt>
                <c:pt idx="1193">
                  <c:v>4228.59</c:v>
                </c:pt>
                <c:pt idx="1194">
                  <c:v>4234.57</c:v>
                </c:pt>
                <c:pt idx="1195">
                  <c:v>4234.57</c:v>
                </c:pt>
                <c:pt idx="1196">
                  <c:v>4225.88</c:v>
                </c:pt>
                <c:pt idx="1197">
                  <c:v>4190.08</c:v>
                </c:pt>
                <c:pt idx="1198">
                  <c:v>4180.1099999999997</c:v>
                </c:pt>
                <c:pt idx="1199">
                  <c:v>4191.78</c:v>
                </c:pt>
                <c:pt idx="1200">
                  <c:v>4223.17</c:v>
                </c:pt>
                <c:pt idx="1201">
                  <c:v>4253.8500000000004</c:v>
                </c:pt>
                <c:pt idx="1202">
                  <c:v>4292.8</c:v>
                </c:pt>
                <c:pt idx="1203">
                  <c:v>4287.1000000000004</c:v>
                </c:pt>
                <c:pt idx="1204">
                  <c:v>4306.3100000000004</c:v>
                </c:pt>
                <c:pt idx="1205">
                  <c:v>4336.95</c:v>
                </c:pt>
                <c:pt idx="1206">
                  <c:v>4347.8500000000004</c:v>
                </c:pt>
                <c:pt idx="1207">
                  <c:v>4315</c:v>
                </c:pt>
                <c:pt idx="1208">
                  <c:v>4316.5200000000004</c:v>
                </c:pt>
                <c:pt idx="1209">
                  <c:v>4332.45</c:v>
                </c:pt>
                <c:pt idx="1210">
                  <c:v>4345.12</c:v>
                </c:pt>
                <c:pt idx="1211">
                  <c:v>4345.3500000000004</c:v>
                </c:pt>
                <c:pt idx="1212">
                  <c:v>4316.67</c:v>
                </c:pt>
                <c:pt idx="1213">
                  <c:v>4361.37</c:v>
                </c:pt>
                <c:pt idx="1214">
                  <c:v>4370.1000000000004</c:v>
                </c:pt>
                <c:pt idx="1215">
                  <c:v>4357.8599999999997</c:v>
                </c:pt>
                <c:pt idx="1216">
                  <c:v>4294.62</c:v>
                </c:pt>
                <c:pt idx="1217">
                  <c:v>4284.6499999999996</c:v>
                </c:pt>
                <c:pt idx="1218">
                  <c:v>4261.5</c:v>
                </c:pt>
                <c:pt idx="1219">
                  <c:v>4298.62</c:v>
                </c:pt>
                <c:pt idx="1220">
                  <c:v>4278.4799999999996</c:v>
                </c:pt>
                <c:pt idx="1221">
                  <c:v>4247.46</c:v>
                </c:pt>
                <c:pt idx="1222">
                  <c:v>4248.84</c:v>
                </c:pt>
                <c:pt idx="1223">
                  <c:v>4243.08</c:v>
                </c:pt>
                <c:pt idx="1224">
                  <c:v>4267.34</c:v>
                </c:pt>
                <c:pt idx="1225">
                  <c:v>4217.6400000000003</c:v>
                </c:pt>
                <c:pt idx="1226">
                  <c:v>4185.5600000000004</c:v>
                </c:pt>
                <c:pt idx="1227">
                  <c:v>4151.67</c:v>
                </c:pt>
                <c:pt idx="1228">
                  <c:v>4152.3500000000004</c:v>
                </c:pt>
                <c:pt idx="1229">
                  <c:v>4181</c:v>
                </c:pt>
                <c:pt idx="1230">
                  <c:v>4169.7700000000004</c:v>
                </c:pt>
                <c:pt idx="1231">
                  <c:v>4216.5600000000004</c:v>
                </c:pt>
                <c:pt idx="1232">
                  <c:v>4158.1499999999996</c:v>
                </c:pt>
                <c:pt idx="1233">
                  <c:v>4186.43</c:v>
                </c:pt>
                <c:pt idx="1234">
                  <c:v>4212.68</c:v>
                </c:pt>
                <c:pt idx="1235">
                  <c:v>4275.76</c:v>
                </c:pt>
                <c:pt idx="1236">
                  <c:v>4293.4399999999996</c:v>
                </c:pt>
                <c:pt idx="1237">
                  <c:v>4288.8100000000004</c:v>
                </c:pt>
                <c:pt idx="1238">
                  <c:v>4298.18</c:v>
                </c:pt>
                <c:pt idx="1239">
                  <c:v>4298.18</c:v>
                </c:pt>
                <c:pt idx="1240">
                  <c:v>4280.6400000000003</c:v>
                </c:pt>
                <c:pt idx="1241">
                  <c:v>4250.7</c:v>
                </c:pt>
                <c:pt idx="1242">
                  <c:v>4237.26</c:v>
                </c:pt>
                <c:pt idx="1243">
                  <c:v>4243.2299999999996</c:v>
                </c:pt>
                <c:pt idx="1244">
                  <c:v>4272.87</c:v>
                </c:pt>
                <c:pt idx="1245">
                  <c:v>4248.09</c:v>
                </c:pt>
                <c:pt idx="1246">
                  <c:v>4251.67</c:v>
                </c:pt>
                <c:pt idx="1247">
                  <c:v>4286.24</c:v>
                </c:pt>
                <c:pt idx="1248">
                  <c:v>4234.45</c:v>
                </c:pt>
                <c:pt idx="1249">
                  <c:v>4236.7</c:v>
                </c:pt>
                <c:pt idx="1250">
                  <c:v>4227.1400000000003</c:v>
                </c:pt>
                <c:pt idx="1251">
                  <c:v>4188.04</c:v>
                </c:pt>
                <c:pt idx="1252">
                  <c:v>4117.3900000000003</c:v>
                </c:pt>
                <c:pt idx="1253">
                  <c:v>4109.04</c:v>
                </c:pt>
                <c:pt idx="1254">
                  <c:v>4125.74</c:v>
                </c:pt>
                <c:pt idx="1255">
                  <c:v>4065.23</c:v>
                </c:pt>
                <c:pt idx="1256">
                  <c:v>4068.17</c:v>
                </c:pt>
                <c:pt idx="1257">
                  <c:v>4093.32</c:v>
                </c:pt>
                <c:pt idx="1258">
                  <c:v>4083.33</c:v>
                </c:pt>
                <c:pt idx="1259">
                  <c:v>4082.41</c:v>
                </c:pt>
                <c:pt idx="1260">
                  <c:v>4024.57</c:v>
                </c:pt>
                <c:pt idx="1261">
                  <c:v>4057.78</c:v>
                </c:pt>
                <c:pt idx="1262">
                  <c:v>4051.93</c:v>
                </c:pt>
                <c:pt idx="1263">
                  <c:v>4101.68</c:v>
                </c:pt>
                <c:pt idx="1264">
                  <c:v>4128.16</c:v>
                </c:pt>
                <c:pt idx="1265">
                  <c:v>4150.8100000000004</c:v>
                </c:pt>
                <c:pt idx="1266">
                  <c:v>4168.5200000000004</c:v>
                </c:pt>
                <c:pt idx="1267">
                  <c:v>4140.87</c:v>
                </c:pt>
                <c:pt idx="1268">
                  <c:v>4118.49</c:v>
                </c:pt>
                <c:pt idx="1269">
                  <c:v>4163.28</c:v>
                </c:pt>
                <c:pt idx="1270">
                  <c:v>4163.37</c:v>
                </c:pt>
                <c:pt idx="1271">
                  <c:v>4105.8100000000004</c:v>
                </c:pt>
                <c:pt idx="1272">
                  <c:v>4069.47</c:v>
                </c:pt>
                <c:pt idx="1273">
                  <c:v>4017.51</c:v>
                </c:pt>
                <c:pt idx="1274">
                  <c:v>4010.07</c:v>
                </c:pt>
                <c:pt idx="1275">
                  <c:v>4039.86</c:v>
                </c:pt>
                <c:pt idx="1276">
                  <c:v>3978.22</c:v>
                </c:pt>
                <c:pt idx="1277">
                  <c:v>3931.72</c:v>
                </c:pt>
                <c:pt idx="1278">
                  <c:v>3913.35</c:v>
                </c:pt>
                <c:pt idx="1279">
                  <c:v>3959.25</c:v>
                </c:pt>
                <c:pt idx="1280">
                  <c:v>3985.59</c:v>
                </c:pt>
                <c:pt idx="1281">
                  <c:v>4026.89</c:v>
                </c:pt>
                <c:pt idx="1282">
                  <c:v>4104.12</c:v>
                </c:pt>
                <c:pt idx="1283">
                  <c:v>4145.42</c:v>
                </c:pt>
                <c:pt idx="1284">
                  <c:v>4151.08</c:v>
                </c:pt>
                <c:pt idx="1285">
                  <c:v>4165.59</c:v>
                </c:pt>
                <c:pt idx="1286">
                  <c:v>4169.01</c:v>
                </c:pt>
                <c:pt idx="1287">
                  <c:v>4134.3100000000004</c:v>
                </c:pt>
                <c:pt idx="1288">
                  <c:v>4198.58</c:v>
                </c:pt>
                <c:pt idx="1289">
                  <c:v>4195.49</c:v>
                </c:pt>
                <c:pt idx="1290">
                  <c:v>4278.79</c:v>
                </c:pt>
                <c:pt idx="1291">
                  <c:v>4285.63</c:v>
                </c:pt>
                <c:pt idx="1292">
                  <c:v>4288.91</c:v>
                </c:pt>
                <c:pt idx="1293">
                  <c:v>4295.72</c:v>
                </c:pt>
                <c:pt idx="1294">
                  <c:v>4327.91</c:v>
                </c:pt>
                <c:pt idx="1295">
                  <c:v>4318.6099999999997</c:v>
                </c:pt>
                <c:pt idx="1296">
                  <c:v>4336.26</c:v>
                </c:pt>
                <c:pt idx="1297">
                  <c:v>4336.26</c:v>
                </c:pt>
                <c:pt idx="1298">
                  <c:v>4339.6499999999996</c:v>
                </c:pt>
                <c:pt idx="1299">
                  <c:v>4331.9399999999996</c:v>
                </c:pt>
                <c:pt idx="1300">
                  <c:v>4336.78</c:v>
                </c:pt>
                <c:pt idx="1301">
                  <c:v>4335.93</c:v>
                </c:pt>
                <c:pt idx="1302">
                  <c:v>4352.8599999999997</c:v>
                </c:pt>
                <c:pt idx="1303">
                  <c:v>4381.1099999999997</c:v>
                </c:pt>
                <c:pt idx="1304">
                  <c:v>4357.47</c:v>
                </c:pt>
                <c:pt idx="1305">
                  <c:v>4354.09</c:v>
                </c:pt>
                <c:pt idx="1306">
                  <c:v>4336.97</c:v>
                </c:pt>
                <c:pt idx="1307">
                  <c:v>4371.3100000000004</c:v>
                </c:pt>
                <c:pt idx="1308">
                  <c:v>4390.41</c:v>
                </c:pt>
                <c:pt idx="1309">
                  <c:v>4408.34</c:v>
                </c:pt>
                <c:pt idx="1310">
                  <c:v>4428.51</c:v>
                </c:pt>
                <c:pt idx="1311">
                  <c:v>4490.12</c:v>
                </c:pt>
                <c:pt idx="1312">
                  <c:v>4505.54</c:v>
                </c:pt>
                <c:pt idx="1313">
                  <c:v>4504.78</c:v>
                </c:pt>
                <c:pt idx="1314">
                  <c:v>4525.09</c:v>
                </c:pt>
                <c:pt idx="1315">
                  <c:v>4552.49</c:v>
                </c:pt>
                <c:pt idx="1316">
                  <c:v>4484.6899999999996</c:v>
                </c:pt>
                <c:pt idx="1317">
                  <c:v>4531.6499999999996</c:v>
                </c:pt>
                <c:pt idx="1318">
                  <c:v>4539.0600000000004</c:v>
                </c:pt>
                <c:pt idx="1319">
                  <c:v>4539.0600000000004</c:v>
                </c:pt>
                <c:pt idx="1320">
                  <c:v>4558.8500000000004</c:v>
                </c:pt>
                <c:pt idx="1321">
                  <c:v>4565.1899999999996</c:v>
                </c:pt>
                <c:pt idx="1322">
                  <c:v>4566.62</c:v>
                </c:pt>
                <c:pt idx="1323">
                  <c:v>4552.01</c:v>
                </c:pt>
                <c:pt idx="1324">
                  <c:v>4552.01</c:v>
                </c:pt>
                <c:pt idx="1325">
                  <c:v>4521.92</c:v>
                </c:pt>
                <c:pt idx="1326">
                  <c:v>4483.1400000000003</c:v>
                </c:pt>
                <c:pt idx="1327">
                  <c:v>4468.47</c:v>
                </c:pt>
                <c:pt idx="1328">
                  <c:v>4476.43</c:v>
                </c:pt>
                <c:pt idx="1329">
                  <c:v>4541.6099999999997</c:v>
                </c:pt>
                <c:pt idx="1330">
                  <c:v>4534.8599999999997</c:v>
                </c:pt>
                <c:pt idx="1331">
                  <c:v>4560.03</c:v>
                </c:pt>
                <c:pt idx="1332">
                  <c:v>4557.03</c:v>
                </c:pt>
                <c:pt idx="1333">
                  <c:v>4560.5</c:v>
                </c:pt>
                <c:pt idx="1334">
                  <c:v>4560.5</c:v>
                </c:pt>
                <c:pt idx="1335">
                  <c:v>4542.99</c:v>
                </c:pt>
                <c:pt idx="1336">
                  <c:v>4517.09</c:v>
                </c:pt>
                <c:pt idx="1337">
                  <c:v>4556.7700000000004</c:v>
                </c:pt>
                <c:pt idx="1338">
                  <c:v>4614.26</c:v>
                </c:pt>
                <c:pt idx="1339">
                  <c:v>4626.8</c:v>
                </c:pt>
                <c:pt idx="1340">
                  <c:v>4639.51</c:v>
                </c:pt>
                <c:pt idx="1341">
                  <c:v>4641.46</c:v>
                </c:pt>
                <c:pt idx="1342">
                  <c:v>4664.07</c:v>
                </c:pt>
                <c:pt idx="1343">
                  <c:v>4661.76</c:v>
                </c:pt>
                <c:pt idx="1344">
                  <c:v>4699.37</c:v>
                </c:pt>
                <c:pt idx="1345">
                  <c:v>4695.33</c:v>
                </c:pt>
                <c:pt idx="1346">
                  <c:v>4618.8999999999996</c:v>
                </c:pt>
                <c:pt idx="1347">
                  <c:v>4676.8500000000004</c:v>
                </c:pt>
                <c:pt idx="1348">
                  <c:v>4726.29</c:v>
                </c:pt>
                <c:pt idx="1349">
                  <c:v>4710.07</c:v>
                </c:pt>
                <c:pt idx="1350">
                  <c:v>4722.29</c:v>
                </c:pt>
                <c:pt idx="1351">
                  <c:v>4761.3</c:v>
                </c:pt>
                <c:pt idx="1352">
                  <c:v>4766.07</c:v>
                </c:pt>
                <c:pt idx="1353">
                  <c:v>4794.47</c:v>
                </c:pt>
                <c:pt idx="1354">
                  <c:v>4790.09</c:v>
                </c:pt>
                <c:pt idx="1355">
                  <c:v>4723.7299999999996</c:v>
                </c:pt>
                <c:pt idx="1356">
                  <c:v>4771.83</c:v>
                </c:pt>
                <c:pt idx="1357">
                  <c:v>4799.8500000000004</c:v>
                </c:pt>
                <c:pt idx="1358">
                  <c:v>4775.1000000000004</c:v>
                </c:pt>
                <c:pt idx="1359">
                  <c:v>4775.1000000000004</c:v>
                </c:pt>
                <c:pt idx="1360">
                  <c:v>4744.28</c:v>
                </c:pt>
                <c:pt idx="1361">
                  <c:v>4747.7299999999996</c:v>
                </c:pt>
                <c:pt idx="1362">
                  <c:v>4849.0200000000004</c:v>
                </c:pt>
                <c:pt idx="1363">
                  <c:v>4849.54</c:v>
                </c:pt>
                <c:pt idx="1364">
                  <c:v>4833.3599999999997</c:v>
                </c:pt>
                <c:pt idx="1365">
                  <c:v>4842.24</c:v>
                </c:pt>
                <c:pt idx="1366">
                  <c:v>4833.7299999999996</c:v>
                </c:pt>
                <c:pt idx="1367">
                  <c:v>4859.2299999999996</c:v>
                </c:pt>
                <c:pt idx="1368">
                  <c:v>4898.4799999999996</c:v>
                </c:pt>
                <c:pt idx="1369">
                  <c:v>4893.49</c:v>
                </c:pt>
                <c:pt idx="1370">
                  <c:v>4841.42</c:v>
                </c:pt>
                <c:pt idx="1371">
                  <c:v>4868.1400000000003</c:v>
                </c:pt>
                <c:pt idx="1372">
                  <c:v>4919.01</c:v>
                </c:pt>
                <c:pt idx="1373">
                  <c:v>4886.04</c:v>
                </c:pt>
                <c:pt idx="1374">
                  <c:v>4879.68</c:v>
                </c:pt>
                <c:pt idx="1375">
                  <c:v>4934.2</c:v>
                </c:pt>
                <c:pt idx="1376">
                  <c:v>4925.3999999999996</c:v>
                </c:pt>
                <c:pt idx="1377">
                  <c:v>4908.92</c:v>
                </c:pt>
                <c:pt idx="1378">
                  <c:v>4876.3500000000004</c:v>
                </c:pt>
                <c:pt idx="1379">
                  <c:v>4906.8999999999996</c:v>
                </c:pt>
                <c:pt idx="1380">
                  <c:v>4934.0600000000004</c:v>
                </c:pt>
                <c:pt idx="1381">
                  <c:v>4979.53</c:v>
                </c:pt>
                <c:pt idx="1382">
                  <c:v>4996.9799999999996</c:v>
                </c:pt>
                <c:pt idx="1383">
                  <c:v>4989.1400000000003</c:v>
                </c:pt>
                <c:pt idx="1384">
                  <c:v>4975.28</c:v>
                </c:pt>
                <c:pt idx="1385">
                  <c:v>4962.18</c:v>
                </c:pt>
                <c:pt idx="1386">
                  <c:v>5003.1499999999996</c:v>
                </c:pt>
                <c:pt idx="1387">
                  <c:v>5008.17</c:v>
                </c:pt>
                <c:pt idx="1388">
                  <c:v>5008.17</c:v>
                </c:pt>
                <c:pt idx="1389">
                  <c:v>4997.3599999999997</c:v>
                </c:pt>
                <c:pt idx="1390">
                  <c:v>4960.6099999999997</c:v>
                </c:pt>
                <c:pt idx="1391">
                  <c:v>4966.84</c:v>
                </c:pt>
                <c:pt idx="1392">
                  <c:v>4905.74</c:v>
                </c:pt>
                <c:pt idx="1393">
                  <c:v>4960.8100000000004</c:v>
                </c:pt>
                <c:pt idx="1394">
                  <c:v>4959.76</c:v>
                </c:pt>
                <c:pt idx="1395">
                  <c:v>4966.5</c:v>
                </c:pt>
                <c:pt idx="1396">
                  <c:v>4919.59</c:v>
                </c:pt>
                <c:pt idx="1397">
                  <c:v>4956.47</c:v>
                </c:pt>
                <c:pt idx="1398">
                  <c:v>4882.91</c:v>
                </c:pt>
                <c:pt idx="1399">
                  <c:v>4821.68</c:v>
                </c:pt>
                <c:pt idx="1400">
                  <c:v>4811.7700000000004</c:v>
                </c:pt>
                <c:pt idx="1401">
                  <c:v>4782.78</c:v>
                </c:pt>
                <c:pt idx="1402">
                  <c:v>4771.97</c:v>
                </c:pt>
                <c:pt idx="1403">
                  <c:v>4729.08</c:v>
                </c:pt>
                <c:pt idx="1404">
                  <c:v>4770.6000000000004</c:v>
                </c:pt>
                <c:pt idx="1405">
                  <c:v>4830.04</c:v>
                </c:pt>
                <c:pt idx="1406">
                  <c:v>4830.8999999999996</c:v>
                </c:pt>
                <c:pt idx="1407">
                  <c:v>4809.72</c:v>
                </c:pt>
                <c:pt idx="1408">
                  <c:v>4859.58</c:v>
                </c:pt>
                <c:pt idx="1409">
                  <c:v>4875.6899999999996</c:v>
                </c:pt>
                <c:pt idx="1410">
                  <c:v>4797.68</c:v>
                </c:pt>
                <c:pt idx="1411">
                  <c:v>4782.12</c:v>
                </c:pt>
                <c:pt idx="1412">
                  <c:v>4827.7700000000004</c:v>
                </c:pt>
                <c:pt idx="1413">
                  <c:v>4887.17</c:v>
                </c:pt>
                <c:pt idx="1414">
                  <c:v>4938.83</c:v>
                </c:pt>
                <c:pt idx="1415">
                  <c:v>4943.72</c:v>
                </c:pt>
                <c:pt idx="1416">
                  <c:v>4942.78</c:v>
                </c:pt>
                <c:pt idx="1417">
                  <c:v>4967.82</c:v>
                </c:pt>
                <c:pt idx="1418">
                  <c:v>4974.9799999999996</c:v>
                </c:pt>
                <c:pt idx="1419">
                  <c:v>4973.3900000000003</c:v>
                </c:pt>
                <c:pt idx="1420">
                  <c:v>4998.1899999999996</c:v>
                </c:pt>
                <c:pt idx="1421">
                  <c:v>5058.34</c:v>
                </c:pt>
                <c:pt idx="1422">
                  <c:v>5047.17</c:v>
                </c:pt>
                <c:pt idx="1423">
                  <c:v>5053.45</c:v>
                </c:pt>
                <c:pt idx="1424">
                  <c:v>5059.09</c:v>
                </c:pt>
                <c:pt idx="1425">
                  <c:v>5070.03</c:v>
                </c:pt>
                <c:pt idx="1426">
                  <c:v>5055.16</c:v>
                </c:pt>
                <c:pt idx="1427">
                  <c:v>5016.8100000000004</c:v>
                </c:pt>
                <c:pt idx="1428">
                  <c:v>5051.83</c:v>
                </c:pt>
                <c:pt idx="1429">
                  <c:v>5051.83</c:v>
                </c:pt>
                <c:pt idx="1430">
                  <c:v>5051.6400000000003</c:v>
                </c:pt>
                <c:pt idx="1431">
                  <c:v>5014.18</c:v>
                </c:pt>
                <c:pt idx="1432">
                  <c:v>4983.6400000000003</c:v>
                </c:pt>
                <c:pt idx="1433">
                  <c:v>5019.5</c:v>
                </c:pt>
                <c:pt idx="1434">
                  <c:v>5023.7</c:v>
                </c:pt>
                <c:pt idx="1435">
                  <c:v>5030.1000000000004</c:v>
                </c:pt>
                <c:pt idx="1436">
                  <c:v>5091.07</c:v>
                </c:pt>
                <c:pt idx="1437">
                  <c:v>5089.3900000000003</c:v>
                </c:pt>
                <c:pt idx="1438">
                  <c:v>5082.16</c:v>
                </c:pt>
                <c:pt idx="1439">
                  <c:v>5097.32</c:v>
                </c:pt>
                <c:pt idx="1440">
                  <c:v>5110.79</c:v>
                </c:pt>
                <c:pt idx="1441">
                  <c:v>5155.3999999999996</c:v>
                </c:pt>
                <c:pt idx="1442">
                  <c:v>5165.1000000000004</c:v>
                </c:pt>
                <c:pt idx="1443">
                  <c:v>5162.18</c:v>
                </c:pt>
                <c:pt idx="1444">
                  <c:v>5201.6400000000003</c:v>
                </c:pt>
                <c:pt idx="1445">
                  <c:v>5215.38</c:v>
                </c:pt>
                <c:pt idx="1446">
                  <c:v>5215.38</c:v>
                </c:pt>
                <c:pt idx="1447">
                  <c:v>5201.82</c:v>
                </c:pt>
                <c:pt idx="1448">
                  <c:v>5193.76</c:v>
                </c:pt>
                <c:pt idx="1449">
                  <c:v>5177.6499999999996</c:v>
                </c:pt>
                <c:pt idx="1450">
                  <c:v>5198.75</c:v>
                </c:pt>
                <c:pt idx="1451">
                  <c:v>5206.8599999999997</c:v>
                </c:pt>
                <c:pt idx="1452">
                  <c:v>5213.66</c:v>
                </c:pt>
                <c:pt idx="1453">
                  <c:v>5192.9399999999996</c:v>
                </c:pt>
                <c:pt idx="1454">
                  <c:v>5206.3599999999997</c:v>
                </c:pt>
                <c:pt idx="1455">
                  <c:v>5238.21</c:v>
                </c:pt>
                <c:pt idx="1456">
                  <c:v>5265.14</c:v>
                </c:pt>
                <c:pt idx="1457">
                  <c:v>5265.14</c:v>
                </c:pt>
                <c:pt idx="1458">
                  <c:v>5293.49</c:v>
                </c:pt>
                <c:pt idx="1459">
                  <c:v>5299.16</c:v>
                </c:pt>
                <c:pt idx="1460">
                  <c:v>5302.04</c:v>
                </c:pt>
                <c:pt idx="1461">
                  <c:v>5355.07</c:v>
                </c:pt>
                <c:pt idx="1462">
                  <c:v>5310.73</c:v>
                </c:pt>
                <c:pt idx="1463">
                  <c:v>5341.38</c:v>
                </c:pt>
                <c:pt idx="1464">
                  <c:v>5357.46</c:v>
                </c:pt>
                <c:pt idx="1465">
                  <c:v>5393.3</c:v>
                </c:pt>
                <c:pt idx="1466">
                  <c:v>5314.31</c:v>
                </c:pt>
                <c:pt idx="1467">
                  <c:v>5271.74</c:v>
                </c:pt>
                <c:pt idx="1468">
                  <c:v>5236.3100000000004</c:v>
                </c:pt>
                <c:pt idx="1469">
                  <c:v>5293.56</c:v>
                </c:pt>
                <c:pt idx="1470">
                  <c:v>5286.19</c:v>
                </c:pt>
                <c:pt idx="1471">
                  <c:v>5160.6899999999996</c:v>
                </c:pt>
                <c:pt idx="1472">
                  <c:v>5136.5600000000004</c:v>
                </c:pt>
                <c:pt idx="1473">
                  <c:v>5193.75</c:v>
                </c:pt>
                <c:pt idx="1474">
                  <c:v>5197.49</c:v>
                </c:pt>
                <c:pt idx="1475">
                  <c:v>5171.3599999999997</c:v>
                </c:pt>
                <c:pt idx="1476">
                  <c:v>5253.78</c:v>
                </c:pt>
                <c:pt idx="1477">
                  <c:v>5178.8999999999996</c:v>
                </c:pt>
                <c:pt idx="1478">
                  <c:v>5081.51</c:v>
                </c:pt>
                <c:pt idx="1479">
                  <c:v>4929.79</c:v>
                </c:pt>
                <c:pt idx="1480">
                  <c:v>4980.7299999999996</c:v>
                </c:pt>
                <c:pt idx="1481">
                  <c:v>4941.6099999999997</c:v>
                </c:pt>
                <c:pt idx="1482">
                  <c:v>5057.7</c:v>
                </c:pt>
                <c:pt idx="1483">
                  <c:v>5081.82</c:v>
                </c:pt>
                <c:pt idx="1484">
                  <c:v>5081.22</c:v>
                </c:pt>
                <c:pt idx="1485">
                  <c:v>5168.09</c:v>
                </c:pt>
                <c:pt idx="1486">
                  <c:v>5187.5200000000004</c:v>
                </c:pt>
                <c:pt idx="1487">
                  <c:v>5272.96</c:v>
                </c:pt>
                <c:pt idx="1488">
                  <c:v>5283.29</c:v>
                </c:pt>
                <c:pt idx="1489">
                  <c:v>5335.18</c:v>
                </c:pt>
                <c:pt idx="1490">
                  <c:v>5322.98</c:v>
                </c:pt>
                <c:pt idx="1491">
                  <c:v>5347.84</c:v>
                </c:pt>
                <c:pt idx="1492">
                  <c:v>5298.66</c:v>
                </c:pt>
                <c:pt idx="1493">
                  <c:v>5361.76</c:v>
                </c:pt>
                <c:pt idx="1494">
                  <c:v>5344.51</c:v>
                </c:pt>
                <c:pt idx="1495">
                  <c:v>5352.38</c:v>
                </c:pt>
                <c:pt idx="1496">
                  <c:v>5318.58</c:v>
                </c:pt>
                <c:pt idx="1497">
                  <c:v>5319.15</c:v>
                </c:pt>
                <c:pt idx="1498">
                  <c:v>5373.15</c:v>
                </c:pt>
                <c:pt idx="1499">
                  <c:v>5373.15</c:v>
                </c:pt>
                <c:pt idx="1500">
                  <c:v>5256.69</c:v>
                </c:pt>
                <c:pt idx="1501">
                  <c:v>5247.03</c:v>
                </c:pt>
                <c:pt idx="1502">
                  <c:v>5232.13</c:v>
                </c:pt>
                <c:pt idx="1503">
                  <c:v>5141.59</c:v>
                </c:pt>
                <c:pt idx="1504">
                  <c:v>5201.58</c:v>
                </c:pt>
                <c:pt idx="1505">
                  <c:v>5224.8599999999997</c:v>
                </c:pt>
                <c:pt idx="1506">
                  <c:v>5281.64</c:v>
                </c:pt>
                <c:pt idx="1507">
                  <c:v>5322.27</c:v>
                </c:pt>
                <c:pt idx="1508">
                  <c:v>5352.02</c:v>
                </c:pt>
                <c:pt idx="1509">
                  <c:v>5359.42</c:v>
                </c:pt>
                <c:pt idx="1510">
                  <c:v>5360.68</c:v>
                </c:pt>
                <c:pt idx="1511">
                  <c:v>5345.82</c:v>
                </c:pt>
                <c:pt idx="1512">
                  <c:v>5437.91</c:v>
                </c:pt>
                <c:pt idx="1513">
                  <c:v>5427.21</c:v>
                </c:pt>
                <c:pt idx="1514">
                  <c:v>5442.57</c:v>
                </c:pt>
                <c:pt idx="1515">
                  <c:v>5456.35</c:v>
                </c:pt>
                <c:pt idx="1516">
                  <c:v>5445.85</c:v>
                </c:pt>
                <c:pt idx="1517">
                  <c:v>5467.42</c:v>
                </c:pt>
                <c:pt idx="1518">
                  <c:v>5460.76</c:v>
                </c:pt>
                <c:pt idx="1519">
                  <c:v>5482.52</c:v>
                </c:pt>
                <c:pt idx="1520">
                  <c:v>5432.28</c:v>
                </c:pt>
                <c:pt idx="1521">
                  <c:v>5433.12</c:v>
                </c:pt>
                <c:pt idx="1522">
                  <c:v>5424.42</c:v>
                </c:pt>
                <c:pt idx="1523">
                  <c:v>5474.6</c:v>
                </c:pt>
                <c:pt idx="1524">
                  <c:v>5423.25</c:v>
                </c:pt>
                <c:pt idx="1525">
                  <c:v>5474.89</c:v>
                </c:pt>
                <c:pt idx="1526">
                  <c:v>5514.17</c:v>
                </c:pt>
                <c:pt idx="1527">
                  <c:v>5504.32</c:v>
                </c:pt>
                <c:pt idx="1528">
                  <c:v>5539.3</c:v>
                </c:pt>
                <c:pt idx="1529">
                  <c:v>5581.67</c:v>
                </c:pt>
                <c:pt idx="1530">
                  <c:v>5539.17</c:v>
                </c:pt>
                <c:pt idx="1531">
                  <c:v>5565.21</c:v>
                </c:pt>
                <c:pt idx="1532">
                  <c:v>5564.65</c:v>
                </c:pt>
                <c:pt idx="1533">
                  <c:v>5587.33</c:v>
                </c:pt>
                <c:pt idx="1534">
                  <c:v>5576.23</c:v>
                </c:pt>
                <c:pt idx="1535">
                  <c:v>5572.26</c:v>
                </c:pt>
                <c:pt idx="1536">
                  <c:v>5520.81</c:v>
                </c:pt>
                <c:pt idx="1537">
                  <c:v>5534.79</c:v>
                </c:pt>
                <c:pt idx="1538">
                  <c:v>5532.08</c:v>
                </c:pt>
                <c:pt idx="1539">
                  <c:v>5547.8</c:v>
                </c:pt>
                <c:pt idx="1540">
                  <c:v>5557.07</c:v>
                </c:pt>
                <c:pt idx="1541">
                  <c:v>5539.2</c:v>
                </c:pt>
                <c:pt idx="1542">
                  <c:v>5438.03</c:v>
                </c:pt>
                <c:pt idx="1543">
                  <c:v>5460.61</c:v>
                </c:pt>
                <c:pt idx="1544">
                  <c:v>5446.29</c:v>
                </c:pt>
                <c:pt idx="1545">
                  <c:v>5514.3</c:v>
                </c:pt>
                <c:pt idx="1546">
                  <c:v>5657.07</c:v>
                </c:pt>
                <c:pt idx="1547">
                  <c:v>5699.91</c:v>
                </c:pt>
                <c:pt idx="1548">
                  <c:v>5722.96</c:v>
                </c:pt>
                <c:pt idx="1549">
                  <c:v>5734.9</c:v>
                </c:pt>
                <c:pt idx="1550">
                  <c:v>5718.25</c:v>
                </c:pt>
                <c:pt idx="1551">
                  <c:v>5717.88</c:v>
                </c:pt>
                <c:pt idx="1552">
                  <c:v>5681.27</c:v>
                </c:pt>
                <c:pt idx="1553">
                  <c:v>5606</c:v>
                </c:pt>
                <c:pt idx="1554">
                  <c:v>5630.2</c:v>
                </c:pt>
                <c:pt idx="1555">
                  <c:v>5655.9</c:v>
                </c:pt>
                <c:pt idx="1556">
                  <c:v>5657.97</c:v>
                </c:pt>
                <c:pt idx="1557">
                  <c:v>5691.02</c:v>
                </c:pt>
                <c:pt idx="1558">
                  <c:v>5713.82</c:v>
                </c:pt>
                <c:pt idx="1559">
                  <c:v>5731.91</c:v>
                </c:pt>
                <c:pt idx="1560">
                  <c:v>5761.6</c:v>
                </c:pt>
                <c:pt idx="1561">
                  <c:v>5739.51</c:v>
                </c:pt>
                <c:pt idx="1562">
                  <c:v>5739.51</c:v>
                </c:pt>
                <c:pt idx="1563">
                  <c:v>5770.65</c:v>
                </c:pt>
                <c:pt idx="1564">
                  <c:v>5784.69</c:v>
                </c:pt>
                <c:pt idx="1565">
                  <c:v>5788.93</c:v>
                </c:pt>
                <c:pt idx="1566">
                  <c:v>5830.07</c:v>
                </c:pt>
                <c:pt idx="1567">
                  <c:v>5816.56</c:v>
                </c:pt>
                <c:pt idx="1568">
                  <c:v>5834.17</c:v>
                </c:pt>
                <c:pt idx="1569">
                  <c:v>5793.38</c:v>
                </c:pt>
                <c:pt idx="1570">
                  <c:v>5773.41</c:v>
                </c:pt>
                <c:pt idx="1571">
                  <c:v>5822.94</c:v>
                </c:pt>
                <c:pt idx="1572">
                  <c:v>5791.12</c:v>
                </c:pt>
                <c:pt idx="1573">
                  <c:v>5789.61</c:v>
                </c:pt>
                <c:pt idx="1574">
                  <c:v>5812.82</c:v>
                </c:pt>
                <c:pt idx="1575">
                  <c:v>5788.46</c:v>
                </c:pt>
                <c:pt idx="1576">
                  <c:v>5612.45</c:v>
                </c:pt>
                <c:pt idx="1577">
                  <c:v>5606.57</c:v>
                </c:pt>
                <c:pt idx="1578">
                  <c:v>5669.83</c:v>
                </c:pt>
                <c:pt idx="1579">
                  <c:v>5708.11</c:v>
                </c:pt>
                <c:pt idx="1580">
                  <c:v>5771.13</c:v>
                </c:pt>
                <c:pt idx="1581">
                  <c:v>5771.13</c:v>
                </c:pt>
                <c:pt idx="1582">
                  <c:v>5768.39</c:v>
                </c:pt>
                <c:pt idx="1583">
                  <c:v>5703.8</c:v>
                </c:pt>
                <c:pt idx="1584">
                  <c:v>5642.5</c:v>
                </c:pt>
                <c:pt idx="1585">
                  <c:v>5617.2</c:v>
                </c:pt>
                <c:pt idx="1586">
                  <c:v>5617.2</c:v>
                </c:pt>
                <c:pt idx="1587">
                  <c:v>5607.51</c:v>
                </c:pt>
                <c:pt idx="1588">
                  <c:v>5681.28</c:v>
                </c:pt>
                <c:pt idx="1589">
                  <c:v>5713.81</c:v>
                </c:pt>
                <c:pt idx="1590">
                  <c:v>5647.77</c:v>
                </c:pt>
                <c:pt idx="1591">
                  <c:v>5657.03</c:v>
                </c:pt>
                <c:pt idx="1592">
                  <c:v>5657.03</c:v>
                </c:pt>
                <c:pt idx="1593">
                  <c:v>5570.35</c:v>
                </c:pt>
                <c:pt idx="1594">
                  <c:v>5579.19</c:v>
                </c:pt>
                <c:pt idx="1595">
                  <c:v>5586.89</c:v>
                </c:pt>
                <c:pt idx="1596">
                  <c:v>5689.98</c:v>
                </c:pt>
                <c:pt idx="1597">
                  <c:v>5680.11</c:v>
                </c:pt>
                <c:pt idx="1598">
                  <c:v>5737.36</c:v>
                </c:pt>
                <c:pt idx="1599">
                  <c:v>5737.36</c:v>
                </c:pt>
                <c:pt idx="1600">
                  <c:v>5789</c:v>
                </c:pt>
                <c:pt idx="1601">
                  <c:v>5823.78</c:v>
                </c:pt>
                <c:pt idx="1602">
                  <c:v>5854.66</c:v>
                </c:pt>
                <c:pt idx="1603">
                  <c:v>5838.16</c:v>
                </c:pt>
                <c:pt idx="1604">
                  <c:v>5750.82</c:v>
                </c:pt>
                <c:pt idx="1605">
                  <c:v>5805.95</c:v>
                </c:pt>
                <c:pt idx="1606">
                  <c:v>5779.22</c:v>
                </c:pt>
                <c:pt idx="1607">
                  <c:v>5812.04</c:v>
                </c:pt>
                <c:pt idx="1608">
                  <c:v>5783.64</c:v>
                </c:pt>
                <c:pt idx="1609">
                  <c:v>5740.28</c:v>
                </c:pt>
                <c:pt idx="1610">
                  <c:v>5780.82</c:v>
                </c:pt>
                <c:pt idx="1611">
                  <c:v>5803.64</c:v>
                </c:pt>
                <c:pt idx="1612">
                  <c:v>5823.73</c:v>
                </c:pt>
                <c:pt idx="1613">
                  <c:v>5769.8</c:v>
                </c:pt>
                <c:pt idx="1614">
                  <c:v>5809.14</c:v>
                </c:pt>
                <c:pt idx="1615">
                  <c:v>5808.06</c:v>
                </c:pt>
                <c:pt idx="1616">
                  <c:v>5792.24</c:v>
                </c:pt>
                <c:pt idx="1617">
                  <c:v>5853.06</c:v>
                </c:pt>
                <c:pt idx="1618">
                  <c:v>5853.91</c:v>
                </c:pt>
                <c:pt idx="1619">
                  <c:v>5853.91</c:v>
                </c:pt>
                <c:pt idx="1620">
                  <c:v>5867.81</c:v>
                </c:pt>
                <c:pt idx="1621">
                  <c:v>5878.29</c:v>
                </c:pt>
                <c:pt idx="1622">
                  <c:v>5850.05</c:v>
                </c:pt>
                <c:pt idx="1623">
                  <c:v>5746.75</c:v>
                </c:pt>
                <c:pt idx="1624">
                  <c:v>5715.22</c:v>
                </c:pt>
                <c:pt idx="1625">
                  <c:v>5685.06</c:v>
                </c:pt>
                <c:pt idx="1626">
                  <c:v>5686.82</c:v>
                </c:pt>
                <c:pt idx="1627">
                  <c:v>5596.23</c:v>
                </c:pt>
                <c:pt idx="1628">
                  <c:v>5685.86</c:v>
                </c:pt>
                <c:pt idx="1629">
                  <c:v>5584.36</c:v>
                </c:pt>
                <c:pt idx="1630">
                  <c:v>5517.44</c:v>
                </c:pt>
                <c:pt idx="1631">
                  <c:v>5580.57</c:v>
                </c:pt>
                <c:pt idx="1632">
                  <c:v>5473.68</c:v>
                </c:pt>
                <c:pt idx="1633">
                  <c:v>5502.31</c:v>
                </c:pt>
                <c:pt idx="1634">
                  <c:v>5346.94</c:v>
                </c:pt>
                <c:pt idx="1635">
                  <c:v>5309.94</c:v>
                </c:pt>
                <c:pt idx="1636">
                  <c:v>5338.2</c:v>
                </c:pt>
                <c:pt idx="1637">
                  <c:v>5260.6</c:v>
                </c:pt>
                <c:pt idx="1638">
                  <c:v>5374.58</c:v>
                </c:pt>
                <c:pt idx="1639">
                  <c:v>5411.38</c:v>
                </c:pt>
                <c:pt idx="1640">
                  <c:v>5351.45</c:v>
                </c:pt>
                <c:pt idx="1641">
                  <c:v>5411.82</c:v>
                </c:pt>
                <c:pt idx="1642">
                  <c:v>5399.96</c:v>
                </c:pt>
                <c:pt idx="1643">
                  <c:v>5405.5</c:v>
                </c:pt>
                <c:pt idx="1644">
                  <c:v>5504.98</c:v>
                </c:pt>
                <c:pt idx="1645">
                  <c:v>5514.23</c:v>
                </c:pt>
                <c:pt idx="1646">
                  <c:v>5448.82</c:v>
                </c:pt>
                <c:pt idx="1647">
                  <c:v>5427.67</c:v>
                </c:pt>
                <c:pt idx="1648">
                  <c:v>5319.65</c:v>
                </c:pt>
                <c:pt idx="1649">
                  <c:v>5346.31</c:v>
                </c:pt>
                <c:pt idx="1650">
                  <c:v>5368.16</c:v>
                </c:pt>
                <c:pt idx="1651">
                  <c:v>5406.3</c:v>
                </c:pt>
                <c:pt idx="1652">
                  <c:v>5140.92</c:v>
                </c:pt>
                <c:pt idx="1653">
                  <c:v>4832.7</c:v>
                </c:pt>
                <c:pt idx="1654">
                  <c:v>4821.1000000000004</c:v>
                </c:pt>
                <c:pt idx="1655">
                  <c:v>4744.57</c:v>
                </c:pt>
                <c:pt idx="1656">
                  <c:v>5199.8100000000004</c:v>
                </c:pt>
                <c:pt idx="1657">
                  <c:v>5017.75</c:v>
                </c:pt>
                <c:pt idx="1658">
                  <c:v>5107.99</c:v>
                </c:pt>
                <c:pt idx="1659">
                  <c:v>5148.88</c:v>
                </c:pt>
                <c:pt idx="1660">
                  <c:v>5141.8500000000004</c:v>
                </c:pt>
                <c:pt idx="1661">
                  <c:v>5028.38</c:v>
                </c:pt>
                <c:pt idx="1662">
                  <c:v>5036.0600000000004</c:v>
                </c:pt>
                <c:pt idx="1663">
                  <c:v>5036.0600000000004</c:v>
                </c:pt>
                <c:pt idx="1664">
                  <c:v>4916.63</c:v>
                </c:pt>
                <c:pt idx="1665">
                  <c:v>5041.41</c:v>
                </c:pt>
                <c:pt idx="1666">
                  <c:v>5126.66</c:v>
                </c:pt>
                <c:pt idx="1667">
                  <c:v>5232.92</c:v>
                </c:pt>
                <c:pt idx="1668">
                  <c:v>5272.1</c:v>
                </c:pt>
                <c:pt idx="1669">
                  <c:v>5275.9</c:v>
                </c:pt>
                <c:pt idx="1670">
                  <c:v>5307.4</c:v>
                </c:pt>
                <c:pt idx="1671">
                  <c:v>5314.52</c:v>
                </c:pt>
                <c:pt idx="1672">
                  <c:v>5347.03</c:v>
                </c:pt>
                <c:pt idx="1673">
                  <c:v>5425.57</c:v>
                </c:pt>
                <c:pt idx="1674">
                  <c:v>5393</c:v>
                </c:pt>
                <c:pt idx="1675">
                  <c:v>5351.14</c:v>
                </c:pt>
                <c:pt idx="1676">
                  <c:v>5373.24</c:v>
                </c:pt>
                <c:pt idx="1677">
                  <c:v>5407.82</c:v>
                </c:pt>
                <c:pt idx="1678">
                  <c:v>5404.46</c:v>
                </c:pt>
                <c:pt idx="1679">
                  <c:v>5582.38</c:v>
                </c:pt>
                <c:pt idx="1680">
                  <c:v>5625.12</c:v>
                </c:pt>
                <c:pt idx="1681">
                  <c:v>5632.38</c:v>
                </c:pt>
                <c:pt idx="1682">
                  <c:v>5653.59</c:v>
                </c:pt>
                <c:pt idx="1683">
                  <c:v>5693.91</c:v>
                </c:pt>
                <c:pt idx="1684">
                  <c:v>5698.71</c:v>
                </c:pt>
                <c:pt idx="1685">
                  <c:v>5676.75</c:v>
                </c:pt>
                <c:pt idx="1686">
                  <c:v>5584.02</c:v>
                </c:pt>
                <c:pt idx="1687">
                  <c:v>5583.11</c:v>
                </c:pt>
                <c:pt idx="1688">
                  <c:v>5544.62</c:v>
                </c:pt>
                <c:pt idx="1689">
                  <c:v>5544.62</c:v>
                </c:pt>
                <c:pt idx="1690">
                  <c:v>5658.51</c:v>
                </c:pt>
                <c:pt idx="1691">
                  <c:v>5627.36</c:v>
                </c:pt>
                <c:pt idx="1692">
                  <c:v>5649.26</c:v>
                </c:pt>
                <c:pt idx="1693">
                  <c:v>5650.09</c:v>
                </c:pt>
                <c:pt idx="1694">
                  <c:v>5673.9</c:v>
                </c:pt>
                <c:pt idx="1695">
                  <c:v>5708.04</c:v>
                </c:pt>
                <c:pt idx="1696">
                  <c:v>5709.48</c:v>
                </c:pt>
                <c:pt idx="1697">
                  <c:v>5680.27</c:v>
                </c:pt>
                <c:pt idx="1698">
                  <c:v>5737.81</c:v>
                </c:pt>
                <c:pt idx="1699">
                  <c:v>5741.73</c:v>
                </c:pt>
                <c:pt idx="1700">
                  <c:v>5771.37</c:v>
                </c:pt>
                <c:pt idx="1701">
                  <c:v>5755.61</c:v>
                </c:pt>
                <c:pt idx="1702">
                  <c:v>5776.42</c:v>
                </c:pt>
                <c:pt idx="1703">
                  <c:v>5710.96</c:v>
                </c:pt>
                <c:pt idx="1704">
                  <c:v>5765.4</c:v>
                </c:pt>
                <c:pt idx="1705">
                  <c:v>5718.41</c:v>
                </c:pt>
                <c:pt idx="1706">
                  <c:v>5717.84</c:v>
                </c:pt>
                <c:pt idx="1707">
                  <c:v>5717.84</c:v>
                </c:pt>
                <c:pt idx="1708">
                  <c:v>5704.06</c:v>
                </c:pt>
                <c:pt idx="1709">
                  <c:v>5758.2</c:v>
                </c:pt>
                <c:pt idx="1710">
                  <c:v>5824.04</c:v>
                </c:pt>
                <c:pt idx="1711">
                  <c:v>5822.95</c:v>
                </c:pt>
                <c:pt idx="1712">
                  <c:v>5870.13</c:v>
                </c:pt>
                <c:pt idx="1713">
                  <c:v>5900.7</c:v>
                </c:pt>
                <c:pt idx="1714">
                  <c:v>5933.76</c:v>
                </c:pt>
                <c:pt idx="1715">
                  <c:v>5923.78</c:v>
                </c:pt>
                <c:pt idx="1716">
                  <c:v>5953.15</c:v>
                </c:pt>
                <c:pt idx="1717">
                  <c:v>6003.35</c:v>
                </c:pt>
                <c:pt idx="1718">
                  <c:v>6003.35</c:v>
                </c:pt>
                <c:pt idx="1719">
                  <c:v>5956.82</c:v>
                </c:pt>
                <c:pt idx="1720">
                  <c:v>5951.11</c:v>
                </c:pt>
                <c:pt idx="1721">
                  <c:v>5988</c:v>
                </c:pt>
                <c:pt idx="1722">
                  <c:v>6001.38</c:v>
                </c:pt>
                <c:pt idx="1723">
                  <c:v>5980.58</c:v>
                </c:pt>
                <c:pt idx="1724">
                  <c:v>5991.88</c:v>
                </c:pt>
                <c:pt idx="1725">
                  <c:v>5967.82</c:v>
                </c:pt>
                <c:pt idx="1726">
                  <c:v>5988.03</c:v>
                </c:pt>
                <c:pt idx="1727">
                  <c:v>6020.45</c:v>
                </c:pt>
                <c:pt idx="1728">
                  <c:v>6022.44</c:v>
                </c:pt>
                <c:pt idx="1729">
                  <c:v>6029.03</c:v>
                </c:pt>
                <c:pt idx="1730">
                  <c:v>6032.28</c:v>
                </c:pt>
                <c:pt idx="1731">
                  <c:v>6078.92</c:v>
                </c:pt>
                <c:pt idx="1732">
                  <c:v>6082.98</c:v>
                </c:pt>
                <c:pt idx="1733">
                  <c:v>6108.19</c:v>
                </c:pt>
                <c:pt idx="1734">
                  <c:v>6110.04</c:v>
                </c:pt>
                <c:pt idx="1735">
                  <c:v>6092.37</c:v>
                </c:pt>
                <c:pt idx="1736">
                  <c:v>6085.44</c:v>
                </c:pt>
                <c:pt idx="1737">
                  <c:v>6065.04</c:v>
                </c:pt>
                <c:pt idx="1738">
                  <c:v>5965.05</c:v>
                </c:pt>
                <c:pt idx="1739">
                  <c:v>6055.81</c:v>
                </c:pt>
                <c:pt idx="1740">
                  <c:v>6025.46</c:v>
                </c:pt>
                <c:pt idx="1741">
                  <c:v>6069.68</c:v>
                </c:pt>
                <c:pt idx="1742">
                  <c:v>6066.02</c:v>
                </c:pt>
                <c:pt idx="1743">
                  <c:v>6110.37</c:v>
                </c:pt>
                <c:pt idx="1744">
                  <c:v>6094.29</c:v>
                </c:pt>
                <c:pt idx="1745">
                  <c:v>6162.31</c:v>
                </c:pt>
                <c:pt idx="1746">
                  <c:v>6181.03</c:v>
                </c:pt>
                <c:pt idx="1747">
                  <c:v>6180.93</c:v>
                </c:pt>
                <c:pt idx="1748">
                  <c:v>6164.3</c:v>
                </c:pt>
                <c:pt idx="1749">
                  <c:v>6164.17</c:v>
                </c:pt>
                <c:pt idx="1750">
                  <c:v>6125</c:v>
                </c:pt>
                <c:pt idx="1751">
                  <c:v>6110.46</c:v>
                </c:pt>
                <c:pt idx="1752">
                  <c:v>6086.62</c:v>
                </c:pt>
                <c:pt idx="1753">
                  <c:v>6180.96</c:v>
                </c:pt>
                <c:pt idx="1754">
                  <c:v>6154.5</c:v>
                </c:pt>
                <c:pt idx="1755">
                  <c:v>6180.83</c:v>
                </c:pt>
                <c:pt idx="1756">
                  <c:v>6195.01</c:v>
                </c:pt>
                <c:pt idx="1757">
                  <c:v>6218.11</c:v>
                </c:pt>
                <c:pt idx="1758">
                  <c:v>6176.99</c:v>
                </c:pt>
                <c:pt idx="1759">
                  <c:v>6176.99</c:v>
                </c:pt>
                <c:pt idx="1760">
                  <c:v>6135.14</c:v>
                </c:pt>
                <c:pt idx="1761">
                  <c:v>6164.81</c:v>
                </c:pt>
                <c:pt idx="1762">
                  <c:v>6216.37</c:v>
                </c:pt>
                <c:pt idx="1763">
                  <c:v>6197.73</c:v>
                </c:pt>
                <c:pt idx="1764">
                  <c:v>6213.19</c:v>
                </c:pt>
                <c:pt idx="1765">
                  <c:v>6231.64</c:v>
                </c:pt>
                <c:pt idx="1766">
                  <c:v>6248.88</c:v>
                </c:pt>
                <c:pt idx="1767">
                  <c:v>6302.01</c:v>
                </c:pt>
                <c:pt idx="1768">
                  <c:v>6297.74</c:v>
                </c:pt>
                <c:pt idx="1769">
                  <c:v>6328.16</c:v>
                </c:pt>
                <c:pt idx="1770">
                  <c:v>6320.89</c:v>
                </c:pt>
                <c:pt idx="1771">
                  <c:v>6315.47</c:v>
                </c:pt>
                <c:pt idx="1772">
                  <c:v>6348.53</c:v>
                </c:pt>
                <c:pt idx="1773">
                  <c:v>6379.54</c:v>
                </c:pt>
                <c:pt idx="1774">
                  <c:v>6408.11</c:v>
                </c:pt>
                <c:pt idx="1775">
                  <c:v>6371.51</c:v>
                </c:pt>
                <c:pt idx="1776">
                  <c:v>6352.13</c:v>
                </c:pt>
                <c:pt idx="1777">
                  <c:v>6320.21</c:v>
                </c:pt>
                <c:pt idx="1778">
                  <c:v>6357.29</c:v>
                </c:pt>
                <c:pt idx="1779">
                  <c:v>6374.69</c:v>
                </c:pt>
                <c:pt idx="1780">
                  <c:v>6397.04</c:v>
                </c:pt>
                <c:pt idx="1781">
                  <c:v>6417.66</c:v>
                </c:pt>
                <c:pt idx="1782">
                  <c:v>6423.65</c:v>
                </c:pt>
                <c:pt idx="1783">
                  <c:v>6422.61</c:v>
                </c:pt>
                <c:pt idx="1784">
                  <c:v>6446.74</c:v>
                </c:pt>
                <c:pt idx="1785">
                  <c:v>6419.77</c:v>
                </c:pt>
                <c:pt idx="1786">
                  <c:v>6458.83</c:v>
                </c:pt>
                <c:pt idx="1787">
                  <c:v>6441.42</c:v>
                </c:pt>
                <c:pt idx="1788">
                  <c:v>6266.65</c:v>
                </c:pt>
                <c:pt idx="1789">
                  <c:v>6364.88</c:v>
                </c:pt>
                <c:pt idx="1790">
                  <c:v>6355.17</c:v>
                </c:pt>
                <c:pt idx="1791">
                  <c:v>6380.12</c:v>
                </c:pt>
                <c:pt idx="1792">
                  <c:v>6338.7</c:v>
                </c:pt>
                <c:pt idx="1793">
                  <c:v>6371.44</c:v>
                </c:pt>
                <c:pt idx="1794">
                  <c:v>6440.71</c:v>
                </c:pt>
                <c:pt idx="1795">
                  <c:v>6442.25</c:v>
                </c:pt>
                <c:pt idx="1796">
                  <c:v>6405.23</c:v>
                </c:pt>
                <c:pt idx="1797">
                  <c:v>6444.8</c:v>
                </c:pt>
                <c:pt idx="1798">
                  <c:v>6494.66</c:v>
                </c:pt>
                <c:pt idx="1799">
                  <c:v>6576</c:v>
                </c:pt>
                <c:pt idx="1800">
                  <c:v>6589.27</c:v>
                </c:pt>
                <c:pt idx="1801">
                  <c:v>6588.54</c:v>
                </c:pt>
                <c:pt idx="1802">
                  <c:v>6521.65</c:v>
                </c:pt>
                <c:pt idx="1803">
                  <c:v>6544.47</c:v>
                </c:pt>
                <c:pt idx="1804">
                  <c:v>6554.62</c:v>
                </c:pt>
                <c:pt idx="1805">
                  <c:v>6474.77</c:v>
                </c:pt>
                <c:pt idx="1806">
                  <c:v>6498.46</c:v>
                </c:pt>
                <c:pt idx="1807">
                  <c:v>6423.64</c:v>
                </c:pt>
                <c:pt idx="1808">
                  <c:v>6432.43</c:v>
                </c:pt>
                <c:pt idx="1809">
                  <c:v>6531.39</c:v>
                </c:pt>
                <c:pt idx="1810">
                  <c:v>6544.66</c:v>
                </c:pt>
                <c:pt idx="1811">
                  <c:v>6547.13</c:v>
                </c:pt>
                <c:pt idx="1812">
                  <c:v>6434.77</c:v>
                </c:pt>
                <c:pt idx="1813">
                  <c:v>6430.98</c:v>
                </c:pt>
                <c:pt idx="1814">
                  <c:v>6370.86</c:v>
                </c:pt>
                <c:pt idx="1815">
                  <c:v>6319.22</c:v>
                </c:pt>
                <c:pt idx="1816">
                  <c:v>6342.33</c:v>
                </c:pt>
                <c:pt idx="1817">
                  <c:v>6241.33</c:v>
                </c:pt>
                <c:pt idx="1818">
                  <c:v>6301.79</c:v>
                </c:pt>
                <c:pt idx="1819">
                  <c:v>6399.56</c:v>
                </c:pt>
                <c:pt idx="1820">
                  <c:v>6458.62</c:v>
                </c:pt>
                <c:pt idx="1821">
                  <c:v>6502.26</c:v>
                </c:pt>
                <c:pt idx="1822">
                  <c:v>6502.26</c:v>
                </c:pt>
                <c:pt idx="1823">
                  <c:v>6539.01</c:v>
                </c:pt>
                <c:pt idx="1824">
                  <c:v>6504.64</c:v>
                </c:pt>
                <c:pt idx="1825">
                  <c:v>6522.24</c:v>
                </c:pt>
                <c:pt idx="1826">
                  <c:v>6544.11</c:v>
                </c:pt>
                <c:pt idx="1827">
                  <c:v>6551.42</c:v>
                </c:pt>
                <c:pt idx="1828">
                  <c:v>6562.71</c:v>
                </c:pt>
                <c:pt idx="1829">
                  <c:v>6539.87</c:v>
                </c:pt>
                <c:pt idx="1830">
                  <c:v>6533.12</c:v>
                </c:pt>
                <c:pt idx="1831">
                  <c:v>6576.77</c:v>
                </c:pt>
                <c:pt idx="1832">
                  <c:v>6590.59</c:v>
                </c:pt>
                <c:pt idx="1833">
                  <c:v>6518.24</c:v>
                </c:pt>
                <c:pt idx="1834">
                  <c:v>6505.25</c:v>
                </c:pt>
                <c:pt idx="1835">
                  <c:v>6490.51</c:v>
                </c:pt>
                <c:pt idx="1836">
                  <c:v>6413.23</c:v>
                </c:pt>
                <c:pt idx="1837">
                  <c:v>6465.1</c:v>
                </c:pt>
                <c:pt idx="1838">
                  <c:v>6524.16</c:v>
                </c:pt>
                <c:pt idx="1839">
                  <c:v>6567.46</c:v>
                </c:pt>
                <c:pt idx="1840">
                  <c:v>6595.85</c:v>
                </c:pt>
                <c:pt idx="1841">
                  <c:v>6616.48</c:v>
                </c:pt>
                <c:pt idx="1842">
                  <c:v>6616.48</c:v>
                </c:pt>
                <c:pt idx="1843">
                  <c:v>6614.3</c:v>
                </c:pt>
                <c:pt idx="1844">
                  <c:v>6590.88</c:v>
                </c:pt>
                <c:pt idx="1845">
                  <c:v>6581.45</c:v>
                </c:pt>
                <c:pt idx="1846">
                  <c:v>6532.32</c:v>
                </c:pt>
                <c:pt idx="1847">
                  <c:v>6532.32</c:v>
                </c:pt>
                <c:pt idx="1848">
                  <c:v>6547.85</c:v>
                </c:pt>
                <c:pt idx="1849">
                  <c:v>6591.51</c:v>
                </c:pt>
                <c:pt idx="1850">
                  <c:v>6631.23</c:v>
                </c:pt>
                <c:pt idx="1851">
                  <c:v>6609.26</c:v>
                </c:pt>
                <c:pt idx="1852">
                  <c:v>6607.44</c:v>
                </c:pt>
                <c:pt idx="1853">
                  <c:v>6648.25</c:v>
                </c:pt>
                <c:pt idx="1854">
                  <c:v>6658.84</c:v>
                </c:pt>
                <c:pt idx="1855">
                  <c:v>6645.66</c:v>
                </c:pt>
                <c:pt idx="1856">
                  <c:v>6610.67</c:v>
                </c:pt>
                <c:pt idx="1857">
                  <c:v>6626.37</c:v>
                </c:pt>
                <c:pt idx="1858">
                  <c:v>6622.89</c:v>
                </c:pt>
                <c:pt idx="1859">
                  <c:v>6622.89</c:v>
                </c:pt>
                <c:pt idx="1860">
                  <c:v>6485.07</c:v>
                </c:pt>
                <c:pt idx="1861">
                  <c:v>6558.53</c:v>
                </c:pt>
                <c:pt idx="1862">
                  <c:v>6595.51</c:v>
                </c:pt>
                <c:pt idx="1863">
                  <c:v>6596.16</c:v>
                </c:pt>
                <c:pt idx="1864">
                  <c:v>6629.36</c:v>
                </c:pt>
                <c:pt idx="1865">
                  <c:v>6657.42</c:v>
                </c:pt>
                <c:pt idx="1866">
                  <c:v>6656.07</c:v>
                </c:pt>
                <c:pt idx="1867">
                  <c:v>6644.8</c:v>
                </c:pt>
                <c:pt idx="1868">
                  <c:v>6612.3</c:v>
                </c:pt>
                <c:pt idx="1869">
                  <c:v>6645.72</c:v>
                </c:pt>
                <c:pt idx="1870">
                  <c:v>6587.36</c:v>
                </c:pt>
                <c:pt idx="1871">
                  <c:v>6552.54</c:v>
                </c:pt>
                <c:pt idx="1872">
                  <c:v>6470.58</c:v>
                </c:pt>
                <c:pt idx="1873">
                  <c:v>6600.55</c:v>
                </c:pt>
                <c:pt idx="1874">
                  <c:v>6634.26</c:v>
                </c:pt>
                <c:pt idx="1875">
                  <c:v>6612.99</c:v>
                </c:pt>
                <c:pt idx="1876">
                  <c:v>6611.18</c:v>
                </c:pt>
                <c:pt idx="1877">
                  <c:v>6504.75</c:v>
                </c:pt>
                <c:pt idx="1878">
                  <c:v>6509.67</c:v>
                </c:pt>
                <c:pt idx="1879">
                  <c:v>6509.67</c:v>
                </c:pt>
                <c:pt idx="1880">
                  <c:v>6516.11</c:v>
                </c:pt>
                <c:pt idx="1881">
                  <c:v>6553.16</c:v>
                </c:pt>
                <c:pt idx="1882">
                  <c:v>6536.09</c:v>
                </c:pt>
                <c:pt idx="1883">
                  <c:v>6577.59</c:v>
                </c:pt>
                <c:pt idx="1884">
                  <c:v>6506</c:v>
                </c:pt>
                <c:pt idx="1885">
                  <c:v>6557.67</c:v>
                </c:pt>
                <c:pt idx="1886">
                  <c:v>6611.75</c:v>
                </c:pt>
                <c:pt idx="1887">
                  <c:v>6576.91</c:v>
                </c:pt>
                <c:pt idx="1888">
                  <c:v>6547.15</c:v>
                </c:pt>
                <c:pt idx="1889">
                  <c:v>6554.55</c:v>
                </c:pt>
                <c:pt idx="1890">
                  <c:v>6489.88</c:v>
                </c:pt>
                <c:pt idx="1891">
                  <c:v>6540.86</c:v>
                </c:pt>
                <c:pt idx="1892">
                  <c:v>6503.08</c:v>
                </c:pt>
                <c:pt idx="1893">
                  <c:v>6417.15</c:v>
                </c:pt>
                <c:pt idx="1894">
                  <c:v>6471.89</c:v>
                </c:pt>
                <c:pt idx="1895">
                  <c:v>6457.58</c:v>
                </c:pt>
                <c:pt idx="1896">
                  <c:v>6452.49</c:v>
                </c:pt>
                <c:pt idx="1897">
                  <c:v>6352.29</c:v>
                </c:pt>
                <c:pt idx="1898">
                  <c:v>6314.16</c:v>
                </c:pt>
                <c:pt idx="1899">
                  <c:v>6379.08</c:v>
                </c:pt>
                <c:pt idx="1900">
                  <c:v>6395.43</c:v>
                </c:pt>
                <c:pt idx="1901">
                  <c:v>6308.64</c:v>
                </c:pt>
                <c:pt idx="1902">
                  <c:v>6293.14</c:v>
                </c:pt>
                <c:pt idx="1903">
                  <c:v>6196.2</c:v>
                </c:pt>
                <c:pt idx="1904">
                  <c:v>6268.27</c:v>
                </c:pt>
                <c:pt idx="1905">
                  <c:v>6243.37</c:v>
                </c:pt>
                <c:pt idx="1906">
                  <c:v>6243.37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3-4379-8820-F206690EB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86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ax val="7000"/>
          <c:min val="30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  <c:majorUnit val="10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024385089504809E-2"/>
          <c:y val="0.20111081255403088"/>
          <c:w val="0.835875603558631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유로존!$B$17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유로존!$O$3:$O$13</c:f>
              <c:strCache>
                <c:ptCount val="11"/>
                <c:pt idx="0">
                  <c:v>에너지</c:v>
                </c:pt>
                <c:pt idx="1">
                  <c:v>유틸리티</c:v>
                </c:pt>
                <c:pt idx="2">
                  <c:v>컴스</c:v>
                </c:pt>
                <c:pt idx="3">
                  <c:v>IT</c:v>
                </c:pt>
                <c:pt idx="4">
                  <c:v>소재</c:v>
                </c:pt>
                <c:pt idx="5">
                  <c:v>MSCI EMU</c:v>
                </c:pt>
                <c:pt idx="6">
                  <c:v>금융</c:v>
                </c:pt>
                <c:pt idx="7">
                  <c:v>산업</c:v>
                </c:pt>
                <c:pt idx="8">
                  <c:v>헬스케어</c:v>
                </c:pt>
                <c:pt idx="9">
                  <c:v>필수소비</c:v>
                </c:pt>
                <c:pt idx="10">
                  <c:v>경기소비</c:v>
                </c:pt>
              </c:strCache>
            </c:strRef>
          </c:cat>
          <c:val>
            <c:numRef>
              <c:f>유로존!$P$3:$P$13</c:f>
              <c:numCache>
                <c:formatCode>0.00</c:formatCode>
                <c:ptCount val="11"/>
                <c:pt idx="0">
                  <c:v>16.290381718682468</c:v>
                </c:pt>
                <c:pt idx="1">
                  <c:v>-3.3533706772982015</c:v>
                </c:pt>
                <c:pt idx="2">
                  <c:v>-6.0971529043863342</c:v>
                </c:pt>
                <c:pt idx="3">
                  <c:v>-7.2974877575935864</c:v>
                </c:pt>
                <c:pt idx="4">
                  <c:v>-8.8235852362725211</c:v>
                </c:pt>
                <c:pt idx="5">
                  <c:v>-9.8794958687603298</c:v>
                </c:pt>
                <c:pt idx="6">
                  <c:v>-11.495703090512691</c:v>
                </c:pt>
                <c:pt idx="7">
                  <c:v>-12.269597104732028</c:v>
                </c:pt>
                <c:pt idx="8">
                  <c:v>-12.931723224719093</c:v>
                </c:pt>
                <c:pt idx="9">
                  <c:v>-13.358409674885721</c:v>
                </c:pt>
                <c:pt idx="10">
                  <c:v>-15.214072787104101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E9-41A1-B569-E61F391EDA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3547628923978918E-2"/>
              <c:y val="8.755123302572342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유로존!$C$19</c:f>
              <c:strCache>
                <c:ptCount val="1"/>
                <c:pt idx="0">
                  <c:v>MSCI EMU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유로존!$B$23:$B$1991</c:f>
              <c:numCache>
                <c:formatCode>yyyy\-mm\-dd</c:formatCode>
                <c:ptCount val="1969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  <c:pt idx="1887">
                  <c:v>46079</c:v>
                </c:pt>
                <c:pt idx="1888">
                  <c:v>46080</c:v>
                </c:pt>
                <c:pt idx="1889">
                  <c:v>46083</c:v>
                </c:pt>
                <c:pt idx="1890">
                  <c:v>46084</c:v>
                </c:pt>
                <c:pt idx="1891">
                  <c:v>46085</c:v>
                </c:pt>
                <c:pt idx="1892">
                  <c:v>46086</c:v>
                </c:pt>
                <c:pt idx="1893">
                  <c:v>46087</c:v>
                </c:pt>
                <c:pt idx="1894">
                  <c:v>46090</c:v>
                </c:pt>
                <c:pt idx="1895">
                  <c:v>46091</c:v>
                </c:pt>
                <c:pt idx="1896">
                  <c:v>46092</c:v>
                </c:pt>
                <c:pt idx="1897">
                  <c:v>46093</c:v>
                </c:pt>
                <c:pt idx="1898">
                  <c:v>46094</c:v>
                </c:pt>
                <c:pt idx="1899">
                  <c:v>46097</c:v>
                </c:pt>
                <c:pt idx="1900">
                  <c:v>46098</c:v>
                </c:pt>
                <c:pt idx="1901">
                  <c:v>46099</c:v>
                </c:pt>
                <c:pt idx="1902">
                  <c:v>46100</c:v>
                </c:pt>
                <c:pt idx="1903">
                  <c:v>46101</c:v>
                </c:pt>
                <c:pt idx="1904">
                  <c:v>46104</c:v>
                </c:pt>
                <c:pt idx="1905">
                  <c:v>46105</c:v>
                </c:pt>
                <c:pt idx="1906">
                  <c:v>46106</c:v>
                </c:pt>
              </c:numCache>
            </c:numRef>
          </c:cat>
          <c:val>
            <c:numRef>
              <c:f>유로존!$C$23:$C$1991</c:f>
              <c:numCache>
                <c:formatCode>General</c:formatCode>
                <c:ptCount val="1969"/>
                <c:pt idx="0">
                  <c:v>130.208</c:v>
                </c:pt>
                <c:pt idx="1">
                  <c:v>128.88685000000001</c:v>
                </c:pt>
                <c:pt idx="2">
                  <c:v>125.20986000000001</c:v>
                </c:pt>
                <c:pt idx="3">
                  <c:v>125.74553</c:v>
                </c:pt>
                <c:pt idx="4">
                  <c:v>123.34551999999999</c:v>
                </c:pt>
                <c:pt idx="5">
                  <c:v>124.46678</c:v>
                </c:pt>
                <c:pt idx="6">
                  <c:v>127.36391999999999</c:v>
                </c:pt>
                <c:pt idx="7">
                  <c:v>127.12390000000001</c:v>
                </c:pt>
                <c:pt idx="8">
                  <c:v>125.66361999999999</c:v>
                </c:pt>
                <c:pt idx="9">
                  <c:v>124.80095</c:v>
                </c:pt>
                <c:pt idx="10">
                  <c:v>124.09335</c:v>
                </c:pt>
                <c:pt idx="11">
                  <c:v>125.34733</c:v>
                </c:pt>
                <c:pt idx="12">
                  <c:v>123.4996</c:v>
                </c:pt>
                <c:pt idx="13">
                  <c:v>122.47875000000001</c:v>
                </c:pt>
                <c:pt idx="14">
                  <c:v>121.83665999999999</c:v>
                </c:pt>
                <c:pt idx="15">
                  <c:v>121.78327</c:v>
                </c:pt>
                <c:pt idx="16">
                  <c:v>121.31694</c:v>
                </c:pt>
                <c:pt idx="17">
                  <c:v>120.57238</c:v>
                </c:pt>
                <c:pt idx="18">
                  <c:v>122.52659</c:v>
                </c:pt>
                <c:pt idx="19">
                  <c:v>123.33094</c:v>
                </c:pt>
                <c:pt idx="20">
                  <c:v>123.43863</c:v>
                </c:pt>
                <c:pt idx="21">
                  <c:v>121.78993</c:v>
                </c:pt>
                <c:pt idx="22">
                  <c:v>121.01976000000001</c:v>
                </c:pt>
                <c:pt idx="23">
                  <c:v>124.66963</c:v>
                </c:pt>
                <c:pt idx="24">
                  <c:v>125.27692</c:v>
                </c:pt>
                <c:pt idx="25">
                  <c:v>126.15424</c:v>
                </c:pt>
                <c:pt idx="26">
                  <c:v>127.94964</c:v>
                </c:pt>
                <c:pt idx="27">
                  <c:v>127.8373</c:v>
                </c:pt>
                <c:pt idx="28">
                  <c:v>127.34676</c:v>
                </c:pt>
                <c:pt idx="29">
                  <c:v>126.62563</c:v>
                </c:pt>
                <c:pt idx="30">
                  <c:v>126.1815</c:v>
                </c:pt>
                <c:pt idx="31">
                  <c:v>126.98721999999999</c:v>
                </c:pt>
                <c:pt idx="32">
                  <c:v>126.67764</c:v>
                </c:pt>
                <c:pt idx="33">
                  <c:v>128.7912</c:v>
                </c:pt>
                <c:pt idx="34">
                  <c:v>128.57912999999999</c:v>
                </c:pt>
                <c:pt idx="35">
                  <c:v>128.02301</c:v>
                </c:pt>
                <c:pt idx="36">
                  <c:v>128.42348999999999</c:v>
                </c:pt>
                <c:pt idx="37">
                  <c:v>128.08082999999999</c:v>
                </c:pt>
                <c:pt idx="38">
                  <c:v>130.72051999999999</c:v>
                </c:pt>
                <c:pt idx="39">
                  <c:v>129.99307999999999</c:v>
                </c:pt>
                <c:pt idx="40">
                  <c:v>130.53872999999999</c:v>
                </c:pt>
                <c:pt idx="41">
                  <c:v>130.78603000000001</c:v>
                </c:pt>
                <c:pt idx="42">
                  <c:v>130.89113</c:v>
                </c:pt>
                <c:pt idx="43">
                  <c:v>131.35469000000001</c:v>
                </c:pt>
                <c:pt idx="44">
                  <c:v>130.80962</c:v>
                </c:pt>
                <c:pt idx="45">
                  <c:v>132.6788</c:v>
                </c:pt>
                <c:pt idx="46">
                  <c:v>132.43780000000001</c:v>
                </c:pt>
                <c:pt idx="47">
                  <c:v>129.44544999999999</c:v>
                </c:pt>
                <c:pt idx="48">
                  <c:v>128.17901000000001</c:v>
                </c:pt>
                <c:pt idx="49">
                  <c:v>128.74751000000001</c:v>
                </c:pt>
                <c:pt idx="50">
                  <c:v>130.31335000000001</c:v>
                </c:pt>
                <c:pt idx="51">
                  <c:v>130.32801000000001</c:v>
                </c:pt>
                <c:pt idx="52">
                  <c:v>130.07772</c:v>
                </c:pt>
                <c:pt idx="53">
                  <c:v>131.91112000000001</c:v>
                </c:pt>
                <c:pt idx="54">
                  <c:v>132.70822999999999</c:v>
                </c:pt>
                <c:pt idx="55">
                  <c:v>132.88893999999999</c:v>
                </c:pt>
                <c:pt idx="56">
                  <c:v>133.95683</c:v>
                </c:pt>
                <c:pt idx="57">
                  <c:v>133.40849</c:v>
                </c:pt>
                <c:pt idx="58">
                  <c:v>133.85024000000001</c:v>
                </c:pt>
                <c:pt idx="59">
                  <c:v>134.32525000000001</c:v>
                </c:pt>
                <c:pt idx="60">
                  <c:v>134.92617000000001</c:v>
                </c:pt>
                <c:pt idx="61">
                  <c:v>134.38022000000001</c:v>
                </c:pt>
                <c:pt idx="62">
                  <c:v>135.18686</c:v>
                </c:pt>
                <c:pt idx="63">
                  <c:v>135.85414</c:v>
                </c:pt>
                <c:pt idx="64">
                  <c:v>135.69254000000001</c:v>
                </c:pt>
                <c:pt idx="65">
                  <c:v>135.38392999999999</c:v>
                </c:pt>
                <c:pt idx="66">
                  <c:v>135.27704</c:v>
                </c:pt>
                <c:pt idx="67">
                  <c:v>133.53281999999999</c:v>
                </c:pt>
                <c:pt idx="68">
                  <c:v>132.69899000000001</c:v>
                </c:pt>
                <c:pt idx="69">
                  <c:v>133.67649</c:v>
                </c:pt>
                <c:pt idx="70">
                  <c:v>134.21754999999999</c:v>
                </c:pt>
                <c:pt idx="71">
                  <c:v>135.03818000000001</c:v>
                </c:pt>
                <c:pt idx="72">
                  <c:v>135.81262000000001</c:v>
                </c:pt>
                <c:pt idx="73">
                  <c:v>137.48716999999999</c:v>
                </c:pt>
                <c:pt idx="74">
                  <c:v>137.85292000000001</c:v>
                </c:pt>
                <c:pt idx="75">
                  <c:v>139.04415</c:v>
                </c:pt>
                <c:pt idx="76">
                  <c:v>137.59842</c:v>
                </c:pt>
                <c:pt idx="77">
                  <c:v>137.42103</c:v>
                </c:pt>
                <c:pt idx="78">
                  <c:v>134.37363999999999</c:v>
                </c:pt>
                <c:pt idx="79">
                  <c:v>134.21555000000001</c:v>
                </c:pt>
                <c:pt idx="80">
                  <c:v>134.70289</c:v>
                </c:pt>
                <c:pt idx="81">
                  <c:v>134.46347</c:v>
                </c:pt>
                <c:pt idx="82">
                  <c:v>133.85559000000001</c:v>
                </c:pt>
                <c:pt idx="83">
                  <c:v>134.81943000000001</c:v>
                </c:pt>
                <c:pt idx="84">
                  <c:v>136.25689</c:v>
                </c:pt>
                <c:pt idx="85">
                  <c:v>136.66174000000001</c:v>
                </c:pt>
                <c:pt idx="86">
                  <c:v>138.83327</c:v>
                </c:pt>
                <c:pt idx="87">
                  <c:v>138.59796</c:v>
                </c:pt>
                <c:pt idx="88">
                  <c:v>138.80019999999999</c:v>
                </c:pt>
                <c:pt idx="89">
                  <c:v>139.00919999999999</c:v>
                </c:pt>
                <c:pt idx="90">
                  <c:v>138.13425000000001</c:v>
                </c:pt>
                <c:pt idx="91">
                  <c:v>138.53592</c:v>
                </c:pt>
                <c:pt idx="92">
                  <c:v>138.88014999999999</c:v>
                </c:pt>
                <c:pt idx="93">
                  <c:v>140.06625</c:v>
                </c:pt>
                <c:pt idx="94">
                  <c:v>140.36284000000001</c:v>
                </c:pt>
                <c:pt idx="95">
                  <c:v>140.62165999999999</c:v>
                </c:pt>
                <c:pt idx="96">
                  <c:v>141.29443000000001</c:v>
                </c:pt>
                <c:pt idx="97">
                  <c:v>141.02724000000001</c:v>
                </c:pt>
                <c:pt idx="98">
                  <c:v>141.21561</c:v>
                </c:pt>
                <c:pt idx="99">
                  <c:v>141.35026999999999</c:v>
                </c:pt>
                <c:pt idx="100">
                  <c:v>140.85714999999999</c:v>
                </c:pt>
                <c:pt idx="101">
                  <c:v>139.97046</c:v>
                </c:pt>
                <c:pt idx="102">
                  <c:v>139.26306</c:v>
                </c:pt>
                <c:pt idx="103">
                  <c:v>139.90119000000001</c:v>
                </c:pt>
                <c:pt idx="104">
                  <c:v>140.29147</c:v>
                </c:pt>
                <c:pt idx="105">
                  <c:v>141.01070000000001</c:v>
                </c:pt>
                <c:pt idx="106">
                  <c:v>141.32060000000001</c:v>
                </c:pt>
                <c:pt idx="107">
                  <c:v>139.65289999999999</c:v>
                </c:pt>
                <c:pt idx="108">
                  <c:v>140.17357999999999</c:v>
                </c:pt>
                <c:pt idx="109">
                  <c:v>138.61628999999999</c:v>
                </c:pt>
                <c:pt idx="110">
                  <c:v>136.41725</c:v>
                </c:pt>
                <c:pt idx="111">
                  <c:v>136.95894999999999</c:v>
                </c:pt>
                <c:pt idx="112">
                  <c:v>134.71089000000001</c:v>
                </c:pt>
                <c:pt idx="113">
                  <c:v>135.36911000000001</c:v>
                </c:pt>
                <c:pt idx="114">
                  <c:v>133.43101999999999</c:v>
                </c:pt>
                <c:pt idx="115">
                  <c:v>134.8211</c:v>
                </c:pt>
                <c:pt idx="116">
                  <c:v>135.47673</c:v>
                </c:pt>
                <c:pt idx="117">
                  <c:v>136.92697000000001</c:v>
                </c:pt>
                <c:pt idx="118">
                  <c:v>136.15747999999999</c:v>
                </c:pt>
                <c:pt idx="119">
                  <c:v>134.22506000000001</c:v>
                </c:pt>
                <c:pt idx="120">
                  <c:v>134.90676999999999</c:v>
                </c:pt>
                <c:pt idx="121">
                  <c:v>134.76462000000001</c:v>
                </c:pt>
                <c:pt idx="122">
                  <c:v>132.65183999999999</c:v>
                </c:pt>
                <c:pt idx="123">
                  <c:v>133.70903999999999</c:v>
                </c:pt>
                <c:pt idx="124">
                  <c:v>134.03774000000001</c:v>
                </c:pt>
                <c:pt idx="125">
                  <c:v>133.36224000000001</c:v>
                </c:pt>
                <c:pt idx="126">
                  <c:v>130.90978999999999</c:v>
                </c:pt>
                <c:pt idx="127">
                  <c:v>131.72506999999999</c:v>
                </c:pt>
                <c:pt idx="128">
                  <c:v>130.64016000000001</c:v>
                </c:pt>
                <c:pt idx="129">
                  <c:v>131.8212</c:v>
                </c:pt>
                <c:pt idx="130">
                  <c:v>133.34894</c:v>
                </c:pt>
                <c:pt idx="131">
                  <c:v>133.5446</c:v>
                </c:pt>
                <c:pt idx="132">
                  <c:v>133.85593</c:v>
                </c:pt>
                <c:pt idx="133">
                  <c:v>135.88437999999999</c:v>
                </c:pt>
                <c:pt idx="134">
                  <c:v>136.00700000000001</c:v>
                </c:pt>
                <c:pt idx="135">
                  <c:v>137.03706</c:v>
                </c:pt>
                <c:pt idx="136">
                  <c:v>136.01882000000001</c:v>
                </c:pt>
                <c:pt idx="137">
                  <c:v>135.99104</c:v>
                </c:pt>
                <c:pt idx="138">
                  <c:v>134.50810999999999</c:v>
                </c:pt>
                <c:pt idx="139">
                  <c:v>134.72861</c:v>
                </c:pt>
                <c:pt idx="140">
                  <c:v>137.05420000000001</c:v>
                </c:pt>
                <c:pt idx="141">
                  <c:v>137.39160000000001</c:v>
                </c:pt>
                <c:pt idx="142">
                  <c:v>138.68552</c:v>
                </c:pt>
                <c:pt idx="143">
                  <c:v>139.06402</c:v>
                </c:pt>
                <c:pt idx="144">
                  <c:v>139.15422000000001</c:v>
                </c:pt>
                <c:pt idx="145">
                  <c:v>138.42702</c:v>
                </c:pt>
                <c:pt idx="146">
                  <c:v>138.53987000000001</c:v>
                </c:pt>
                <c:pt idx="147">
                  <c:v>138.41219000000001</c:v>
                </c:pt>
                <c:pt idx="148">
                  <c:v>139.47898000000001</c:v>
                </c:pt>
                <c:pt idx="149">
                  <c:v>139.6825</c:v>
                </c:pt>
                <c:pt idx="150">
                  <c:v>140.11442</c:v>
                </c:pt>
                <c:pt idx="151">
                  <c:v>141.23134999999999</c:v>
                </c:pt>
                <c:pt idx="152">
                  <c:v>141.51101</c:v>
                </c:pt>
                <c:pt idx="153">
                  <c:v>139.91394</c:v>
                </c:pt>
                <c:pt idx="154">
                  <c:v>139.55744000000001</c:v>
                </c:pt>
                <c:pt idx="155">
                  <c:v>138.78165999999999</c:v>
                </c:pt>
                <c:pt idx="156">
                  <c:v>139.15369999999999</c:v>
                </c:pt>
                <c:pt idx="157">
                  <c:v>138.92343</c:v>
                </c:pt>
                <c:pt idx="158">
                  <c:v>139.31496000000001</c:v>
                </c:pt>
                <c:pt idx="159">
                  <c:v>139.59256999999999</c:v>
                </c:pt>
                <c:pt idx="160">
                  <c:v>139.68728999999999</c:v>
                </c:pt>
                <c:pt idx="161">
                  <c:v>139.02600000000001</c:v>
                </c:pt>
                <c:pt idx="162">
                  <c:v>138.29539</c:v>
                </c:pt>
                <c:pt idx="163">
                  <c:v>138.30466999999999</c:v>
                </c:pt>
                <c:pt idx="164">
                  <c:v>138.54958999999999</c:v>
                </c:pt>
                <c:pt idx="165">
                  <c:v>139.44614999999999</c:v>
                </c:pt>
                <c:pt idx="166">
                  <c:v>139.75060999999999</c:v>
                </c:pt>
                <c:pt idx="167">
                  <c:v>138.80924999999999</c:v>
                </c:pt>
                <c:pt idx="168">
                  <c:v>139.03379000000001</c:v>
                </c:pt>
                <c:pt idx="169">
                  <c:v>139.03322</c:v>
                </c:pt>
                <c:pt idx="170">
                  <c:v>136.80135999999999</c:v>
                </c:pt>
                <c:pt idx="171">
                  <c:v>136.74454</c:v>
                </c:pt>
                <c:pt idx="172">
                  <c:v>136.94757000000001</c:v>
                </c:pt>
                <c:pt idx="173">
                  <c:v>133.59316999999999</c:v>
                </c:pt>
                <c:pt idx="174">
                  <c:v>131.87914000000001</c:v>
                </c:pt>
                <c:pt idx="175">
                  <c:v>131.21133</c:v>
                </c:pt>
                <c:pt idx="176">
                  <c:v>132.17198999999999</c:v>
                </c:pt>
                <c:pt idx="177">
                  <c:v>134.31994</c:v>
                </c:pt>
                <c:pt idx="178">
                  <c:v>132.75349</c:v>
                </c:pt>
                <c:pt idx="179">
                  <c:v>132.24923999999999</c:v>
                </c:pt>
                <c:pt idx="180">
                  <c:v>132.74762999999999</c:v>
                </c:pt>
                <c:pt idx="181">
                  <c:v>129.65520000000001</c:v>
                </c:pt>
                <c:pt idx="182">
                  <c:v>128.64534</c:v>
                </c:pt>
                <c:pt idx="183">
                  <c:v>130.47586999999999</c:v>
                </c:pt>
                <c:pt idx="184">
                  <c:v>132.14496</c:v>
                </c:pt>
                <c:pt idx="185">
                  <c:v>131.17975000000001</c:v>
                </c:pt>
                <c:pt idx="186">
                  <c:v>133.17592999999999</c:v>
                </c:pt>
                <c:pt idx="187">
                  <c:v>132.17258000000001</c:v>
                </c:pt>
                <c:pt idx="188">
                  <c:v>131.39118999999999</c:v>
                </c:pt>
                <c:pt idx="189">
                  <c:v>131.52073999999999</c:v>
                </c:pt>
                <c:pt idx="190">
                  <c:v>132.29289</c:v>
                </c:pt>
                <c:pt idx="191">
                  <c:v>131.75612000000001</c:v>
                </c:pt>
                <c:pt idx="192">
                  <c:v>133.14632</c:v>
                </c:pt>
                <c:pt idx="193">
                  <c:v>133.2784</c:v>
                </c:pt>
                <c:pt idx="194">
                  <c:v>133.38842</c:v>
                </c:pt>
                <c:pt idx="195">
                  <c:v>132.83627999999999</c:v>
                </c:pt>
                <c:pt idx="196">
                  <c:v>134.92339999999999</c:v>
                </c:pt>
                <c:pt idx="197">
                  <c:v>136.49557999999999</c:v>
                </c:pt>
                <c:pt idx="198">
                  <c:v>136.73170999999999</c:v>
                </c:pt>
                <c:pt idx="199">
                  <c:v>137.09721999999999</c:v>
                </c:pt>
                <c:pt idx="200">
                  <c:v>137.10614000000001</c:v>
                </c:pt>
                <c:pt idx="201">
                  <c:v>137.32641000000001</c:v>
                </c:pt>
                <c:pt idx="202">
                  <c:v>138.77302</c:v>
                </c:pt>
                <c:pt idx="203">
                  <c:v>139.30717000000001</c:v>
                </c:pt>
                <c:pt idx="204">
                  <c:v>137.2227</c:v>
                </c:pt>
                <c:pt idx="205">
                  <c:v>137.95058</c:v>
                </c:pt>
                <c:pt idx="206">
                  <c:v>137.99189999999999</c:v>
                </c:pt>
                <c:pt idx="207">
                  <c:v>138.65562</c:v>
                </c:pt>
                <c:pt idx="208">
                  <c:v>138.48908</c:v>
                </c:pt>
                <c:pt idx="209">
                  <c:v>136.92648</c:v>
                </c:pt>
                <c:pt idx="210">
                  <c:v>137.13388</c:v>
                </c:pt>
                <c:pt idx="211">
                  <c:v>135.49141</c:v>
                </c:pt>
                <c:pt idx="212">
                  <c:v>136.0582</c:v>
                </c:pt>
                <c:pt idx="213">
                  <c:v>136.88317000000001</c:v>
                </c:pt>
                <c:pt idx="214">
                  <c:v>137.0735</c:v>
                </c:pt>
                <c:pt idx="215">
                  <c:v>135.88364999999999</c:v>
                </c:pt>
                <c:pt idx="216">
                  <c:v>132.39816999999999</c:v>
                </c:pt>
                <c:pt idx="217">
                  <c:v>132.81829999999999</c:v>
                </c:pt>
                <c:pt idx="218">
                  <c:v>133.99722</c:v>
                </c:pt>
                <c:pt idx="219">
                  <c:v>134.86201</c:v>
                </c:pt>
                <c:pt idx="220">
                  <c:v>132.91070999999999</c:v>
                </c:pt>
                <c:pt idx="221">
                  <c:v>134.14679000000001</c:v>
                </c:pt>
                <c:pt idx="222">
                  <c:v>135.75357</c:v>
                </c:pt>
                <c:pt idx="223">
                  <c:v>138.95759000000001</c:v>
                </c:pt>
                <c:pt idx="224">
                  <c:v>138.30484000000001</c:v>
                </c:pt>
                <c:pt idx="225">
                  <c:v>139.74463</c:v>
                </c:pt>
                <c:pt idx="226">
                  <c:v>140.48104000000001</c:v>
                </c:pt>
                <c:pt idx="227">
                  <c:v>140.81899999999999</c:v>
                </c:pt>
                <c:pt idx="228">
                  <c:v>140.75360000000001</c:v>
                </c:pt>
                <c:pt idx="229">
                  <c:v>141.50371000000001</c:v>
                </c:pt>
                <c:pt idx="230">
                  <c:v>141.43476999999999</c:v>
                </c:pt>
                <c:pt idx="231">
                  <c:v>141.06943999999999</c:v>
                </c:pt>
                <c:pt idx="232">
                  <c:v>141.54217</c:v>
                </c:pt>
                <c:pt idx="233">
                  <c:v>141.29670999999999</c:v>
                </c:pt>
                <c:pt idx="234">
                  <c:v>141.92985999999999</c:v>
                </c:pt>
                <c:pt idx="235">
                  <c:v>141.87571</c:v>
                </c:pt>
                <c:pt idx="236">
                  <c:v>141.97154</c:v>
                </c:pt>
                <c:pt idx="237">
                  <c:v>141.70712</c:v>
                </c:pt>
                <c:pt idx="238">
                  <c:v>142.91578999999999</c:v>
                </c:pt>
                <c:pt idx="239">
                  <c:v>144.24441999999999</c:v>
                </c:pt>
                <c:pt idx="240">
                  <c:v>143.71675999999999</c:v>
                </c:pt>
                <c:pt idx="241">
                  <c:v>143.97342</c:v>
                </c:pt>
                <c:pt idx="242">
                  <c:v>144.37742</c:v>
                </c:pt>
                <c:pt idx="243">
                  <c:v>143.75469000000001</c:v>
                </c:pt>
                <c:pt idx="244">
                  <c:v>143.88111000000001</c:v>
                </c:pt>
                <c:pt idx="245">
                  <c:v>144.07123000000001</c:v>
                </c:pt>
                <c:pt idx="246">
                  <c:v>143.24394000000001</c:v>
                </c:pt>
                <c:pt idx="247">
                  <c:v>143.08250000000001</c:v>
                </c:pt>
                <c:pt idx="248">
                  <c:v>144.46727000000001</c:v>
                </c:pt>
                <c:pt idx="249">
                  <c:v>144.59272999999999</c:v>
                </c:pt>
                <c:pt idx="250">
                  <c:v>144.26840999999999</c:v>
                </c:pt>
                <c:pt idx="251">
                  <c:v>143.67213000000001</c:v>
                </c:pt>
                <c:pt idx="252">
                  <c:v>143.19438</c:v>
                </c:pt>
                <c:pt idx="253">
                  <c:v>143.08491000000001</c:v>
                </c:pt>
                <c:pt idx="254">
                  <c:v>143.73956999999999</c:v>
                </c:pt>
                <c:pt idx="255">
                  <c:v>144.16991999999999</c:v>
                </c:pt>
                <c:pt idx="256">
                  <c:v>144.09472</c:v>
                </c:pt>
                <c:pt idx="257">
                  <c:v>143.83086</c:v>
                </c:pt>
                <c:pt idx="258">
                  <c:v>143.68565000000001</c:v>
                </c:pt>
                <c:pt idx="259">
                  <c:v>141.79256000000001</c:v>
                </c:pt>
                <c:pt idx="260">
                  <c:v>141.32055</c:v>
                </c:pt>
                <c:pt idx="261">
                  <c:v>142.86765</c:v>
                </c:pt>
                <c:pt idx="262">
                  <c:v>142.93989999999999</c:v>
                </c:pt>
                <c:pt idx="263">
                  <c:v>143.83462</c:v>
                </c:pt>
                <c:pt idx="264">
                  <c:v>143.25935999999999</c:v>
                </c:pt>
                <c:pt idx="265">
                  <c:v>143.5027</c:v>
                </c:pt>
                <c:pt idx="266">
                  <c:v>143.99867</c:v>
                </c:pt>
                <c:pt idx="267">
                  <c:v>144.92684</c:v>
                </c:pt>
                <c:pt idx="268">
                  <c:v>145.78156000000001</c:v>
                </c:pt>
                <c:pt idx="269">
                  <c:v>147.71583999999999</c:v>
                </c:pt>
                <c:pt idx="270">
                  <c:v>147.19045</c:v>
                </c:pt>
                <c:pt idx="271">
                  <c:v>146.51667</c:v>
                </c:pt>
                <c:pt idx="272">
                  <c:v>146.76334</c:v>
                </c:pt>
                <c:pt idx="273">
                  <c:v>147.21559999999999</c:v>
                </c:pt>
                <c:pt idx="274">
                  <c:v>147.50364999999999</c:v>
                </c:pt>
                <c:pt idx="275">
                  <c:v>147.48358999999999</c:v>
                </c:pt>
                <c:pt idx="276">
                  <c:v>147.57669999999999</c:v>
                </c:pt>
                <c:pt idx="277">
                  <c:v>147.67922999999999</c:v>
                </c:pt>
                <c:pt idx="278">
                  <c:v>148.92491000000001</c:v>
                </c:pt>
                <c:pt idx="279">
                  <c:v>148.02982</c:v>
                </c:pt>
                <c:pt idx="280">
                  <c:v>148.03291999999999</c:v>
                </c:pt>
                <c:pt idx="281">
                  <c:v>147.83517000000001</c:v>
                </c:pt>
                <c:pt idx="282">
                  <c:v>149.08945</c:v>
                </c:pt>
                <c:pt idx="283">
                  <c:v>148.44560000000001</c:v>
                </c:pt>
                <c:pt idx="284">
                  <c:v>147.95749000000001</c:v>
                </c:pt>
                <c:pt idx="285">
                  <c:v>147.66212999999999</c:v>
                </c:pt>
                <c:pt idx="286">
                  <c:v>147.81970000000001</c:v>
                </c:pt>
                <c:pt idx="287">
                  <c:v>148.41655</c:v>
                </c:pt>
                <c:pt idx="288">
                  <c:v>148.52162999999999</c:v>
                </c:pt>
                <c:pt idx="289">
                  <c:v>148.50779</c:v>
                </c:pt>
                <c:pt idx="290">
                  <c:v>148.51025000000001</c:v>
                </c:pt>
                <c:pt idx="291">
                  <c:v>148.64743000000001</c:v>
                </c:pt>
                <c:pt idx="292">
                  <c:v>148.64734999999999</c:v>
                </c:pt>
                <c:pt idx="293">
                  <c:v>149.25945999999999</c:v>
                </c:pt>
                <c:pt idx="294">
                  <c:v>149.04975999999999</c:v>
                </c:pt>
                <c:pt idx="295">
                  <c:v>148.64000999999999</c:v>
                </c:pt>
                <c:pt idx="296">
                  <c:v>148.04954000000001</c:v>
                </c:pt>
                <c:pt idx="297">
                  <c:v>146.51571000000001</c:v>
                </c:pt>
                <c:pt idx="298">
                  <c:v>147.62992</c:v>
                </c:pt>
                <c:pt idx="299">
                  <c:v>143.86261999999999</c:v>
                </c:pt>
                <c:pt idx="300">
                  <c:v>145.37329</c:v>
                </c:pt>
                <c:pt idx="301">
                  <c:v>145.91517999999999</c:v>
                </c:pt>
                <c:pt idx="302">
                  <c:v>144.72649999999999</c:v>
                </c:pt>
                <c:pt idx="303">
                  <c:v>143.48661000000001</c:v>
                </c:pt>
                <c:pt idx="304">
                  <c:v>143.95003</c:v>
                </c:pt>
                <c:pt idx="305">
                  <c:v>146.05350000000001</c:v>
                </c:pt>
                <c:pt idx="306">
                  <c:v>147.43550999999999</c:v>
                </c:pt>
                <c:pt idx="307">
                  <c:v>148.12233000000001</c:v>
                </c:pt>
                <c:pt idx="308">
                  <c:v>147.28631999999999</c:v>
                </c:pt>
                <c:pt idx="309">
                  <c:v>146.71866</c:v>
                </c:pt>
                <c:pt idx="310">
                  <c:v>148.17451</c:v>
                </c:pt>
                <c:pt idx="311">
                  <c:v>148.71626000000001</c:v>
                </c:pt>
                <c:pt idx="312">
                  <c:v>148.00349</c:v>
                </c:pt>
                <c:pt idx="313">
                  <c:v>147.92117999999999</c:v>
                </c:pt>
                <c:pt idx="314">
                  <c:v>148.16973999999999</c:v>
                </c:pt>
                <c:pt idx="315">
                  <c:v>147.09884</c:v>
                </c:pt>
                <c:pt idx="316">
                  <c:v>148.17006000000001</c:v>
                </c:pt>
                <c:pt idx="317">
                  <c:v>146.79213999999999</c:v>
                </c:pt>
                <c:pt idx="318">
                  <c:v>146.71080000000001</c:v>
                </c:pt>
                <c:pt idx="319">
                  <c:v>141.18297999999999</c:v>
                </c:pt>
                <c:pt idx="320">
                  <c:v>138.63668999999999</c:v>
                </c:pt>
                <c:pt idx="321">
                  <c:v>138.82638</c:v>
                </c:pt>
                <c:pt idx="322">
                  <c:v>135.38944000000001</c:v>
                </c:pt>
                <c:pt idx="323">
                  <c:v>131.03280000000001</c:v>
                </c:pt>
                <c:pt idx="324">
                  <c:v>133.35883999999999</c:v>
                </c:pt>
                <c:pt idx="325">
                  <c:v>134.40513000000001</c:v>
                </c:pt>
                <c:pt idx="326">
                  <c:v>135.72949</c:v>
                </c:pt>
                <c:pt idx="327">
                  <c:v>134.45059000000001</c:v>
                </c:pt>
                <c:pt idx="328">
                  <c:v>130.56619000000001</c:v>
                </c:pt>
                <c:pt idx="329">
                  <c:v>121.69293</c:v>
                </c:pt>
                <c:pt idx="330">
                  <c:v>118.23148999999999</c:v>
                </c:pt>
                <c:pt idx="331">
                  <c:v>117.29877</c:v>
                </c:pt>
                <c:pt idx="332">
                  <c:v>101.69104</c:v>
                </c:pt>
                <c:pt idx="333">
                  <c:v>102.36046</c:v>
                </c:pt>
                <c:pt idx="334">
                  <c:v>97.126779999999997</c:v>
                </c:pt>
                <c:pt idx="335">
                  <c:v>98.046080000000003</c:v>
                </c:pt>
                <c:pt idx="336">
                  <c:v>92.185130000000001</c:v>
                </c:pt>
                <c:pt idx="337">
                  <c:v>93.537379999999999</c:v>
                </c:pt>
                <c:pt idx="338">
                  <c:v>96.759110000000007</c:v>
                </c:pt>
                <c:pt idx="339">
                  <c:v>94.897080000000003</c:v>
                </c:pt>
                <c:pt idx="340">
                  <c:v>103.07001</c:v>
                </c:pt>
                <c:pt idx="341">
                  <c:v>107.05852</c:v>
                </c:pt>
                <c:pt idx="342">
                  <c:v>110.89604</c:v>
                </c:pt>
                <c:pt idx="343">
                  <c:v>107.24281999999999</c:v>
                </c:pt>
                <c:pt idx="344">
                  <c:v>107.33792</c:v>
                </c:pt>
                <c:pt idx="345">
                  <c:v>108.0829</c:v>
                </c:pt>
                <c:pt idx="346">
                  <c:v>103.80732999999999</c:v>
                </c:pt>
                <c:pt idx="347">
                  <c:v>103.49348000000001</c:v>
                </c:pt>
                <c:pt idx="348">
                  <c:v>101.81412</c:v>
                </c:pt>
                <c:pt idx="349">
                  <c:v>106.69141999999999</c:v>
                </c:pt>
                <c:pt idx="350">
                  <c:v>109.94652000000001</c:v>
                </c:pt>
                <c:pt idx="351">
                  <c:v>109.6987</c:v>
                </c:pt>
                <c:pt idx="352">
                  <c:v>112.31316</c:v>
                </c:pt>
                <c:pt idx="353">
                  <c:v>112.44667</c:v>
                </c:pt>
                <c:pt idx="354">
                  <c:v>112.10045</c:v>
                </c:pt>
                <c:pt idx="355">
                  <c:v>113.21516</c:v>
                </c:pt>
                <c:pt idx="356">
                  <c:v>108.55946</c:v>
                </c:pt>
                <c:pt idx="357">
                  <c:v>107.979</c:v>
                </c:pt>
                <c:pt idx="358">
                  <c:v>111.16691</c:v>
                </c:pt>
                <c:pt idx="359">
                  <c:v>111.67327</c:v>
                </c:pt>
                <c:pt idx="360">
                  <c:v>107.48913</c:v>
                </c:pt>
                <c:pt idx="361">
                  <c:v>109.00614</c:v>
                </c:pt>
                <c:pt idx="362">
                  <c:v>109.97049</c:v>
                </c:pt>
                <c:pt idx="363">
                  <c:v>108.32554</c:v>
                </c:pt>
                <c:pt idx="364">
                  <c:v>111.2454</c:v>
                </c:pt>
                <c:pt idx="365">
                  <c:v>113.02271</c:v>
                </c:pt>
                <c:pt idx="366">
                  <c:v>115.83744</c:v>
                </c:pt>
                <c:pt idx="367">
                  <c:v>114.44619</c:v>
                </c:pt>
                <c:pt idx="368">
                  <c:v>114.9303</c:v>
                </c:pt>
                <c:pt idx="369">
                  <c:v>109.79374</c:v>
                </c:pt>
                <c:pt idx="370">
                  <c:v>111.56192</c:v>
                </c:pt>
                <c:pt idx="371">
                  <c:v>110.27441</c:v>
                </c:pt>
                <c:pt idx="372">
                  <c:v>111.79961</c:v>
                </c:pt>
                <c:pt idx="373">
                  <c:v>113.41699</c:v>
                </c:pt>
                <c:pt idx="374">
                  <c:v>112.10306</c:v>
                </c:pt>
                <c:pt idx="375">
                  <c:v>112.61472000000001</c:v>
                </c:pt>
                <c:pt idx="376">
                  <c:v>109.75055999999999</c:v>
                </c:pt>
                <c:pt idx="377">
                  <c:v>107.27410999999999</c:v>
                </c:pt>
                <c:pt idx="378">
                  <c:v>107.87255</c:v>
                </c:pt>
                <c:pt idx="379">
                  <c:v>114.02173999999999</c:v>
                </c:pt>
                <c:pt idx="380">
                  <c:v>113.3698</c:v>
                </c:pt>
                <c:pt idx="381">
                  <c:v>115.32286000000001</c:v>
                </c:pt>
                <c:pt idx="382">
                  <c:v>113.84951</c:v>
                </c:pt>
                <c:pt idx="383">
                  <c:v>113.45144000000001</c:v>
                </c:pt>
                <c:pt idx="384">
                  <c:v>115.87625</c:v>
                </c:pt>
                <c:pt idx="385">
                  <c:v>118.37671</c:v>
                </c:pt>
                <c:pt idx="386">
                  <c:v>119.82768</c:v>
                </c:pt>
                <c:pt idx="387">
                  <c:v>122.63352</c:v>
                </c:pt>
                <c:pt idx="388">
                  <c:v>121.06986000000001</c:v>
                </c:pt>
                <c:pt idx="389">
                  <c:v>122.59996</c:v>
                </c:pt>
                <c:pt idx="390">
                  <c:v>125.88370999999999</c:v>
                </c:pt>
                <c:pt idx="391">
                  <c:v>130.51551000000001</c:v>
                </c:pt>
                <c:pt idx="392">
                  <c:v>131.38059999999999</c:v>
                </c:pt>
                <c:pt idx="393">
                  <c:v>134.6524</c:v>
                </c:pt>
                <c:pt idx="394">
                  <c:v>134.0883</c:v>
                </c:pt>
                <c:pt idx="395">
                  <c:v>132.91898</c:v>
                </c:pt>
                <c:pt idx="396">
                  <c:v>132.01315</c:v>
                </c:pt>
                <c:pt idx="397">
                  <c:v>126.49212</c:v>
                </c:pt>
                <c:pt idx="398">
                  <c:v>125.55297</c:v>
                </c:pt>
                <c:pt idx="399">
                  <c:v>125.72539999999999</c:v>
                </c:pt>
                <c:pt idx="400">
                  <c:v>129.41163</c:v>
                </c:pt>
                <c:pt idx="401">
                  <c:v>129.76803000000001</c:v>
                </c:pt>
                <c:pt idx="402">
                  <c:v>128.54104000000001</c:v>
                </c:pt>
                <c:pt idx="403">
                  <c:v>128.96463</c:v>
                </c:pt>
                <c:pt idx="404">
                  <c:v>128.81897000000001</c:v>
                </c:pt>
                <c:pt idx="405">
                  <c:v>131.37790000000001</c:v>
                </c:pt>
                <c:pt idx="406">
                  <c:v>127.1087</c:v>
                </c:pt>
                <c:pt idx="407">
                  <c:v>127.55634999999999</c:v>
                </c:pt>
                <c:pt idx="408">
                  <c:v>127.05117</c:v>
                </c:pt>
                <c:pt idx="409">
                  <c:v>127.88036</c:v>
                </c:pt>
                <c:pt idx="410">
                  <c:v>128.27723</c:v>
                </c:pt>
                <c:pt idx="411">
                  <c:v>128.39856</c:v>
                </c:pt>
                <c:pt idx="412">
                  <c:v>131.16392999999999</c:v>
                </c:pt>
                <c:pt idx="413">
                  <c:v>130.45813000000001</c:v>
                </c:pt>
                <c:pt idx="414">
                  <c:v>133.41015999999999</c:v>
                </c:pt>
                <c:pt idx="415">
                  <c:v>132.19562999999999</c:v>
                </c:pt>
                <c:pt idx="416">
                  <c:v>131.59531999999999</c:v>
                </c:pt>
                <c:pt idx="417">
                  <c:v>129.98222000000001</c:v>
                </c:pt>
                <c:pt idx="418">
                  <c:v>131.37052</c:v>
                </c:pt>
                <c:pt idx="419">
                  <c:v>134.01643999999999</c:v>
                </c:pt>
                <c:pt idx="420">
                  <c:v>133.27986000000001</c:v>
                </c:pt>
                <c:pt idx="421">
                  <c:v>135.30834999999999</c:v>
                </c:pt>
                <c:pt idx="422">
                  <c:v>134.98638</c:v>
                </c:pt>
                <c:pt idx="423">
                  <c:v>135.21018000000001</c:v>
                </c:pt>
                <c:pt idx="424">
                  <c:v>136.38251</c:v>
                </c:pt>
                <c:pt idx="425">
                  <c:v>137.90282999999999</c:v>
                </c:pt>
                <c:pt idx="426">
                  <c:v>137.54425000000001</c:v>
                </c:pt>
                <c:pt idx="427">
                  <c:v>138.15332000000001</c:v>
                </c:pt>
                <c:pt idx="428">
                  <c:v>135.78684999999999</c:v>
                </c:pt>
                <c:pt idx="429">
                  <c:v>136.67433</c:v>
                </c:pt>
                <c:pt idx="430">
                  <c:v>136.61394000000001</c:v>
                </c:pt>
                <c:pt idx="431">
                  <c:v>137.09916000000001</c:v>
                </c:pt>
                <c:pt idx="432">
                  <c:v>133.84119000000001</c:v>
                </c:pt>
                <c:pt idx="433">
                  <c:v>132.37354999999999</c:v>
                </c:pt>
                <c:pt idx="434">
                  <c:v>134.68747999999999</c:v>
                </c:pt>
                <c:pt idx="435">
                  <c:v>135.13570999999999</c:v>
                </c:pt>
                <c:pt idx="436">
                  <c:v>137.02771999999999</c:v>
                </c:pt>
                <c:pt idx="437">
                  <c:v>136.05189999999999</c:v>
                </c:pt>
                <c:pt idx="438">
                  <c:v>135.29784000000001</c:v>
                </c:pt>
                <c:pt idx="439">
                  <c:v>135.41971000000001</c:v>
                </c:pt>
                <c:pt idx="440">
                  <c:v>138.39411999999999</c:v>
                </c:pt>
                <c:pt idx="441">
                  <c:v>140.07374999999999</c:v>
                </c:pt>
                <c:pt idx="442">
                  <c:v>139.637</c:v>
                </c:pt>
                <c:pt idx="443">
                  <c:v>138.27687</c:v>
                </c:pt>
                <c:pt idx="444">
                  <c:v>138.78926000000001</c:v>
                </c:pt>
                <c:pt idx="445">
                  <c:v>138.88789</c:v>
                </c:pt>
                <c:pt idx="446">
                  <c:v>139.08687</c:v>
                </c:pt>
                <c:pt idx="447">
                  <c:v>137.10312999999999</c:v>
                </c:pt>
                <c:pt idx="448">
                  <c:v>135.82580999999999</c:v>
                </c:pt>
                <c:pt idx="449">
                  <c:v>138.87891999999999</c:v>
                </c:pt>
                <c:pt idx="450">
                  <c:v>138.98258999999999</c:v>
                </c:pt>
                <c:pt idx="451">
                  <c:v>140.49245999999999</c:v>
                </c:pt>
                <c:pt idx="452">
                  <c:v>138.9453</c:v>
                </c:pt>
                <c:pt idx="453">
                  <c:v>139.50648000000001</c:v>
                </c:pt>
                <c:pt idx="454">
                  <c:v>138.67294999999999</c:v>
                </c:pt>
                <c:pt idx="455">
                  <c:v>138.65147999999999</c:v>
                </c:pt>
                <c:pt idx="456">
                  <c:v>139.86539999999999</c:v>
                </c:pt>
                <c:pt idx="457">
                  <c:v>138.05088000000001</c:v>
                </c:pt>
                <c:pt idx="458">
                  <c:v>136.46430000000001</c:v>
                </c:pt>
                <c:pt idx="459">
                  <c:v>138.47488999999999</c:v>
                </c:pt>
                <c:pt idx="460">
                  <c:v>136.41779</c:v>
                </c:pt>
                <c:pt idx="461">
                  <c:v>138.87452999999999</c:v>
                </c:pt>
                <c:pt idx="462">
                  <c:v>139.16204999999999</c:v>
                </c:pt>
                <c:pt idx="463">
                  <c:v>138.94638</c:v>
                </c:pt>
                <c:pt idx="464">
                  <c:v>139.45624000000001</c:v>
                </c:pt>
                <c:pt idx="465">
                  <c:v>139.91945000000001</c:v>
                </c:pt>
                <c:pt idx="466">
                  <c:v>140.20708999999999</c:v>
                </c:pt>
                <c:pt idx="467">
                  <c:v>139.22438</c:v>
                </c:pt>
                <c:pt idx="468">
                  <c:v>138.54634999999999</c:v>
                </c:pt>
                <c:pt idx="469">
                  <c:v>132.12381999999999</c:v>
                </c:pt>
                <c:pt idx="470">
                  <c:v>131.88499999999999</c:v>
                </c:pt>
                <c:pt idx="471">
                  <c:v>132.25287</c:v>
                </c:pt>
                <c:pt idx="472">
                  <c:v>131.2491</c:v>
                </c:pt>
                <c:pt idx="473">
                  <c:v>130.02242000000001</c:v>
                </c:pt>
                <c:pt idx="474">
                  <c:v>133.72952000000001</c:v>
                </c:pt>
                <c:pt idx="475">
                  <c:v>134.18377000000001</c:v>
                </c:pt>
                <c:pt idx="476">
                  <c:v>133.53479999999999</c:v>
                </c:pt>
                <c:pt idx="477">
                  <c:v>134.14915999999999</c:v>
                </c:pt>
                <c:pt idx="478">
                  <c:v>133.84405000000001</c:v>
                </c:pt>
                <c:pt idx="479">
                  <c:v>136.10212999999999</c:v>
                </c:pt>
                <c:pt idx="480">
                  <c:v>136.62012999999999</c:v>
                </c:pt>
                <c:pt idx="481">
                  <c:v>136.53471999999999</c:v>
                </c:pt>
                <c:pt idx="482">
                  <c:v>137.41407000000001</c:v>
                </c:pt>
                <c:pt idx="483">
                  <c:v>138.81585000000001</c:v>
                </c:pt>
                <c:pt idx="484">
                  <c:v>139.67393000000001</c:v>
                </c:pt>
                <c:pt idx="485">
                  <c:v>137.91077999999999</c:v>
                </c:pt>
                <c:pt idx="486">
                  <c:v>138.19681</c:v>
                </c:pt>
                <c:pt idx="487">
                  <c:v>134.57526999999999</c:v>
                </c:pt>
                <c:pt idx="488">
                  <c:v>136.76599999999999</c:v>
                </c:pt>
                <c:pt idx="489">
                  <c:v>137.28963999999999</c:v>
                </c:pt>
                <c:pt idx="490">
                  <c:v>137.52932000000001</c:v>
                </c:pt>
                <c:pt idx="491">
                  <c:v>135.95717999999999</c:v>
                </c:pt>
                <c:pt idx="492">
                  <c:v>135.22381999999999</c:v>
                </c:pt>
                <c:pt idx="493">
                  <c:v>136.48963000000001</c:v>
                </c:pt>
                <c:pt idx="494">
                  <c:v>132.96532999999999</c:v>
                </c:pt>
                <c:pt idx="495">
                  <c:v>131.47591</c:v>
                </c:pt>
                <c:pt idx="496">
                  <c:v>126.35720999999999</c:v>
                </c:pt>
                <c:pt idx="497">
                  <c:v>125.23653</c:v>
                </c:pt>
                <c:pt idx="498">
                  <c:v>125.17691000000001</c:v>
                </c:pt>
                <c:pt idx="499">
                  <c:v>127.20416</c:v>
                </c:pt>
                <c:pt idx="500">
                  <c:v>131.15610000000001</c:v>
                </c:pt>
                <c:pt idx="501">
                  <c:v>133.7484</c:v>
                </c:pt>
                <c:pt idx="502">
                  <c:v>136.73527999999999</c:v>
                </c:pt>
                <c:pt idx="503">
                  <c:v>137.09425999999999</c:v>
                </c:pt>
                <c:pt idx="504">
                  <c:v>143.71975</c:v>
                </c:pt>
                <c:pt idx="505">
                  <c:v>145.27807999999999</c:v>
                </c:pt>
                <c:pt idx="506">
                  <c:v>145.73432</c:v>
                </c:pt>
                <c:pt idx="507">
                  <c:v>144.74954</c:v>
                </c:pt>
                <c:pt idx="508">
                  <c:v>145.48061000000001</c:v>
                </c:pt>
                <c:pt idx="509">
                  <c:v>147.36966000000001</c:v>
                </c:pt>
                <c:pt idx="510">
                  <c:v>147.63455999999999</c:v>
                </c:pt>
                <c:pt idx="511">
                  <c:v>148.4042</c:v>
                </c:pt>
                <c:pt idx="512">
                  <c:v>147.05447000000001</c:v>
                </c:pt>
                <c:pt idx="513">
                  <c:v>147.84558000000001</c:v>
                </c:pt>
                <c:pt idx="514">
                  <c:v>147.4581</c:v>
                </c:pt>
                <c:pt idx="515">
                  <c:v>149.69692000000001</c:v>
                </c:pt>
                <c:pt idx="516">
                  <c:v>150.47823</c:v>
                </c:pt>
                <c:pt idx="517">
                  <c:v>150.31442000000001</c:v>
                </c:pt>
                <c:pt idx="518">
                  <c:v>151.86909</c:v>
                </c:pt>
                <c:pt idx="519">
                  <c:v>150.4014</c:v>
                </c:pt>
                <c:pt idx="520">
                  <c:v>152.70229</c:v>
                </c:pt>
                <c:pt idx="521">
                  <c:v>153.11758</c:v>
                </c:pt>
                <c:pt idx="522">
                  <c:v>153.63609</c:v>
                </c:pt>
                <c:pt idx="523">
                  <c:v>154.67314999999999</c:v>
                </c:pt>
                <c:pt idx="524">
                  <c:v>153.99700999999999</c:v>
                </c:pt>
                <c:pt idx="525">
                  <c:v>153.76140000000001</c:v>
                </c:pt>
                <c:pt idx="526">
                  <c:v>153.3348</c:v>
                </c:pt>
                <c:pt idx="527">
                  <c:v>153.61433</c:v>
                </c:pt>
                <c:pt idx="528">
                  <c:v>152.20357999999999</c:v>
                </c:pt>
                <c:pt idx="529">
                  <c:v>153.45973000000001</c:v>
                </c:pt>
                <c:pt idx="530">
                  <c:v>154.26776000000001</c:v>
                </c:pt>
                <c:pt idx="531">
                  <c:v>155.32560000000001</c:v>
                </c:pt>
                <c:pt idx="532">
                  <c:v>157.00363999999999</c:v>
                </c:pt>
                <c:pt idx="533">
                  <c:v>156.30001999999999</c:v>
                </c:pt>
                <c:pt idx="534">
                  <c:v>152.46593999999999</c:v>
                </c:pt>
                <c:pt idx="535">
                  <c:v>153.75028</c:v>
                </c:pt>
                <c:pt idx="536">
                  <c:v>155.56497999999999</c:v>
                </c:pt>
                <c:pt idx="537">
                  <c:v>155.65342000000001</c:v>
                </c:pt>
                <c:pt idx="538">
                  <c:v>155.78118000000001</c:v>
                </c:pt>
                <c:pt idx="539">
                  <c:v>157.39625000000001</c:v>
                </c:pt>
                <c:pt idx="540">
                  <c:v>158.24155999999999</c:v>
                </c:pt>
                <c:pt idx="541">
                  <c:v>158.40065999999999</c:v>
                </c:pt>
                <c:pt idx="542">
                  <c:v>156.76214999999999</c:v>
                </c:pt>
                <c:pt idx="543">
                  <c:v>156.63391999999999</c:v>
                </c:pt>
                <c:pt idx="544">
                  <c:v>158.18427</c:v>
                </c:pt>
                <c:pt idx="545">
                  <c:v>158.15832</c:v>
                </c:pt>
                <c:pt idx="546">
                  <c:v>160.3048</c:v>
                </c:pt>
                <c:pt idx="547">
                  <c:v>160.64044000000001</c:v>
                </c:pt>
                <c:pt idx="548">
                  <c:v>161.27544</c:v>
                </c:pt>
                <c:pt idx="549">
                  <c:v>159.25459000000001</c:v>
                </c:pt>
                <c:pt idx="550">
                  <c:v>159.29356000000001</c:v>
                </c:pt>
                <c:pt idx="551">
                  <c:v>159.43351999999999</c:v>
                </c:pt>
                <c:pt idx="552">
                  <c:v>160.37184999999999</c:v>
                </c:pt>
                <c:pt idx="553">
                  <c:v>157.50718000000001</c:v>
                </c:pt>
                <c:pt idx="554">
                  <c:v>157.53926000000001</c:v>
                </c:pt>
                <c:pt idx="555">
                  <c:v>157.82584</c:v>
                </c:pt>
                <c:pt idx="556">
                  <c:v>158.85751999999999</c:v>
                </c:pt>
                <c:pt idx="557">
                  <c:v>159.35127</c:v>
                </c:pt>
                <c:pt idx="558">
                  <c:v>158.66559000000001</c:v>
                </c:pt>
                <c:pt idx="559">
                  <c:v>156.33858000000001</c:v>
                </c:pt>
                <c:pt idx="560">
                  <c:v>157.78558000000001</c:v>
                </c:pt>
                <c:pt idx="561">
                  <c:v>155.09076999999999</c:v>
                </c:pt>
                <c:pt idx="562">
                  <c:v>156.01953</c:v>
                </c:pt>
                <c:pt idx="563">
                  <c:v>153.40538000000001</c:v>
                </c:pt>
                <c:pt idx="564">
                  <c:v>154.66739000000001</c:v>
                </c:pt>
                <c:pt idx="565">
                  <c:v>156.37139999999999</c:v>
                </c:pt>
                <c:pt idx="566">
                  <c:v>157.32495</c:v>
                </c:pt>
                <c:pt idx="567">
                  <c:v>157.68951999999999</c:v>
                </c:pt>
                <c:pt idx="568">
                  <c:v>159.24203</c:v>
                </c:pt>
                <c:pt idx="569">
                  <c:v>159.79864000000001</c:v>
                </c:pt>
                <c:pt idx="570">
                  <c:v>160.25483</c:v>
                </c:pt>
                <c:pt idx="571">
                  <c:v>160.14573999999999</c:v>
                </c:pt>
                <c:pt idx="572">
                  <c:v>160.83652000000001</c:v>
                </c:pt>
                <c:pt idx="573">
                  <c:v>161.58989</c:v>
                </c:pt>
                <c:pt idx="574">
                  <c:v>163.2533</c:v>
                </c:pt>
                <c:pt idx="575">
                  <c:v>162.72341</c:v>
                </c:pt>
                <c:pt idx="576">
                  <c:v>160.62801999999999</c:v>
                </c:pt>
                <c:pt idx="577">
                  <c:v>160.04348999999999</c:v>
                </c:pt>
                <c:pt idx="578">
                  <c:v>161.98688999999999</c:v>
                </c:pt>
                <c:pt idx="579">
                  <c:v>161.62819999999999</c:v>
                </c:pt>
                <c:pt idx="580">
                  <c:v>160.75984</c:v>
                </c:pt>
                <c:pt idx="581">
                  <c:v>161.28570999999999</c:v>
                </c:pt>
                <c:pt idx="582">
                  <c:v>161.93339</c:v>
                </c:pt>
                <c:pt idx="583">
                  <c:v>158.13179</c:v>
                </c:pt>
                <c:pt idx="584">
                  <c:v>160.34541999999999</c:v>
                </c:pt>
                <c:pt idx="585">
                  <c:v>160.81657000000001</c:v>
                </c:pt>
                <c:pt idx="586">
                  <c:v>160.8074</c:v>
                </c:pt>
                <c:pt idx="587">
                  <c:v>159.37074999999999</c:v>
                </c:pt>
                <c:pt idx="588">
                  <c:v>156.89449999999999</c:v>
                </c:pt>
                <c:pt idx="589">
                  <c:v>159.68593000000001</c:v>
                </c:pt>
                <c:pt idx="590">
                  <c:v>161.03783000000001</c:v>
                </c:pt>
                <c:pt idx="591">
                  <c:v>162.39106000000001</c:v>
                </c:pt>
                <c:pt idx="592">
                  <c:v>164.36670000000001</c:v>
                </c:pt>
                <c:pt idx="593">
                  <c:v>163.66944000000001</c:v>
                </c:pt>
                <c:pt idx="594">
                  <c:v>163.28967</c:v>
                </c:pt>
                <c:pt idx="595">
                  <c:v>163.80789999999999</c:v>
                </c:pt>
                <c:pt idx="596">
                  <c:v>163.73702</c:v>
                </c:pt>
                <c:pt idx="597">
                  <c:v>164.82550000000001</c:v>
                </c:pt>
                <c:pt idx="598">
                  <c:v>163.20022</c:v>
                </c:pt>
                <c:pt idx="599">
                  <c:v>163.60599999999999</c:v>
                </c:pt>
                <c:pt idx="600">
                  <c:v>162.17008999999999</c:v>
                </c:pt>
                <c:pt idx="601">
                  <c:v>161.85380000000001</c:v>
                </c:pt>
                <c:pt idx="602">
                  <c:v>161.05715000000001</c:v>
                </c:pt>
                <c:pt idx="603">
                  <c:v>162.73842999999999</c:v>
                </c:pt>
                <c:pt idx="604">
                  <c:v>162.90246999999999</c:v>
                </c:pt>
                <c:pt idx="605">
                  <c:v>163.70292000000001</c:v>
                </c:pt>
                <c:pt idx="606">
                  <c:v>163.8279</c:v>
                </c:pt>
                <c:pt idx="607">
                  <c:v>165.36944</c:v>
                </c:pt>
                <c:pt idx="608">
                  <c:v>165.20088999999999</c:v>
                </c:pt>
                <c:pt idx="609">
                  <c:v>165.97262000000001</c:v>
                </c:pt>
                <c:pt idx="610">
                  <c:v>167.37601000000001</c:v>
                </c:pt>
                <c:pt idx="611">
                  <c:v>167.40776</c:v>
                </c:pt>
                <c:pt idx="612">
                  <c:v>168.68772000000001</c:v>
                </c:pt>
                <c:pt idx="613">
                  <c:v>168.44807</c:v>
                </c:pt>
                <c:pt idx="614">
                  <c:v>168.09055000000001</c:v>
                </c:pt>
                <c:pt idx="615">
                  <c:v>168.80833000000001</c:v>
                </c:pt>
                <c:pt idx="616">
                  <c:v>169.75458</c:v>
                </c:pt>
                <c:pt idx="617">
                  <c:v>170.06242</c:v>
                </c:pt>
                <c:pt idx="618">
                  <c:v>171.83881</c:v>
                </c:pt>
                <c:pt idx="619">
                  <c:v>172.33251999999999</c:v>
                </c:pt>
                <c:pt idx="620">
                  <c:v>169.01549</c:v>
                </c:pt>
                <c:pt idx="621">
                  <c:v>170.12595999999999</c:v>
                </c:pt>
                <c:pt idx="622">
                  <c:v>171.47567000000001</c:v>
                </c:pt>
                <c:pt idx="623">
                  <c:v>172.39060000000001</c:v>
                </c:pt>
                <c:pt idx="624">
                  <c:v>173.02986000000001</c:v>
                </c:pt>
                <c:pt idx="625">
                  <c:v>172.59912</c:v>
                </c:pt>
                <c:pt idx="626">
                  <c:v>173.09700000000001</c:v>
                </c:pt>
                <c:pt idx="627">
                  <c:v>172.75772000000001</c:v>
                </c:pt>
                <c:pt idx="628">
                  <c:v>170.65819999999999</c:v>
                </c:pt>
                <c:pt idx="629">
                  <c:v>172.10274000000001</c:v>
                </c:pt>
                <c:pt idx="630">
                  <c:v>168.64391000000001</c:v>
                </c:pt>
                <c:pt idx="631">
                  <c:v>171.46419</c:v>
                </c:pt>
                <c:pt idx="632">
                  <c:v>172.11027000000001</c:v>
                </c:pt>
                <c:pt idx="633">
                  <c:v>175.03211999999999</c:v>
                </c:pt>
                <c:pt idx="634">
                  <c:v>174.82575</c:v>
                </c:pt>
                <c:pt idx="635">
                  <c:v>171.71079</c:v>
                </c:pt>
                <c:pt idx="636">
                  <c:v>170.35357999999999</c:v>
                </c:pt>
                <c:pt idx="637">
                  <c:v>170.691</c:v>
                </c:pt>
                <c:pt idx="638">
                  <c:v>174.05429000000001</c:v>
                </c:pt>
                <c:pt idx="639">
                  <c:v>174.06505000000001</c:v>
                </c:pt>
                <c:pt idx="640">
                  <c:v>175.09172000000001</c:v>
                </c:pt>
                <c:pt idx="641">
                  <c:v>172.32724999999999</c:v>
                </c:pt>
                <c:pt idx="642">
                  <c:v>174.67561000000001</c:v>
                </c:pt>
                <c:pt idx="643">
                  <c:v>174.92051000000001</c:v>
                </c:pt>
                <c:pt idx="644">
                  <c:v>176.01326</c:v>
                </c:pt>
                <c:pt idx="645">
                  <c:v>176.57974999999999</c:v>
                </c:pt>
                <c:pt idx="646">
                  <c:v>175.88228000000001</c:v>
                </c:pt>
                <c:pt idx="647">
                  <c:v>176.00752</c:v>
                </c:pt>
                <c:pt idx="648">
                  <c:v>177.45452</c:v>
                </c:pt>
                <c:pt idx="649">
                  <c:v>176.72908000000001</c:v>
                </c:pt>
                <c:pt idx="650">
                  <c:v>178.20752999999999</c:v>
                </c:pt>
                <c:pt idx="651">
                  <c:v>178.39021</c:v>
                </c:pt>
                <c:pt idx="652">
                  <c:v>176.89528000000001</c:v>
                </c:pt>
                <c:pt idx="653">
                  <c:v>177.90862000000001</c:v>
                </c:pt>
                <c:pt idx="654">
                  <c:v>179.13356999999999</c:v>
                </c:pt>
                <c:pt idx="655">
                  <c:v>178.82175000000001</c:v>
                </c:pt>
                <c:pt idx="656">
                  <c:v>178.81003999999999</c:v>
                </c:pt>
                <c:pt idx="657">
                  <c:v>178.67032</c:v>
                </c:pt>
                <c:pt idx="658">
                  <c:v>178.73777000000001</c:v>
                </c:pt>
                <c:pt idx="659">
                  <c:v>179.50463999999999</c:v>
                </c:pt>
                <c:pt idx="660">
                  <c:v>179.72774999999999</c:v>
                </c:pt>
                <c:pt idx="661">
                  <c:v>179.86322999999999</c:v>
                </c:pt>
                <c:pt idx="662">
                  <c:v>176.71437</c:v>
                </c:pt>
                <c:pt idx="663">
                  <c:v>173.44566</c:v>
                </c:pt>
                <c:pt idx="664">
                  <c:v>175.14482000000001</c:v>
                </c:pt>
                <c:pt idx="665">
                  <c:v>175.76554999999999</c:v>
                </c:pt>
                <c:pt idx="666">
                  <c:v>174.11246</c:v>
                </c:pt>
                <c:pt idx="667">
                  <c:v>176.11778000000001</c:v>
                </c:pt>
                <c:pt idx="668">
                  <c:v>176.44951</c:v>
                </c:pt>
                <c:pt idx="669">
                  <c:v>174.92424</c:v>
                </c:pt>
                <c:pt idx="670">
                  <c:v>175.20321999999999</c:v>
                </c:pt>
                <c:pt idx="671">
                  <c:v>172.81469999999999</c:v>
                </c:pt>
                <c:pt idx="672">
                  <c:v>173.74876</c:v>
                </c:pt>
                <c:pt idx="673">
                  <c:v>173.90557000000001</c:v>
                </c:pt>
                <c:pt idx="674">
                  <c:v>174.5384</c:v>
                </c:pt>
                <c:pt idx="675">
                  <c:v>172.56020000000001</c:v>
                </c:pt>
                <c:pt idx="676">
                  <c:v>173.39627999999999</c:v>
                </c:pt>
                <c:pt idx="677">
                  <c:v>170.7465</c:v>
                </c:pt>
                <c:pt idx="678">
                  <c:v>173.86573000000001</c:v>
                </c:pt>
                <c:pt idx="679">
                  <c:v>174.85083</c:v>
                </c:pt>
                <c:pt idx="680">
                  <c:v>174.08917</c:v>
                </c:pt>
                <c:pt idx="681">
                  <c:v>174.54230999999999</c:v>
                </c:pt>
                <c:pt idx="682">
                  <c:v>172.31541999999999</c:v>
                </c:pt>
                <c:pt idx="683">
                  <c:v>171.69319999999999</c:v>
                </c:pt>
                <c:pt idx="684">
                  <c:v>167.38274000000001</c:v>
                </c:pt>
                <c:pt idx="685">
                  <c:v>168.01623000000001</c:v>
                </c:pt>
                <c:pt idx="686">
                  <c:v>171.17622</c:v>
                </c:pt>
                <c:pt idx="687">
                  <c:v>172.10409999999999</c:v>
                </c:pt>
                <c:pt idx="688">
                  <c:v>174.18535</c:v>
                </c:pt>
                <c:pt idx="689">
                  <c:v>174.73952</c:v>
                </c:pt>
                <c:pt idx="690">
                  <c:v>173.60122000000001</c:v>
                </c:pt>
                <c:pt idx="691">
                  <c:v>174.73921999999999</c:v>
                </c:pt>
                <c:pt idx="692">
                  <c:v>176.57342</c:v>
                </c:pt>
                <c:pt idx="693">
                  <c:v>175.08473000000001</c:v>
                </c:pt>
                <c:pt idx="694">
                  <c:v>176.36860999999999</c:v>
                </c:pt>
                <c:pt idx="695">
                  <c:v>176.61376000000001</c:v>
                </c:pt>
                <c:pt idx="696">
                  <c:v>177.26955000000001</c:v>
                </c:pt>
                <c:pt idx="697">
                  <c:v>178.09905000000001</c:v>
                </c:pt>
                <c:pt idx="698">
                  <c:v>177.36066</c:v>
                </c:pt>
                <c:pt idx="699">
                  <c:v>177.32898</c:v>
                </c:pt>
                <c:pt idx="700">
                  <c:v>177.50711999999999</c:v>
                </c:pt>
                <c:pt idx="701">
                  <c:v>178.65054000000001</c:v>
                </c:pt>
                <c:pt idx="702">
                  <c:v>179.14911000000001</c:v>
                </c:pt>
                <c:pt idx="703">
                  <c:v>180.35213999999999</c:v>
                </c:pt>
                <c:pt idx="704">
                  <c:v>178.84412</c:v>
                </c:pt>
                <c:pt idx="705">
                  <c:v>177.45142000000001</c:v>
                </c:pt>
                <c:pt idx="706">
                  <c:v>177.49091000000001</c:v>
                </c:pt>
                <c:pt idx="707">
                  <c:v>174.62807000000001</c:v>
                </c:pt>
                <c:pt idx="708">
                  <c:v>175.43651</c:v>
                </c:pt>
                <c:pt idx="709">
                  <c:v>177.21805000000001</c:v>
                </c:pt>
                <c:pt idx="710">
                  <c:v>177.5292</c:v>
                </c:pt>
                <c:pt idx="711">
                  <c:v>177.83872</c:v>
                </c:pt>
                <c:pt idx="712">
                  <c:v>177.12053</c:v>
                </c:pt>
                <c:pt idx="713">
                  <c:v>178.57273000000001</c:v>
                </c:pt>
                <c:pt idx="714">
                  <c:v>178.75149999999999</c:v>
                </c:pt>
                <c:pt idx="715">
                  <c:v>178.55596</c:v>
                </c:pt>
                <c:pt idx="716">
                  <c:v>180.55842999999999</c:v>
                </c:pt>
                <c:pt idx="717">
                  <c:v>181.12550999999999</c:v>
                </c:pt>
                <c:pt idx="718">
                  <c:v>180.22969000000001</c:v>
                </c:pt>
                <c:pt idx="719">
                  <c:v>181.34720999999999</c:v>
                </c:pt>
                <c:pt idx="720">
                  <c:v>180.48452</c:v>
                </c:pt>
                <c:pt idx="721">
                  <c:v>178.29198</c:v>
                </c:pt>
                <c:pt idx="722">
                  <c:v>178.39355</c:v>
                </c:pt>
                <c:pt idx="723">
                  <c:v>177.69499999999999</c:v>
                </c:pt>
                <c:pt idx="724">
                  <c:v>178.07222999999999</c:v>
                </c:pt>
                <c:pt idx="725">
                  <c:v>178.48406</c:v>
                </c:pt>
                <c:pt idx="726">
                  <c:v>176.3854</c:v>
                </c:pt>
                <c:pt idx="727">
                  <c:v>176.60756000000001</c:v>
                </c:pt>
                <c:pt idx="728">
                  <c:v>174.59522000000001</c:v>
                </c:pt>
                <c:pt idx="729">
                  <c:v>171.19945999999999</c:v>
                </c:pt>
                <c:pt idx="730">
                  <c:v>173.49887000000001</c:v>
                </c:pt>
                <c:pt idx="731">
                  <c:v>175.42123000000001</c:v>
                </c:pt>
                <c:pt idx="732">
                  <c:v>177.29694000000001</c:v>
                </c:pt>
                <c:pt idx="733">
                  <c:v>175.32467</c:v>
                </c:pt>
                <c:pt idx="734">
                  <c:v>175.18912</c:v>
                </c:pt>
                <c:pt idx="735">
                  <c:v>170.88675000000001</c:v>
                </c:pt>
                <c:pt idx="736">
                  <c:v>170.47611000000001</c:v>
                </c:pt>
                <c:pt idx="737">
                  <c:v>169.11965000000001</c:v>
                </c:pt>
                <c:pt idx="738">
                  <c:v>168.82123999999999</c:v>
                </c:pt>
                <c:pt idx="739">
                  <c:v>167.86851999999999</c:v>
                </c:pt>
                <c:pt idx="740">
                  <c:v>170.08682999999999</c:v>
                </c:pt>
                <c:pt idx="741">
                  <c:v>167.00631999999999</c:v>
                </c:pt>
                <c:pt idx="742">
                  <c:v>170.17227</c:v>
                </c:pt>
                <c:pt idx="743">
                  <c:v>169.54605000000001</c:v>
                </c:pt>
                <c:pt idx="744">
                  <c:v>169.35007999999999</c:v>
                </c:pt>
                <c:pt idx="745">
                  <c:v>168.53255999999999</c:v>
                </c:pt>
                <c:pt idx="746">
                  <c:v>170.29756</c:v>
                </c:pt>
                <c:pt idx="747">
                  <c:v>172.67000999999999</c:v>
                </c:pt>
                <c:pt idx="748">
                  <c:v>174.08211</c:v>
                </c:pt>
                <c:pt idx="749">
                  <c:v>173.31912</c:v>
                </c:pt>
                <c:pt idx="750">
                  <c:v>174.1602</c:v>
                </c:pt>
                <c:pt idx="751">
                  <c:v>174.87826000000001</c:v>
                </c:pt>
                <c:pt idx="752">
                  <c:v>174.21286000000001</c:v>
                </c:pt>
                <c:pt idx="753">
                  <c:v>175.22259</c:v>
                </c:pt>
                <c:pt idx="754">
                  <c:v>174.81723</c:v>
                </c:pt>
                <c:pt idx="755">
                  <c:v>175.74987999999999</c:v>
                </c:pt>
                <c:pt idx="756">
                  <c:v>175.74969999999999</c:v>
                </c:pt>
                <c:pt idx="757">
                  <c:v>177.47114999999999</c:v>
                </c:pt>
                <c:pt idx="758">
                  <c:v>175.37538000000001</c:v>
                </c:pt>
                <c:pt idx="759">
                  <c:v>177.61231000000001</c:v>
                </c:pt>
                <c:pt idx="760">
                  <c:v>178.11121</c:v>
                </c:pt>
                <c:pt idx="761">
                  <c:v>178.80402000000001</c:v>
                </c:pt>
                <c:pt idx="762">
                  <c:v>179.08739</c:v>
                </c:pt>
                <c:pt idx="763">
                  <c:v>179.92227</c:v>
                </c:pt>
                <c:pt idx="764">
                  <c:v>180.11433</c:v>
                </c:pt>
                <c:pt idx="765">
                  <c:v>179.86344</c:v>
                </c:pt>
                <c:pt idx="766">
                  <c:v>178.72242</c:v>
                </c:pt>
                <c:pt idx="767">
                  <c:v>178.13106999999999</c:v>
                </c:pt>
                <c:pt idx="768">
                  <c:v>178.61779999999999</c:v>
                </c:pt>
                <c:pt idx="769">
                  <c:v>178.35076000000001</c:v>
                </c:pt>
                <c:pt idx="770">
                  <c:v>177.80939000000001</c:v>
                </c:pt>
                <c:pt idx="771">
                  <c:v>177.79183</c:v>
                </c:pt>
                <c:pt idx="772">
                  <c:v>178.07420999999999</c:v>
                </c:pt>
                <c:pt idx="773">
                  <c:v>175.8571</c:v>
                </c:pt>
                <c:pt idx="774">
                  <c:v>174.58043000000001</c:v>
                </c:pt>
                <c:pt idx="775">
                  <c:v>172.42175</c:v>
                </c:pt>
                <c:pt idx="776">
                  <c:v>171.42196000000001</c:v>
                </c:pt>
                <c:pt idx="777">
                  <c:v>172.43794</c:v>
                </c:pt>
                <c:pt idx="778">
                  <c:v>166.81120999999999</c:v>
                </c:pt>
                <c:pt idx="779">
                  <c:v>167.11143000000001</c:v>
                </c:pt>
                <c:pt idx="780">
                  <c:v>166.08733000000001</c:v>
                </c:pt>
                <c:pt idx="781">
                  <c:v>169.96384</c:v>
                </c:pt>
                <c:pt idx="782">
                  <c:v>166.99198999999999</c:v>
                </c:pt>
                <c:pt idx="783">
                  <c:v>166.09354999999999</c:v>
                </c:pt>
                <c:pt idx="784">
                  <c:v>167.71625</c:v>
                </c:pt>
                <c:pt idx="785">
                  <c:v>172.11854</c:v>
                </c:pt>
                <c:pt idx="786">
                  <c:v>172.24355</c:v>
                </c:pt>
                <c:pt idx="787">
                  <c:v>170.72591</c:v>
                </c:pt>
                <c:pt idx="788">
                  <c:v>170.56827000000001</c:v>
                </c:pt>
                <c:pt idx="789">
                  <c:v>169.43170000000001</c:v>
                </c:pt>
                <c:pt idx="790">
                  <c:v>167.74833000000001</c:v>
                </c:pt>
                <c:pt idx="791">
                  <c:v>168.08296999999999</c:v>
                </c:pt>
                <c:pt idx="792">
                  <c:v>170.41388000000001</c:v>
                </c:pt>
                <c:pt idx="793">
                  <c:v>168.26177999999999</c:v>
                </c:pt>
                <c:pt idx="794">
                  <c:v>166.53648999999999</c:v>
                </c:pt>
                <c:pt idx="795">
                  <c:v>168.82709</c:v>
                </c:pt>
                <c:pt idx="796">
                  <c:v>171.43904000000001</c:v>
                </c:pt>
                <c:pt idx="797">
                  <c:v>173.23751999999999</c:v>
                </c:pt>
                <c:pt idx="798">
                  <c:v>172.67491999999999</c:v>
                </c:pt>
                <c:pt idx="799">
                  <c:v>174.02202</c:v>
                </c:pt>
                <c:pt idx="800">
                  <c:v>174.80506</c:v>
                </c:pt>
                <c:pt idx="801">
                  <c:v>174.45214000000001</c:v>
                </c:pt>
                <c:pt idx="802">
                  <c:v>174.58581000000001</c:v>
                </c:pt>
                <c:pt idx="803">
                  <c:v>175.40429</c:v>
                </c:pt>
                <c:pt idx="804">
                  <c:v>175.17925</c:v>
                </c:pt>
                <c:pt idx="805">
                  <c:v>176.56112999999999</c:v>
                </c:pt>
                <c:pt idx="806">
                  <c:v>177.91103000000001</c:v>
                </c:pt>
                <c:pt idx="807">
                  <c:v>174.72595999999999</c:v>
                </c:pt>
                <c:pt idx="808">
                  <c:v>175.06725</c:v>
                </c:pt>
                <c:pt idx="809">
                  <c:v>172.06485000000001</c:v>
                </c:pt>
                <c:pt idx="810">
                  <c:v>174.10858999999999</c:v>
                </c:pt>
                <c:pt idx="811">
                  <c:v>176.53308000000001</c:v>
                </c:pt>
                <c:pt idx="812">
                  <c:v>176.91601</c:v>
                </c:pt>
                <c:pt idx="813">
                  <c:v>174.40692999999999</c:v>
                </c:pt>
                <c:pt idx="814">
                  <c:v>175.55512999999999</c:v>
                </c:pt>
                <c:pt idx="815">
                  <c:v>172.45913999999999</c:v>
                </c:pt>
                <c:pt idx="816">
                  <c:v>172.82176000000001</c:v>
                </c:pt>
                <c:pt idx="817">
                  <c:v>173.66987</c:v>
                </c:pt>
                <c:pt idx="818">
                  <c:v>170.85601</c:v>
                </c:pt>
                <c:pt idx="819">
                  <c:v>163.77071000000001</c:v>
                </c:pt>
                <c:pt idx="820">
                  <c:v>163.94861</c:v>
                </c:pt>
                <c:pt idx="821">
                  <c:v>167.14559</c:v>
                </c:pt>
                <c:pt idx="822">
                  <c:v>165.61342999999999</c:v>
                </c:pt>
                <c:pt idx="823">
                  <c:v>164.13758999999999</c:v>
                </c:pt>
                <c:pt idx="824">
                  <c:v>166.70088000000001</c:v>
                </c:pt>
                <c:pt idx="825">
                  <c:v>169.14684</c:v>
                </c:pt>
                <c:pt idx="826">
                  <c:v>170.33902</c:v>
                </c:pt>
                <c:pt idx="827">
                  <c:v>169.62159</c:v>
                </c:pt>
                <c:pt idx="828">
                  <c:v>167.86604</c:v>
                </c:pt>
                <c:pt idx="829">
                  <c:v>168.38183000000001</c:v>
                </c:pt>
                <c:pt idx="830">
                  <c:v>168.81711000000001</c:v>
                </c:pt>
                <c:pt idx="831">
                  <c:v>172.02946</c:v>
                </c:pt>
                <c:pt idx="832">
                  <c:v>171.99620999999999</c:v>
                </c:pt>
                <c:pt idx="833">
                  <c:v>169.31725</c:v>
                </c:pt>
                <c:pt idx="834">
                  <c:v>164.52985000000001</c:v>
                </c:pt>
                <c:pt idx="835">
                  <c:v>168.19771</c:v>
                </c:pt>
                <c:pt idx="836">
                  <c:v>168.33965000000001</c:v>
                </c:pt>
                <c:pt idx="837">
                  <c:v>167.21583999999999</c:v>
                </c:pt>
                <c:pt idx="838">
                  <c:v>165.07046</c:v>
                </c:pt>
                <c:pt idx="839">
                  <c:v>161.96638999999999</c:v>
                </c:pt>
                <c:pt idx="840">
                  <c:v>161.85451</c:v>
                </c:pt>
                <c:pt idx="841">
                  <c:v>160.89782</c:v>
                </c:pt>
                <c:pt idx="842">
                  <c:v>153.09019000000001</c:v>
                </c:pt>
                <c:pt idx="843">
                  <c:v>159.47494</c:v>
                </c:pt>
                <c:pt idx="844">
                  <c:v>157.68886000000001</c:v>
                </c:pt>
                <c:pt idx="845">
                  <c:v>150.47996000000001</c:v>
                </c:pt>
                <c:pt idx="846">
                  <c:v>151.75325000000001</c:v>
                </c:pt>
                <c:pt idx="847">
                  <c:v>147.77176</c:v>
                </c:pt>
                <c:pt idx="848">
                  <c:v>139.10601</c:v>
                </c:pt>
                <c:pt idx="849">
                  <c:v>136.49930000000001</c:v>
                </c:pt>
                <c:pt idx="850">
                  <c:v>136.88916</c:v>
                </c:pt>
                <c:pt idx="851">
                  <c:v>148.47185999999999</c:v>
                </c:pt>
                <c:pt idx="852">
                  <c:v>143.33070000000001</c:v>
                </c:pt>
                <c:pt idx="853">
                  <c:v>143.72954999999999</c:v>
                </c:pt>
                <c:pt idx="854">
                  <c:v>146.77581000000001</c:v>
                </c:pt>
                <c:pt idx="855">
                  <c:v>146.10390000000001</c:v>
                </c:pt>
                <c:pt idx="856">
                  <c:v>152.22209000000001</c:v>
                </c:pt>
                <c:pt idx="857">
                  <c:v>154.40159</c:v>
                </c:pt>
                <c:pt idx="858">
                  <c:v>154.29395</c:v>
                </c:pt>
                <c:pt idx="859">
                  <c:v>153.16686999999999</c:v>
                </c:pt>
                <c:pt idx="860">
                  <c:v>154.74506</c:v>
                </c:pt>
                <c:pt idx="861">
                  <c:v>152.33195000000001</c:v>
                </c:pt>
                <c:pt idx="862">
                  <c:v>151.72445999999999</c:v>
                </c:pt>
                <c:pt idx="863">
                  <c:v>151.79901000000001</c:v>
                </c:pt>
                <c:pt idx="864">
                  <c:v>152.65807000000001</c:v>
                </c:pt>
                <c:pt idx="865">
                  <c:v>158.31182000000001</c:v>
                </c:pt>
                <c:pt idx="866">
                  <c:v>157.81342000000001</c:v>
                </c:pt>
                <c:pt idx="867">
                  <c:v>154.72920999999999</c:v>
                </c:pt>
                <c:pt idx="868">
                  <c:v>154.71125000000001</c:v>
                </c:pt>
                <c:pt idx="869">
                  <c:v>154.91168999999999</c:v>
                </c:pt>
                <c:pt idx="870">
                  <c:v>152.94934000000001</c:v>
                </c:pt>
                <c:pt idx="871">
                  <c:v>149.55250000000001</c:v>
                </c:pt>
                <c:pt idx="872">
                  <c:v>148.42492999999999</c:v>
                </c:pt>
                <c:pt idx="873">
                  <c:v>150.35487000000001</c:v>
                </c:pt>
                <c:pt idx="874">
                  <c:v>149.64125000000001</c:v>
                </c:pt>
                <c:pt idx="875">
                  <c:v>148.79702</c:v>
                </c:pt>
                <c:pt idx="876">
                  <c:v>149.35121000000001</c:v>
                </c:pt>
                <c:pt idx="877">
                  <c:v>149.22293999999999</c:v>
                </c:pt>
                <c:pt idx="878">
                  <c:v>149.08498</c:v>
                </c:pt>
                <c:pt idx="879">
                  <c:v>148.62700000000001</c:v>
                </c:pt>
                <c:pt idx="880">
                  <c:v>148.35420999999999</c:v>
                </c:pt>
                <c:pt idx="881">
                  <c:v>151.21637000000001</c:v>
                </c:pt>
                <c:pt idx="882">
                  <c:v>152.36514</c:v>
                </c:pt>
                <c:pt idx="883">
                  <c:v>148.47910999999999</c:v>
                </c:pt>
                <c:pt idx="884">
                  <c:v>144.90516</c:v>
                </c:pt>
                <c:pt idx="885">
                  <c:v>142.61709999999999</c:v>
                </c:pt>
                <c:pt idx="886">
                  <c:v>141.81546</c:v>
                </c:pt>
                <c:pt idx="887">
                  <c:v>142.61304999999999</c:v>
                </c:pt>
                <c:pt idx="888">
                  <c:v>143.76504</c:v>
                </c:pt>
                <c:pt idx="889">
                  <c:v>140.71698000000001</c:v>
                </c:pt>
                <c:pt idx="890">
                  <c:v>142.11279999999999</c:v>
                </c:pt>
                <c:pt idx="891">
                  <c:v>141.29024999999999</c:v>
                </c:pt>
                <c:pt idx="892">
                  <c:v>139.65281999999999</c:v>
                </c:pt>
                <c:pt idx="893">
                  <c:v>138.06389999999999</c:v>
                </c:pt>
                <c:pt idx="894">
                  <c:v>134.20362</c:v>
                </c:pt>
                <c:pt idx="895">
                  <c:v>134.66550000000001</c:v>
                </c:pt>
                <c:pt idx="896">
                  <c:v>137.76686000000001</c:v>
                </c:pt>
                <c:pt idx="897">
                  <c:v>134.17463000000001</c:v>
                </c:pt>
                <c:pt idx="898">
                  <c:v>137.81057999999999</c:v>
                </c:pt>
                <c:pt idx="899">
                  <c:v>137.67953</c:v>
                </c:pt>
                <c:pt idx="900">
                  <c:v>141.23181</c:v>
                </c:pt>
                <c:pt idx="901">
                  <c:v>138.76188999999999</c:v>
                </c:pt>
                <c:pt idx="902">
                  <c:v>138.45707999999999</c:v>
                </c:pt>
                <c:pt idx="903">
                  <c:v>138.55889999999999</c:v>
                </c:pt>
                <c:pt idx="904">
                  <c:v>142.02588</c:v>
                </c:pt>
                <c:pt idx="905">
                  <c:v>140.70025999999999</c:v>
                </c:pt>
                <c:pt idx="906">
                  <c:v>140.88201000000001</c:v>
                </c:pt>
                <c:pt idx="907">
                  <c:v>143.68062</c:v>
                </c:pt>
                <c:pt idx="908">
                  <c:v>145.79801</c:v>
                </c:pt>
                <c:pt idx="909">
                  <c:v>148.06805</c:v>
                </c:pt>
                <c:pt idx="910">
                  <c:v>145.4333</c:v>
                </c:pt>
                <c:pt idx="911">
                  <c:v>142.96295000000001</c:v>
                </c:pt>
                <c:pt idx="912">
                  <c:v>145.60160999999999</c:v>
                </c:pt>
                <c:pt idx="913">
                  <c:v>144.93098000000001</c:v>
                </c:pt>
                <c:pt idx="914">
                  <c:v>146.37234000000001</c:v>
                </c:pt>
                <c:pt idx="915">
                  <c:v>145.43182999999999</c:v>
                </c:pt>
                <c:pt idx="916">
                  <c:v>145.17142000000001</c:v>
                </c:pt>
                <c:pt idx="917">
                  <c:v>141.86014</c:v>
                </c:pt>
                <c:pt idx="918">
                  <c:v>135.75985</c:v>
                </c:pt>
                <c:pt idx="919">
                  <c:v>131.16209000000001</c:v>
                </c:pt>
                <c:pt idx="920">
                  <c:v>129.58677</c:v>
                </c:pt>
                <c:pt idx="921">
                  <c:v>131.23034999999999</c:v>
                </c:pt>
                <c:pt idx="922">
                  <c:v>129.63202999999999</c:v>
                </c:pt>
                <c:pt idx="923">
                  <c:v>129.03558000000001</c:v>
                </c:pt>
                <c:pt idx="924">
                  <c:v>130.89959999999999</c:v>
                </c:pt>
                <c:pt idx="925">
                  <c:v>131.55186</c:v>
                </c:pt>
                <c:pt idx="926">
                  <c:v>130.90169</c:v>
                </c:pt>
                <c:pt idx="927">
                  <c:v>128.65065000000001</c:v>
                </c:pt>
                <c:pt idx="928">
                  <c:v>132.46978999999999</c:v>
                </c:pt>
                <c:pt idx="929">
                  <c:v>133.59468000000001</c:v>
                </c:pt>
                <c:pt idx="930">
                  <c:v>133.08259000000001</c:v>
                </c:pt>
                <c:pt idx="931">
                  <c:v>130.56057999999999</c:v>
                </c:pt>
                <c:pt idx="932">
                  <c:v>128.80985999999999</c:v>
                </c:pt>
                <c:pt idx="933">
                  <c:v>128.0016</c:v>
                </c:pt>
                <c:pt idx="934">
                  <c:v>128.28471999999999</c:v>
                </c:pt>
                <c:pt idx="935">
                  <c:v>122.95926</c:v>
                </c:pt>
                <c:pt idx="936">
                  <c:v>123.96696</c:v>
                </c:pt>
                <c:pt idx="937">
                  <c:v>126.26828999999999</c:v>
                </c:pt>
                <c:pt idx="938">
                  <c:v>127.41477999999999</c:v>
                </c:pt>
                <c:pt idx="939">
                  <c:v>124.88387</c:v>
                </c:pt>
                <c:pt idx="940">
                  <c:v>125.18537000000001</c:v>
                </c:pt>
                <c:pt idx="941">
                  <c:v>124.32577999999999</c:v>
                </c:pt>
                <c:pt idx="942">
                  <c:v>121.23159</c:v>
                </c:pt>
                <c:pt idx="943">
                  <c:v>124.92274</c:v>
                </c:pt>
                <c:pt idx="944">
                  <c:v>127.18154</c:v>
                </c:pt>
                <c:pt idx="945">
                  <c:v>130.70751999999999</c:v>
                </c:pt>
                <c:pt idx="946">
                  <c:v>129.89418000000001</c:v>
                </c:pt>
                <c:pt idx="947">
                  <c:v>130.24091000000001</c:v>
                </c:pt>
                <c:pt idx="948">
                  <c:v>130.95742000000001</c:v>
                </c:pt>
                <c:pt idx="949">
                  <c:v>131.02064999999999</c:v>
                </c:pt>
                <c:pt idx="950">
                  <c:v>128.85129000000001</c:v>
                </c:pt>
                <c:pt idx="951">
                  <c:v>129.77316999999999</c:v>
                </c:pt>
                <c:pt idx="952">
                  <c:v>131.86190999999999</c:v>
                </c:pt>
                <c:pt idx="953">
                  <c:v>134.32916</c:v>
                </c:pt>
                <c:pt idx="954">
                  <c:v>135.27519000000001</c:v>
                </c:pt>
                <c:pt idx="955">
                  <c:v>133.56254999999999</c:v>
                </c:pt>
                <c:pt idx="956">
                  <c:v>134.43431000000001</c:v>
                </c:pt>
                <c:pt idx="957">
                  <c:v>136.28497999999999</c:v>
                </c:pt>
                <c:pt idx="958">
                  <c:v>134.50735</c:v>
                </c:pt>
                <c:pt idx="959">
                  <c:v>135.75801000000001</c:v>
                </c:pt>
                <c:pt idx="960">
                  <c:v>134.76908</c:v>
                </c:pt>
                <c:pt idx="961">
                  <c:v>137.49574999999999</c:v>
                </c:pt>
                <c:pt idx="962">
                  <c:v>137.98062999999999</c:v>
                </c:pt>
                <c:pt idx="963">
                  <c:v>137.43508</c:v>
                </c:pt>
                <c:pt idx="964">
                  <c:v>136.74061</c:v>
                </c:pt>
                <c:pt idx="965">
                  <c:v>137.11758</c:v>
                </c:pt>
                <c:pt idx="966">
                  <c:v>135.35084000000001</c:v>
                </c:pt>
                <c:pt idx="967">
                  <c:v>134.89926</c:v>
                </c:pt>
                <c:pt idx="968">
                  <c:v>132.70511999999999</c:v>
                </c:pt>
                <c:pt idx="969">
                  <c:v>128.91835</c:v>
                </c:pt>
                <c:pt idx="970">
                  <c:v>129.30070000000001</c:v>
                </c:pt>
                <c:pt idx="971">
                  <c:v>129.36530999999999</c:v>
                </c:pt>
                <c:pt idx="972">
                  <c:v>129.6986</c:v>
                </c:pt>
                <c:pt idx="973">
                  <c:v>127.47812999999999</c:v>
                </c:pt>
                <c:pt idx="974">
                  <c:v>126.80652000000001</c:v>
                </c:pt>
                <c:pt idx="975">
                  <c:v>126.70396</c:v>
                </c:pt>
                <c:pt idx="976">
                  <c:v>125.7123</c:v>
                </c:pt>
                <c:pt idx="977">
                  <c:v>122.17422000000001</c:v>
                </c:pt>
                <c:pt idx="978">
                  <c:v>125.57714</c:v>
                </c:pt>
                <c:pt idx="979">
                  <c:v>123.27618</c:v>
                </c:pt>
                <c:pt idx="980">
                  <c:v>123.36150000000001</c:v>
                </c:pt>
                <c:pt idx="981">
                  <c:v>124.27575</c:v>
                </c:pt>
                <c:pt idx="982">
                  <c:v>124.67371</c:v>
                </c:pt>
                <c:pt idx="983">
                  <c:v>127.7602</c:v>
                </c:pt>
                <c:pt idx="984">
                  <c:v>131.45984999999999</c:v>
                </c:pt>
                <c:pt idx="985">
                  <c:v>127.37562</c:v>
                </c:pt>
                <c:pt idx="986">
                  <c:v>126.56001999999999</c:v>
                </c:pt>
                <c:pt idx="987">
                  <c:v>125.80694</c:v>
                </c:pt>
                <c:pt idx="988">
                  <c:v>124.15225</c:v>
                </c:pt>
                <c:pt idx="989">
                  <c:v>124.22199000000001</c:v>
                </c:pt>
                <c:pt idx="990">
                  <c:v>122.27227000000001</c:v>
                </c:pt>
                <c:pt idx="991">
                  <c:v>121.73155</c:v>
                </c:pt>
                <c:pt idx="992">
                  <c:v>119.09667</c:v>
                </c:pt>
                <c:pt idx="993">
                  <c:v>114.78071</c:v>
                </c:pt>
                <c:pt idx="994">
                  <c:v>113.5217</c:v>
                </c:pt>
                <c:pt idx="995">
                  <c:v>112.59529999999999</c:v>
                </c:pt>
                <c:pt idx="996">
                  <c:v>114.17731000000001</c:v>
                </c:pt>
                <c:pt idx="997">
                  <c:v>112.91925000000001</c:v>
                </c:pt>
                <c:pt idx="998">
                  <c:v>114.61602999999999</c:v>
                </c:pt>
                <c:pt idx="999">
                  <c:v>115.82080999999999</c:v>
                </c:pt>
                <c:pt idx="1000">
                  <c:v>122.3998</c:v>
                </c:pt>
                <c:pt idx="1001">
                  <c:v>119.66383</c:v>
                </c:pt>
                <c:pt idx="1002">
                  <c:v>118.34319000000001</c:v>
                </c:pt>
                <c:pt idx="1003">
                  <c:v>115.80333</c:v>
                </c:pt>
                <c:pt idx="1004">
                  <c:v>114.47686</c:v>
                </c:pt>
                <c:pt idx="1005">
                  <c:v>114.68259999999999</c:v>
                </c:pt>
                <c:pt idx="1006">
                  <c:v>113.06932</c:v>
                </c:pt>
                <c:pt idx="1007">
                  <c:v>115.24764</c:v>
                </c:pt>
                <c:pt idx="1008">
                  <c:v>115.3134</c:v>
                </c:pt>
                <c:pt idx="1009">
                  <c:v>118.97633999999999</c:v>
                </c:pt>
                <c:pt idx="1010">
                  <c:v>120.05801</c:v>
                </c:pt>
                <c:pt idx="1011">
                  <c:v>118.64987000000001</c:v>
                </c:pt>
                <c:pt idx="1012">
                  <c:v>119.82942</c:v>
                </c:pt>
                <c:pt idx="1013">
                  <c:v>119.61686</c:v>
                </c:pt>
                <c:pt idx="1014">
                  <c:v>121.78642000000001</c:v>
                </c:pt>
                <c:pt idx="1015">
                  <c:v>125.05847</c:v>
                </c:pt>
                <c:pt idx="1016">
                  <c:v>127.23166999999999</c:v>
                </c:pt>
                <c:pt idx="1017">
                  <c:v>125.80282</c:v>
                </c:pt>
                <c:pt idx="1018">
                  <c:v>125.31229999999999</c:v>
                </c:pt>
                <c:pt idx="1019">
                  <c:v>124.83158</c:v>
                </c:pt>
                <c:pt idx="1020">
                  <c:v>125.69252</c:v>
                </c:pt>
                <c:pt idx="1021">
                  <c:v>124.71682</c:v>
                </c:pt>
                <c:pt idx="1022">
                  <c:v>121.88799</c:v>
                </c:pt>
                <c:pt idx="1023">
                  <c:v>127.13308000000001</c:v>
                </c:pt>
                <c:pt idx="1024">
                  <c:v>129.01792</c:v>
                </c:pt>
                <c:pt idx="1025">
                  <c:v>131.0299</c:v>
                </c:pt>
                <c:pt idx="1026">
                  <c:v>130.02852999999999</c:v>
                </c:pt>
                <c:pt idx="1027">
                  <c:v>135.37952999999999</c:v>
                </c:pt>
                <c:pt idx="1028">
                  <c:v>138.85758999999999</c:v>
                </c:pt>
                <c:pt idx="1029">
                  <c:v>139.42003</c:v>
                </c:pt>
                <c:pt idx="1030">
                  <c:v>140.83784</c:v>
                </c:pt>
                <c:pt idx="1031">
                  <c:v>139.44944000000001</c:v>
                </c:pt>
                <c:pt idx="1032">
                  <c:v>138.67447999999999</c:v>
                </c:pt>
                <c:pt idx="1033">
                  <c:v>139.95015000000001</c:v>
                </c:pt>
                <c:pt idx="1034">
                  <c:v>138.15255999999999</c:v>
                </c:pt>
                <c:pt idx="1035">
                  <c:v>139.72496000000001</c:v>
                </c:pt>
                <c:pt idx="1036">
                  <c:v>141.05891</c:v>
                </c:pt>
                <c:pt idx="1037">
                  <c:v>142.45632000000001</c:v>
                </c:pt>
                <c:pt idx="1038">
                  <c:v>142.4982</c:v>
                </c:pt>
                <c:pt idx="1039">
                  <c:v>140.84285</c:v>
                </c:pt>
                <c:pt idx="1040">
                  <c:v>140.28174999999999</c:v>
                </c:pt>
                <c:pt idx="1041">
                  <c:v>140.99408</c:v>
                </c:pt>
                <c:pt idx="1042">
                  <c:v>144.58525</c:v>
                </c:pt>
                <c:pt idx="1043">
                  <c:v>144.80481</c:v>
                </c:pt>
                <c:pt idx="1044">
                  <c:v>143.58147</c:v>
                </c:pt>
                <c:pt idx="1045">
                  <c:v>142.62773999999999</c:v>
                </c:pt>
                <c:pt idx="1046">
                  <c:v>142.38101</c:v>
                </c:pt>
                <c:pt idx="1047">
                  <c:v>142.56764000000001</c:v>
                </c:pt>
                <c:pt idx="1048">
                  <c:v>143.53675000000001</c:v>
                </c:pt>
                <c:pt idx="1049">
                  <c:v>142.69534999999999</c:v>
                </c:pt>
                <c:pt idx="1050">
                  <c:v>145.88184000000001</c:v>
                </c:pt>
                <c:pt idx="1051">
                  <c:v>146.07631000000001</c:v>
                </c:pt>
                <c:pt idx="1052">
                  <c:v>140.90894</c:v>
                </c:pt>
                <c:pt idx="1053">
                  <c:v>139.66668000000001</c:v>
                </c:pt>
                <c:pt idx="1054">
                  <c:v>140.20027999999999</c:v>
                </c:pt>
                <c:pt idx="1055">
                  <c:v>139.72493</c:v>
                </c:pt>
                <c:pt idx="1056">
                  <c:v>142.00219999999999</c:v>
                </c:pt>
                <c:pt idx="1057">
                  <c:v>140.23548</c:v>
                </c:pt>
                <c:pt idx="1058">
                  <c:v>140.65008</c:v>
                </c:pt>
                <c:pt idx="1059">
                  <c:v>140.79575</c:v>
                </c:pt>
                <c:pt idx="1060">
                  <c:v>141.28784999999999</c:v>
                </c:pt>
                <c:pt idx="1061">
                  <c:v>140.44596999999999</c:v>
                </c:pt>
                <c:pt idx="1062">
                  <c:v>142.63588999999999</c:v>
                </c:pt>
                <c:pt idx="1063">
                  <c:v>141.03002000000001</c:v>
                </c:pt>
                <c:pt idx="1064">
                  <c:v>142.65271000000001</c:v>
                </c:pt>
                <c:pt idx="1065">
                  <c:v>142.17885000000001</c:v>
                </c:pt>
                <c:pt idx="1066">
                  <c:v>146.07112000000001</c:v>
                </c:pt>
                <c:pt idx="1067">
                  <c:v>144.87932000000001</c:v>
                </c:pt>
                <c:pt idx="1068">
                  <c:v>148.20967999999999</c:v>
                </c:pt>
                <c:pt idx="1069">
                  <c:v>151.37031999999999</c:v>
                </c:pt>
                <c:pt idx="1070">
                  <c:v>150.63740999999999</c:v>
                </c:pt>
                <c:pt idx="1071">
                  <c:v>152.16408999999999</c:v>
                </c:pt>
                <c:pt idx="1072">
                  <c:v>154.82239000000001</c:v>
                </c:pt>
                <c:pt idx="1073">
                  <c:v>155.21342000000001</c:v>
                </c:pt>
                <c:pt idx="1074">
                  <c:v>155.43361999999999</c:v>
                </c:pt>
                <c:pt idx="1075">
                  <c:v>155.38695000000001</c:v>
                </c:pt>
                <c:pt idx="1076">
                  <c:v>155.79157000000001</c:v>
                </c:pt>
                <c:pt idx="1077">
                  <c:v>153.23038</c:v>
                </c:pt>
                <c:pt idx="1078">
                  <c:v>154.65452999999999</c:v>
                </c:pt>
                <c:pt idx="1079">
                  <c:v>155.99431000000001</c:v>
                </c:pt>
                <c:pt idx="1080">
                  <c:v>156.44781</c:v>
                </c:pt>
                <c:pt idx="1081">
                  <c:v>156.36762999999999</c:v>
                </c:pt>
                <c:pt idx="1082">
                  <c:v>156.91331</c:v>
                </c:pt>
                <c:pt idx="1083">
                  <c:v>157.24288000000001</c:v>
                </c:pt>
                <c:pt idx="1084">
                  <c:v>156.50200000000001</c:v>
                </c:pt>
                <c:pt idx="1085">
                  <c:v>156.69024999999999</c:v>
                </c:pt>
                <c:pt idx="1086">
                  <c:v>157.75203999999999</c:v>
                </c:pt>
                <c:pt idx="1087">
                  <c:v>160.60196999999999</c:v>
                </c:pt>
                <c:pt idx="1088">
                  <c:v>159.87735000000001</c:v>
                </c:pt>
                <c:pt idx="1089">
                  <c:v>156.50192999999999</c:v>
                </c:pt>
                <c:pt idx="1090">
                  <c:v>157.02688000000001</c:v>
                </c:pt>
                <c:pt idx="1091">
                  <c:v>156.60391000000001</c:v>
                </c:pt>
                <c:pt idx="1092">
                  <c:v>158.19217</c:v>
                </c:pt>
                <c:pt idx="1093">
                  <c:v>155.03451999999999</c:v>
                </c:pt>
                <c:pt idx="1094">
                  <c:v>157.08129</c:v>
                </c:pt>
                <c:pt idx="1095">
                  <c:v>157.31947</c:v>
                </c:pt>
                <c:pt idx="1096">
                  <c:v>157.79298</c:v>
                </c:pt>
                <c:pt idx="1097">
                  <c:v>159.00683000000001</c:v>
                </c:pt>
                <c:pt idx="1098">
                  <c:v>158.20821000000001</c:v>
                </c:pt>
                <c:pt idx="1099">
                  <c:v>158.08505</c:v>
                </c:pt>
                <c:pt idx="1100">
                  <c:v>156.84004999999999</c:v>
                </c:pt>
                <c:pt idx="1101">
                  <c:v>155.85973000000001</c:v>
                </c:pt>
                <c:pt idx="1102">
                  <c:v>155.58722</c:v>
                </c:pt>
                <c:pt idx="1103">
                  <c:v>152.65812</c:v>
                </c:pt>
                <c:pt idx="1104">
                  <c:v>155.57634999999999</c:v>
                </c:pt>
                <c:pt idx="1105">
                  <c:v>155.36358000000001</c:v>
                </c:pt>
                <c:pt idx="1106">
                  <c:v>155.39619999999999</c:v>
                </c:pt>
                <c:pt idx="1107">
                  <c:v>154.84761</c:v>
                </c:pt>
                <c:pt idx="1108">
                  <c:v>157.43328</c:v>
                </c:pt>
                <c:pt idx="1109">
                  <c:v>158.85496000000001</c:v>
                </c:pt>
                <c:pt idx="1110">
                  <c:v>155.97219999999999</c:v>
                </c:pt>
                <c:pt idx="1111">
                  <c:v>155.89612</c:v>
                </c:pt>
                <c:pt idx="1112">
                  <c:v>156.02576999999999</c:v>
                </c:pt>
                <c:pt idx="1113">
                  <c:v>155.27535</c:v>
                </c:pt>
                <c:pt idx="1114">
                  <c:v>151.73675</c:v>
                </c:pt>
                <c:pt idx="1115">
                  <c:v>154.42124999999999</c:v>
                </c:pt>
                <c:pt idx="1116">
                  <c:v>146.80985999999999</c:v>
                </c:pt>
                <c:pt idx="1117">
                  <c:v>149.8982</c:v>
                </c:pt>
                <c:pt idx="1118">
                  <c:v>149.02699000000001</c:v>
                </c:pt>
                <c:pt idx="1119">
                  <c:v>151.31827999999999</c:v>
                </c:pt>
                <c:pt idx="1120">
                  <c:v>154.39278999999999</c:v>
                </c:pt>
                <c:pt idx="1121">
                  <c:v>155.03605999999999</c:v>
                </c:pt>
                <c:pt idx="1122">
                  <c:v>156.31317999999999</c:v>
                </c:pt>
                <c:pt idx="1123">
                  <c:v>151.99118999999999</c:v>
                </c:pt>
                <c:pt idx="1124">
                  <c:v>153.83434</c:v>
                </c:pt>
                <c:pt idx="1125">
                  <c:v>154.62979999999999</c:v>
                </c:pt>
                <c:pt idx="1126">
                  <c:v>156.64489</c:v>
                </c:pt>
                <c:pt idx="1127">
                  <c:v>159.73262</c:v>
                </c:pt>
                <c:pt idx="1128">
                  <c:v>160.20047</c:v>
                </c:pt>
                <c:pt idx="1129">
                  <c:v>160.26365000000001</c:v>
                </c:pt>
                <c:pt idx="1130">
                  <c:v>161.15172000000001</c:v>
                </c:pt>
                <c:pt idx="1131">
                  <c:v>159.79293999999999</c:v>
                </c:pt>
                <c:pt idx="1132">
                  <c:v>160.92847</c:v>
                </c:pt>
                <c:pt idx="1133">
                  <c:v>160.57523</c:v>
                </c:pt>
                <c:pt idx="1134">
                  <c:v>159.66933</c:v>
                </c:pt>
                <c:pt idx="1135">
                  <c:v>161.32057</c:v>
                </c:pt>
                <c:pt idx="1136">
                  <c:v>162.76532</c:v>
                </c:pt>
                <c:pt idx="1137">
                  <c:v>164.47756999999999</c:v>
                </c:pt>
                <c:pt idx="1138">
                  <c:v>164.16699</c:v>
                </c:pt>
                <c:pt idx="1139">
                  <c:v>162.63485</c:v>
                </c:pt>
                <c:pt idx="1140">
                  <c:v>164.36724000000001</c:v>
                </c:pt>
                <c:pt idx="1141">
                  <c:v>164.40315000000001</c:v>
                </c:pt>
                <c:pt idx="1142">
                  <c:v>163.86102</c:v>
                </c:pt>
                <c:pt idx="1143">
                  <c:v>164.68742</c:v>
                </c:pt>
                <c:pt idx="1144">
                  <c:v>165.40871000000001</c:v>
                </c:pt>
                <c:pt idx="1145">
                  <c:v>163.50238999999999</c:v>
                </c:pt>
                <c:pt idx="1146">
                  <c:v>163.59428</c:v>
                </c:pt>
                <c:pt idx="1147">
                  <c:v>163.45171999999999</c:v>
                </c:pt>
                <c:pt idx="1148">
                  <c:v>164.08668</c:v>
                </c:pt>
                <c:pt idx="1149">
                  <c:v>163.15690000000001</c:v>
                </c:pt>
                <c:pt idx="1150">
                  <c:v>161.38473999999999</c:v>
                </c:pt>
                <c:pt idx="1151">
                  <c:v>162.65900999999999</c:v>
                </c:pt>
                <c:pt idx="1152">
                  <c:v>161.31637000000001</c:v>
                </c:pt>
                <c:pt idx="1153">
                  <c:v>163.36869999999999</c:v>
                </c:pt>
                <c:pt idx="1154">
                  <c:v>163.58599000000001</c:v>
                </c:pt>
                <c:pt idx="1155">
                  <c:v>161.68517</c:v>
                </c:pt>
                <c:pt idx="1156">
                  <c:v>161.47313</c:v>
                </c:pt>
                <c:pt idx="1157">
                  <c:v>160.80802</c:v>
                </c:pt>
                <c:pt idx="1158">
                  <c:v>160.14404999999999</c:v>
                </c:pt>
                <c:pt idx="1159">
                  <c:v>160.65889999999999</c:v>
                </c:pt>
                <c:pt idx="1160">
                  <c:v>160.16871</c:v>
                </c:pt>
                <c:pt idx="1161">
                  <c:v>159.85910999999999</c:v>
                </c:pt>
                <c:pt idx="1162">
                  <c:v>160.00382999999999</c:v>
                </c:pt>
                <c:pt idx="1163">
                  <c:v>161.71963</c:v>
                </c:pt>
                <c:pt idx="1164">
                  <c:v>161.39633000000001</c:v>
                </c:pt>
                <c:pt idx="1165">
                  <c:v>159.48199</c:v>
                </c:pt>
                <c:pt idx="1166">
                  <c:v>156.54594</c:v>
                </c:pt>
                <c:pt idx="1167">
                  <c:v>155.68860000000001</c:v>
                </c:pt>
                <c:pt idx="1168">
                  <c:v>157.79561000000001</c:v>
                </c:pt>
                <c:pt idx="1169">
                  <c:v>157.24648999999999</c:v>
                </c:pt>
                <c:pt idx="1170">
                  <c:v>156.29062999999999</c:v>
                </c:pt>
                <c:pt idx="1171">
                  <c:v>152.80785</c:v>
                </c:pt>
                <c:pt idx="1172">
                  <c:v>155.94714999999999</c:v>
                </c:pt>
                <c:pt idx="1173">
                  <c:v>157.64863</c:v>
                </c:pt>
                <c:pt idx="1174">
                  <c:v>156.70113000000001</c:v>
                </c:pt>
                <c:pt idx="1175">
                  <c:v>156.59993</c:v>
                </c:pt>
                <c:pt idx="1176">
                  <c:v>156.52167</c:v>
                </c:pt>
                <c:pt idx="1177">
                  <c:v>158.08448000000001</c:v>
                </c:pt>
                <c:pt idx="1178">
                  <c:v>157.20444000000001</c:v>
                </c:pt>
                <c:pt idx="1179">
                  <c:v>158.14530999999999</c:v>
                </c:pt>
                <c:pt idx="1180">
                  <c:v>159.97049000000001</c:v>
                </c:pt>
                <c:pt idx="1181">
                  <c:v>161.79297</c:v>
                </c:pt>
                <c:pt idx="1182">
                  <c:v>162.51412999999999</c:v>
                </c:pt>
                <c:pt idx="1183">
                  <c:v>163.30529999999999</c:v>
                </c:pt>
                <c:pt idx="1184">
                  <c:v>161.60024999999999</c:v>
                </c:pt>
                <c:pt idx="1185">
                  <c:v>160.75578999999999</c:v>
                </c:pt>
                <c:pt idx="1186">
                  <c:v>160.74599000000001</c:v>
                </c:pt>
                <c:pt idx="1187">
                  <c:v>159.85843</c:v>
                </c:pt>
                <c:pt idx="1188">
                  <c:v>157.62622999999999</c:v>
                </c:pt>
                <c:pt idx="1189">
                  <c:v>158.14657</c:v>
                </c:pt>
                <c:pt idx="1190">
                  <c:v>159.61761999999999</c:v>
                </c:pt>
                <c:pt idx="1191">
                  <c:v>160.43905000000001</c:v>
                </c:pt>
                <c:pt idx="1192">
                  <c:v>160.20885999999999</c:v>
                </c:pt>
                <c:pt idx="1193">
                  <c:v>162.53462999999999</c:v>
                </c:pt>
                <c:pt idx="1194">
                  <c:v>162.50769</c:v>
                </c:pt>
                <c:pt idx="1195">
                  <c:v>162.03088</c:v>
                </c:pt>
                <c:pt idx="1196">
                  <c:v>160.20757</c:v>
                </c:pt>
                <c:pt idx="1197">
                  <c:v>156.13030000000001</c:v>
                </c:pt>
                <c:pt idx="1198">
                  <c:v>158.09137999999999</c:v>
                </c:pt>
                <c:pt idx="1199">
                  <c:v>158.88567</c:v>
                </c:pt>
                <c:pt idx="1200">
                  <c:v>160.28994</c:v>
                </c:pt>
                <c:pt idx="1201">
                  <c:v>164.77698000000001</c:v>
                </c:pt>
                <c:pt idx="1202">
                  <c:v>166.96077</c:v>
                </c:pt>
                <c:pt idx="1203">
                  <c:v>167.56214</c:v>
                </c:pt>
                <c:pt idx="1204">
                  <c:v>166.37915000000001</c:v>
                </c:pt>
                <c:pt idx="1205">
                  <c:v>166.702</c:v>
                </c:pt>
                <c:pt idx="1206">
                  <c:v>166.45715999999999</c:v>
                </c:pt>
                <c:pt idx="1207">
                  <c:v>165.84504999999999</c:v>
                </c:pt>
                <c:pt idx="1208">
                  <c:v>166.44640999999999</c:v>
                </c:pt>
                <c:pt idx="1209">
                  <c:v>165.60563999999999</c:v>
                </c:pt>
                <c:pt idx="1210">
                  <c:v>165.33064999999999</c:v>
                </c:pt>
                <c:pt idx="1211">
                  <c:v>164.63754</c:v>
                </c:pt>
                <c:pt idx="1212">
                  <c:v>166.48487</c:v>
                </c:pt>
                <c:pt idx="1213">
                  <c:v>167.22384</c:v>
                </c:pt>
                <c:pt idx="1214">
                  <c:v>166.83684</c:v>
                </c:pt>
                <c:pt idx="1215">
                  <c:v>164.43845999999999</c:v>
                </c:pt>
                <c:pt idx="1216">
                  <c:v>161.78646000000001</c:v>
                </c:pt>
                <c:pt idx="1217">
                  <c:v>160.77624</c:v>
                </c:pt>
                <c:pt idx="1218">
                  <c:v>162.76419000000001</c:v>
                </c:pt>
                <c:pt idx="1219">
                  <c:v>162.28389000000001</c:v>
                </c:pt>
                <c:pt idx="1220">
                  <c:v>159.98509000000001</c:v>
                </c:pt>
                <c:pt idx="1221">
                  <c:v>161.30294000000001</c:v>
                </c:pt>
                <c:pt idx="1222">
                  <c:v>163.85879</c:v>
                </c:pt>
                <c:pt idx="1223">
                  <c:v>160.87788</c:v>
                </c:pt>
                <c:pt idx="1224">
                  <c:v>160.87087</c:v>
                </c:pt>
                <c:pt idx="1225">
                  <c:v>159.39330000000001</c:v>
                </c:pt>
                <c:pt idx="1226">
                  <c:v>158.72745</c:v>
                </c:pt>
                <c:pt idx="1227">
                  <c:v>156.83541</c:v>
                </c:pt>
                <c:pt idx="1228">
                  <c:v>156.12442999999999</c:v>
                </c:pt>
                <c:pt idx="1229">
                  <c:v>156.89590999999999</c:v>
                </c:pt>
                <c:pt idx="1230">
                  <c:v>157.30428000000001</c:v>
                </c:pt>
                <c:pt idx="1231">
                  <c:v>157.81059999999999</c:v>
                </c:pt>
                <c:pt idx="1232">
                  <c:v>156.22083000000001</c:v>
                </c:pt>
                <c:pt idx="1233">
                  <c:v>155.98168999999999</c:v>
                </c:pt>
                <c:pt idx="1234">
                  <c:v>158.10656</c:v>
                </c:pt>
                <c:pt idx="1235">
                  <c:v>160.24673999999999</c:v>
                </c:pt>
                <c:pt idx="1236">
                  <c:v>160.8092</c:v>
                </c:pt>
                <c:pt idx="1237">
                  <c:v>159.12768</c:v>
                </c:pt>
                <c:pt idx="1238">
                  <c:v>157.83204000000001</c:v>
                </c:pt>
                <c:pt idx="1239">
                  <c:v>157.75971000000001</c:v>
                </c:pt>
                <c:pt idx="1240">
                  <c:v>156.28395</c:v>
                </c:pt>
                <c:pt idx="1241">
                  <c:v>155.22421</c:v>
                </c:pt>
                <c:pt idx="1242">
                  <c:v>154.32213999999999</c:v>
                </c:pt>
                <c:pt idx="1243">
                  <c:v>154.77352999999999</c:v>
                </c:pt>
                <c:pt idx="1244">
                  <c:v>156.11366000000001</c:v>
                </c:pt>
                <c:pt idx="1245">
                  <c:v>155.06990999999999</c:v>
                </c:pt>
                <c:pt idx="1246">
                  <c:v>154.72529</c:v>
                </c:pt>
                <c:pt idx="1247">
                  <c:v>155.36198999999999</c:v>
                </c:pt>
                <c:pt idx="1248">
                  <c:v>156.20500000000001</c:v>
                </c:pt>
                <c:pt idx="1249">
                  <c:v>154.74671000000001</c:v>
                </c:pt>
                <c:pt idx="1250">
                  <c:v>154.61109999999999</c:v>
                </c:pt>
                <c:pt idx="1251">
                  <c:v>156.56976</c:v>
                </c:pt>
                <c:pt idx="1252">
                  <c:v>153.24925999999999</c:v>
                </c:pt>
                <c:pt idx="1253">
                  <c:v>152.83006</c:v>
                </c:pt>
                <c:pt idx="1254">
                  <c:v>150.44174000000001</c:v>
                </c:pt>
                <c:pt idx="1255">
                  <c:v>148.86077</c:v>
                </c:pt>
                <c:pt idx="1256">
                  <c:v>147.66471999999999</c:v>
                </c:pt>
                <c:pt idx="1257">
                  <c:v>149.22212999999999</c:v>
                </c:pt>
                <c:pt idx="1258">
                  <c:v>150.23679999999999</c:v>
                </c:pt>
                <c:pt idx="1259">
                  <c:v>147.46915000000001</c:v>
                </c:pt>
                <c:pt idx="1260">
                  <c:v>145.36928</c:v>
                </c:pt>
                <c:pt idx="1261">
                  <c:v>146.17083</c:v>
                </c:pt>
                <c:pt idx="1262">
                  <c:v>146.45376999999999</c:v>
                </c:pt>
                <c:pt idx="1263">
                  <c:v>148.44559000000001</c:v>
                </c:pt>
                <c:pt idx="1264">
                  <c:v>146.87943000000001</c:v>
                </c:pt>
                <c:pt idx="1265">
                  <c:v>151.19382999999999</c:v>
                </c:pt>
                <c:pt idx="1266">
                  <c:v>150.82857000000001</c:v>
                </c:pt>
                <c:pt idx="1267">
                  <c:v>149.86131</c:v>
                </c:pt>
                <c:pt idx="1268">
                  <c:v>147.17255</c:v>
                </c:pt>
                <c:pt idx="1269">
                  <c:v>148.13915</c:v>
                </c:pt>
                <c:pt idx="1270">
                  <c:v>148.55726999999999</c:v>
                </c:pt>
                <c:pt idx="1271">
                  <c:v>146.34671</c:v>
                </c:pt>
                <c:pt idx="1272">
                  <c:v>146.36958000000001</c:v>
                </c:pt>
                <c:pt idx="1273">
                  <c:v>144.00239999999999</c:v>
                </c:pt>
                <c:pt idx="1274">
                  <c:v>145.38687999999999</c:v>
                </c:pt>
                <c:pt idx="1275">
                  <c:v>145.19880000000001</c:v>
                </c:pt>
                <c:pt idx="1276">
                  <c:v>145.07355999999999</c:v>
                </c:pt>
                <c:pt idx="1277">
                  <c:v>143.77034</c:v>
                </c:pt>
                <c:pt idx="1278">
                  <c:v>143.51067</c:v>
                </c:pt>
                <c:pt idx="1279">
                  <c:v>144.38229000000001</c:v>
                </c:pt>
                <c:pt idx="1280">
                  <c:v>145.17677</c:v>
                </c:pt>
                <c:pt idx="1281">
                  <c:v>145.63151999999999</c:v>
                </c:pt>
                <c:pt idx="1282">
                  <c:v>149.61067</c:v>
                </c:pt>
                <c:pt idx="1283">
                  <c:v>151.76513</c:v>
                </c:pt>
                <c:pt idx="1284">
                  <c:v>151.05004</c:v>
                </c:pt>
                <c:pt idx="1285">
                  <c:v>150.05359999999999</c:v>
                </c:pt>
                <c:pt idx="1286">
                  <c:v>151.17008000000001</c:v>
                </c:pt>
                <c:pt idx="1287">
                  <c:v>152.76419999999999</c:v>
                </c:pt>
                <c:pt idx="1288">
                  <c:v>151.22157999999999</c:v>
                </c:pt>
                <c:pt idx="1289">
                  <c:v>152.57288</c:v>
                </c:pt>
                <c:pt idx="1290">
                  <c:v>157.57053999999999</c:v>
                </c:pt>
                <c:pt idx="1291">
                  <c:v>158.08004</c:v>
                </c:pt>
                <c:pt idx="1292">
                  <c:v>157.58425</c:v>
                </c:pt>
                <c:pt idx="1293">
                  <c:v>159.34705</c:v>
                </c:pt>
                <c:pt idx="1294">
                  <c:v>160.21589</c:v>
                </c:pt>
                <c:pt idx="1295">
                  <c:v>159.42738</c:v>
                </c:pt>
                <c:pt idx="1296">
                  <c:v>159.55946</c:v>
                </c:pt>
                <c:pt idx="1297">
                  <c:v>160.2833</c:v>
                </c:pt>
                <c:pt idx="1298">
                  <c:v>161.22198</c:v>
                </c:pt>
                <c:pt idx="1299">
                  <c:v>160.56523999999999</c:v>
                </c:pt>
                <c:pt idx="1300">
                  <c:v>161.13149999999999</c:v>
                </c:pt>
                <c:pt idx="1301">
                  <c:v>161.89467999999999</c:v>
                </c:pt>
                <c:pt idx="1302">
                  <c:v>161.17516000000001</c:v>
                </c:pt>
                <c:pt idx="1303">
                  <c:v>162.35171</c:v>
                </c:pt>
                <c:pt idx="1304">
                  <c:v>161.38436999999999</c:v>
                </c:pt>
                <c:pt idx="1305">
                  <c:v>162.02180999999999</c:v>
                </c:pt>
                <c:pt idx="1306">
                  <c:v>162.87472</c:v>
                </c:pt>
                <c:pt idx="1307">
                  <c:v>163.04646</c:v>
                </c:pt>
                <c:pt idx="1308">
                  <c:v>163.72783000000001</c:v>
                </c:pt>
                <c:pt idx="1309">
                  <c:v>163.96687</c:v>
                </c:pt>
                <c:pt idx="1310">
                  <c:v>164.42421999999999</c:v>
                </c:pt>
                <c:pt idx="1311">
                  <c:v>164.18187</c:v>
                </c:pt>
                <c:pt idx="1312">
                  <c:v>168.58989</c:v>
                </c:pt>
                <c:pt idx="1313">
                  <c:v>167.32798</c:v>
                </c:pt>
                <c:pt idx="1314">
                  <c:v>166.6756</c:v>
                </c:pt>
                <c:pt idx="1315">
                  <c:v>168.03470999999999</c:v>
                </c:pt>
                <c:pt idx="1316">
                  <c:v>167.65586999999999</c:v>
                </c:pt>
                <c:pt idx="1317">
                  <c:v>167.66998000000001</c:v>
                </c:pt>
                <c:pt idx="1318">
                  <c:v>168.19736</c:v>
                </c:pt>
                <c:pt idx="1319">
                  <c:v>168.18208999999999</c:v>
                </c:pt>
                <c:pt idx="1320">
                  <c:v>168.4879</c:v>
                </c:pt>
                <c:pt idx="1321">
                  <c:v>169.93448000000001</c:v>
                </c:pt>
                <c:pt idx="1322">
                  <c:v>168.90961999999999</c:v>
                </c:pt>
                <c:pt idx="1323">
                  <c:v>168.92106000000001</c:v>
                </c:pt>
                <c:pt idx="1324">
                  <c:v>168.92106000000001</c:v>
                </c:pt>
                <c:pt idx="1325">
                  <c:v>167.03341</c:v>
                </c:pt>
                <c:pt idx="1326">
                  <c:v>164.09952000000001</c:v>
                </c:pt>
                <c:pt idx="1327">
                  <c:v>165.74413000000001</c:v>
                </c:pt>
                <c:pt idx="1328">
                  <c:v>165.34567999999999</c:v>
                </c:pt>
                <c:pt idx="1329">
                  <c:v>166.48094</c:v>
                </c:pt>
                <c:pt idx="1330">
                  <c:v>165.42694</c:v>
                </c:pt>
                <c:pt idx="1331">
                  <c:v>165.79679999999999</c:v>
                </c:pt>
                <c:pt idx="1332">
                  <c:v>164.6035</c:v>
                </c:pt>
                <c:pt idx="1333">
                  <c:v>165.93499</c:v>
                </c:pt>
                <c:pt idx="1334">
                  <c:v>165.14686</c:v>
                </c:pt>
                <c:pt idx="1335">
                  <c:v>163.45761999999999</c:v>
                </c:pt>
                <c:pt idx="1336">
                  <c:v>161.8845</c:v>
                </c:pt>
                <c:pt idx="1337">
                  <c:v>163.37393</c:v>
                </c:pt>
                <c:pt idx="1338">
                  <c:v>163.63793000000001</c:v>
                </c:pt>
                <c:pt idx="1339">
                  <c:v>164.94474</c:v>
                </c:pt>
                <c:pt idx="1340">
                  <c:v>163.52312000000001</c:v>
                </c:pt>
                <c:pt idx="1341">
                  <c:v>167.45489000000001</c:v>
                </c:pt>
                <c:pt idx="1342">
                  <c:v>166.96741</c:v>
                </c:pt>
                <c:pt idx="1343">
                  <c:v>169.01462000000001</c:v>
                </c:pt>
                <c:pt idx="1344">
                  <c:v>168.18088</c:v>
                </c:pt>
                <c:pt idx="1345">
                  <c:v>169.19907000000001</c:v>
                </c:pt>
                <c:pt idx="1346">
                  <c:v>169.11699999999999</c:v>
                </c:pt>
                <c:pt idx="1347">
                  <c:v>168.75559000000001</c:v>
                </c:pt>
                <c:pt idx="1348">
                  <c:v>167.61679000000001</c:v>
                </c:pt>
                <c:pt idx="1349">
                  <c:v>166.88299000000001</c:v>
                </c:pt>
                <c:pt idx="1350">
                  <c:v>168.06135</c:v>
                </c:pt>
                <c:pt idx="1351">
                  <c:v>167.78351000000001</c:v>
                </c:pt>
                <c:pt idx="1352">
                  <c:v>168.74633</c:v>
                </c:pt>
                <c:pt idx="1353">
                  <c:v>168.94812999999999</c:v>
                </c:pt>
                <c:pt idx="1354">
                  <c:v>169.93164999999999</c:v>
                </c:pt>
                <c:pt idx="1355">
                  <c:v>167.04042000000001</c:v>
                </c:pt>
                <c:pt idx="1356">
                  <c:v>167.91729000000001</c:v>
                </c:pt>
                <c:pt idx="1357">
                  <c:v>169.64044000000001</c:v>
                </c:pt>
                <c:pt idx="1358">
                  <c:v>170.66262</c:v>
                </c:pt>
                <c:pt idx="1359">
                  <c:v>170.49872999999999</c:v>
                </c:pt>
                <c:pt idx="1360">
                  <c:v>170.9494</c:v>
                </c:pt>
                <c:pt idx="1361">
                  <c:v>171.29501999999999</c:v>
                </c:pt>
                <c:pt idx="1362">
                  <c:v>173.81161</c:v>
                </c:pt>
                <c:pt idx="1363">
                  <c:v>174.45061000000001</c:v>
                </c:pt>
                <c:pt idx="1364">
                  <c:v>174.29336000000001</c:v>
                </c:pt>
                <c:pt idx="1365">
                  <c:v>175.14697000000001</c:v>
                </c:pt>
                <c:pt idx="1366">
                  <c:v>174.65057999999999</c:v>
                </c:pt>
                <c:pt idx="1367">
                  <c:v>173.79673</c:v>
                </c:pt>
                <c:pt idx="1368">
                  <c:v>175.26227</c:v>
                </c:pt>
                <c:pt idx="1369">
                  <c:v>175.85095999999999</c:v>
                </c:pt>
                <c:pt idx="1370">
                  <c:v>175.45535000000001</c:v>
                </c:pt>
                <c:pt idx="1371">
                  <c:v>176.85279</c:v>
                </c:pt>
                <c:pt idx="1372">
                  <c:v>179.23500999999999</c:v>
                </c:pt>
                <c:pt idx="1373">
                  <c:v>178.8742</c:v>
                </c:pt>
                <c:pt idx="1374">
                  <c:v>177.78493</c:v>
                </c:pt>
                <c:pt idx="1375">
                  <c:v>179.42068</c:v>
                </c:pt>
                <c:pt idx="1376">
                  <c:v>180.48347999999999</c:v>
                </c:pt>
                <c:pt idx="1377">
                  <c:v>179.11117999999999</c:v>
                </c:pt>
                <c:pt idx="1378">
                  <c:v>178.74575999999999</c:v>
                </c:pt>
                <c:pt idx="1379">
                  <c:v>178.47485</c:v>
                </c:pt>
                <c:pt idx="1380">
                  <c:v>179.24785</c:v>
                </c:pt>
                <c:pt idx="1381">
                  <c:v>179.12845999999999</c:v>
                </c:pt>
                <c:pt idx="1382">
                  <c:v>180.81719000000001</c:v>
                </c:pt>
                <c:pt idx="1383">
                  <c:v>179.69546</c:v>
                </c:pt>
                <c:pt idx="1384">
                  <c:v>180.56252000000001</c:v>
                </c:pt>
                <c:pt idx="1385">
                  <c:v>181.15074999999999</c:v>
                </c:pt>
                <c:pt idx="1386">
                  <c:v>181.59789000000001</c:v>
                </c:pt>
                <c:pt idx="1387">
                  <c:v>181.23407</c:v>
                </c:pt>
                <c:pt idx="1388">
                  <c:v>181.11655999999999</c:v>
                </c:pt>
                <c:pt idx="1389">
                  <c:v>180.23665</c:v>
                </c:pt>
                <c:pt idx="1390">
                  <c:v>179.31003000000001</c:v>
                </c:pt>
                <c:pt idx="1391">
                  <c:v>181.25461999999999</c:v>
                </c:pt>
                <c:pt idx="1392">
                  <c:v>181.91506999999999</c:v>
                </c:pt>
                <c:pt idx="1393">
                  <c:v>179.69577000000001</c:v>
                </c:pt>
                <c:pt idx="1394">
                  <c:v>180.98625000000001</c:v>
                </c:pt>
                <c:pt idx="1395">
                  <c:v>179.42055999999999</c:v>
                </c:pt>
                <c:pt idx="1396">
                  <c:v>177.64462</c:v>
                </c:pt>
                <c:pt idx="1397">
                  <c:v>176.30456000000001</c:v>
                </c:pt>
                <c:pt idx="1398">
                  <c:v>174.81549999999999</c:v>
                </c:pt>
                <c:pt idx="1399">
                  <c:v>175.32414</c:v>
                </c:pt>
                <c:pt idx="1400">
                  <c:v>172.92007000000001</c:v>
                </c:pt>
                <c:pt idx="1401">
                  <c:v>173.10404</c:v>
                </c:pt>
                <c:pt idx="1402">
                  <c:v>173.84599</c:v>
                </c:pt>
                <c:pt idx="1403">
                  <c:v>173.33067</c:v>
                </c:pt>
                <c:pt idx="1404">
                  <c:v>174.14885000000001</c:v>
                </c:pt>
                <c:pt idx="1405">
                  <c:v>177.24229</c:v>
                </c:pt>
                <c:pt idx="1406">
                  <c:v>176.65627000000001</c:v>
                </c:pt>
                <c:pt idx="1407">
                  <c:v>175.72538</c:v>
                </c:pt>
                <c:pt idx="1408">
                  <c:v>177.17230000000001</c:v>
                </c:pt>
                <c:pt idx="1409">
                  <c:v>177.33134999999999</c:v>
                </c:pt>
                <c:pt idx="1410">
                  <c:v>174.75447</c:v>
                </c:pt>
                <c:pt idx="1411">
                  <c:v>174.64451</c:v>
                </c:pt>
                <c:pt idx="1412">
                  <c:v>174.73083</c:v>
                </c:pt>
                <c:pt idx="1413">
                  <c:v>176.56997000000001</c:v>
                </c:pt>
                <c:pt idx="1414">
                  <c:v>177.89834999999999</c:v>
                </c:pt>
                <c:pt idx="1415">
                  <c:v>179.78166999999999</c:v>
                </c:pt>
                <c:pt idx="1416">
                  <c:v>180.04804999999999</c:v>
                </c:pt>
                <c:pt idx="1417">
                  <c:v>181.08087</c:v>
                </c:pt>
                <c:pt idx="1418">
                  <c:v>182.21978999999999</c:v>
                </c:pt>
                <c:pt idx="1419">
                  <c:v>182.37888000000001</c:v>
                </c:pt>
                <c:pt idx="1420">
                  <c:v>183.06874999999999</c:v>
                </c:pt>
                <c:pt idx="1421">
                  <c:v>184.98828</c:v>
                </c:pt>
                <c:pt idx="1422">
                  <c:v>184.24798999999999</c:v>
                </c:pt>
                <c:pt idx="1423">
                  <c:v>183.85097999999999</c:v>
                </c:pt>
                <c:pt idx="1424">
                  <c:v>184.08655999999999</c:v>
                </c:pt>
                <c:pt idx="1425">
                  <c:v>183.04304999999999</c:v>
                </c:pt>
                <c:pt idx="1426">
                  <c:v>182.24718999999999</c:v>
                </c:pt>
                <c:pt idx="1427">
                  <c:v>182.06099</c:v>
                </c:pt>
                <c:pt idx="1428">
                  <c:v>182.46758</c:v>
                </c:pt>
                <c:pt idx="1429">
                  <c:v>183.44582</c:v>
                </c:pt>
                <c:pt idx="1430">
                  <c:v>182.73707999999999</c:v>
                </c:pt>
                <c:pt idx="1431">
                  <c:v>179.4237</c:v>
                </c:pt>
                <c:pt idx="1432">
                  <c:v>180.44166000000001</c:v>
                </c:pt>
                <c:pt idx="1433">
                  <c:v>180.58292</c:v>
                </c:pt>
                <c:pt idx="1434">
                  <c:v>181.94309999999999</c:v>
                </c:pt>
                <c:pt idx="1435">
                  <c:v>180.30554000000001</c:v>
                </c:pt>
                <c:pt idx="1436">
                  <c:v>182.33095</c:v>
                </c:pt>
                <c:pt idx="1437">
                  <c:v>183.61753999999999</c:v>
                </c:pt>
                <c:pt idx="1438">
                  <c:v>181.65269000000001</c:v>
                </c:pt>
                <c:pt idx="1439">
                  <c:v>179.61761000000001</c:v>
                </c:pt>
                <c:pt idx="1440">
                  <c:v>177.43353999999999</c:v>
                </c:pt>
                <c:pt idx="1441">
                  <c:v>181.38217</c:v>
                </c:pt>
                <c:pt idx="1442">
                  <c:v>176.31560999999999</c:v>
                </c:pt>
                <c:pt idx="1443">
                  <c:v>172.54741999999999</c:v>
                </c:pt>
                <c:pt idx="1444">
                  <c:v>173.89418000000001</c:v>
                </c:pt>
                <c:pt idx="1445">
                  <c:v>175.34327999999999</c:v>
                </c:pt>
                <c:pt idx="1446">
                  <c:v>174.50945999999999</c:v>
                </c:pt>
                <c:pt idx="1447">
                  <c:v>176.00509</c:v>
                </c:pt>
                <c:pt idx="1448">
                  <c:v>174.31916000000001</c:v>
                </c:pt>
                <c:pt idx="1449">
                  <c:v>176.35727</c:v>
                </c:pt>
                <c:pt idx="1450">
                  <c:v>175.42123000000001</c:v>
                </c:pt>
                <c:pt idx="1451">
                  <c:v>174.24969999999999</c:v>
                </c:pt>
                <c:pt idx="1452">
                  <c:v>174.07451</c:v>
                </c:pt>
                <c:pt idx="1453">
                  <c:v>173.75436999999999</c:v>
                </c:pt>
                <c:pt idx="1454">
                  <c:v>175.11802</c:v>
                </c:pt>
                <c:pt idx="1455">
                  <c:v>174.51616000000001</c:v>
                </c:pt>
                <c:pt idx="1456">
                  <c:v>177.56138000000001</c:v>
                </c:pt>
                <c:pt idx="1457">
                  <c:v>178.79837000000001</c:v>
                </c:pt>
                <c:pt idx="1458">
                  <c:v>178.83127999999999</c:v>
                </c:pt>
                <c:pt idx="1459">
                  <c:v>178.49673999999999</c:v>
                </c:pt>
                <c:pt idx="1460">
                  <c:v>176.15306000000001</c:v>
                </c:pt>
                <c:pt idx="1461">
                  <c:v>178.31322</c:v>
                </c:pt>
                <c:pt idx="1462">
                  <c:v>179.83255</c:v>
                </c:pt>
                <c:pt idx="1463">
                  <c:v>182.41295</c:v>
                </c:pt>
                <c:pt idx="1464">
                  <c:v>180.55307999999999</c:v>
                </c:pt>
                <c:pt idx="1465">
                  <c:v>179.37470999999999</c:v>
                </c:pt>
                <c:pt idx="1466">
                  <c:v>178.29419999999999</c:v>
                </c:pt>
                <c:pt idx="1467">
                  <c:v>177.69195999999999</c:v>
                </c:pt>
                <c:pt idx="1468">
                  <c:v>175.74093999999999</c:v>
                </c:pt>
                <c:pt idx="1469">
                  <c:v>177.91947999999999</c:v>
                </c:pt>
                <c:pt idx="1470">
                  <c:v>177.86005</c:v>
                </c:pt>
                <c:pt idx="1471">
                  <c:v>176.01928000000001</c:v>
                </c:pt>
                <c:pt idx="1472">
                  <c:v>174.33824999999999</c:v>
                </c:pt>
                <c:pt idx="1473">
                  <c:v>175.98899</c:v>
                </c:pt>
                <c:pt idx="1474">
                  <c:v>174.1499</c:v>
                </c:pt>
                <c:pt idx="1475">
                  <c:v>174.87134</c:v>
                </c:pt>
                <c:pt idx="1476">
                  <c:v>175.82622000000001</c:v>
                </c:pt>
                <c:pt idx="1477">
                  <c:v>171.9409</c:v>
                </c:pt>
                <c:pt idx="1478">
                  <c:v>169.41533000000001</c:v>
                </c:pt>
                <c:pt idx="1479">
                  <c:v>167.39239000000001</c:v>
                </c:pt>
                <c:pt idx="1480">
                  <c:v>167.09836999999999</c:v>
                </c:pt>
                <c:pt idx="1481">
                  <c:v>170.20346000000001</c:v>
                </c:pt>
                <c:pt idx="1482">
                  <c:v>169.90626</c:v>
                </c:pt>
                <c:pt idx="1483">
                  <c:v>170.48641000000001</c:v>
                </c:pt>
                <c:pt idx="1484">
                  <c:v>170.50769</c:v>
                </c:pt>
                <c:pt idx="1485">
                  <c:v>172.07820000000001</c:v>
                </c:pt>
                <c:pt idx="1486">
                  <c:v>173.78461999999999</c:v>
                </c:pt>
                <c:pt idx="1487">
                  <c:v>175.64983000000001</c:v>
                </c:pt>
                <c:pt idx="1488">
                  <c:v>177.05170000000001</c:v>
                </c:pt>
                <c:pt idx="1489">
                  <c:v>179.28178</c:v>
                </c:pt>
                <c:pt idx="1490">
                  <c:v>179.41933</c:v>
                </c:pt>
                <c:pt idx="1491">
                  <c:v>180.92096000000001</c:v>
                </c:pt>
                <c:pt idx="1492">
                  <c:v>180.42051000000001</c:v>
                </c:pt>
                <c:pt idx="1493">
                  <c:v>182.45706999999999</c:v>
                </c:pt>
                <c:pt idx="1494">
                  <c:v>182.15379999999999</c:v>
                </c:pt>
                <c:pt idx="1495">
                  <c:v>182.20384000000001</c:v>
                </c:pt>
                <c:pt idx="1496">
                  <c:v>181.91498000000001</c:v>
                </c:pt>
                <c:pt idx="1497">
                  <c:v>183.10400999999999</c:v>
                </c:pt>
                <c:pt idx="1498">
                  <c:v>182.55694</c:v>
                </c:pt>
                <c:pt idx="1499">
                  <c:v>183.12249</c:v>
                </c:pt>
                <c:pt idx="1500">
                  <c:v>180.64053999999999</c:v>
                </c:pt>
                <c:pt idx="1501">
                  <c:v>179.39975000000001</c:v>
                </c:pt>
                <c:pt idx="1502">
                  <c:v>178.96322000000001</c:v>
                </c:pt>
                <c:pt idx="1503">
                  <c:v>176.18722</c:v>
                </c:pt>
                <c:pt idx="1504">
                  <c:v>177.25534999999999</c:v>
                </c:pt>
                <c:pt idx="1505">
                  <c:v>175.77358000000001</c:v>
                </c:pt>
                <c:pt idx="1506">
                  <c:v>176.02814000000001</c:v>
                </c:pt>
                <c:pt idx="1507">
                  <c:v>178.11199999999999</c:v>
                </c:pt>
                <c:pt idx="1508">
                  <c:v>180.04954000000001</c:v>
                </c:pt>
                <c:pt idx="1509">
                  <c:v>180.28720000000001</c:v>
                </c:pt>
                <c:pt idx="1510">
                  <c:v>181.19176999999999</c:v>
                </c:pt>
                <c:pt idx="1511">
                  <c:v>180.43195</c:v>
                </c:pt>
                <c:pt idx="1512">
                  <c:v>184.19032999999999</c:v>
                </c:pt>
                <c:pt idx="1513">
                  <c:v>181.96716000000001</c:v>
                </c:pt>
                <c:pt idx="1514">
                  <c:v>181.63885999999999</c:v>
                </c:pt>
                <c:pt idx="1515">
                  <c:v>183.76604</c:v>
                </c:pt>
                <c:pt idx="1516">
                  <c:v>183.0179</c:v>
                </c:pt>
                <c:pt idx="1517">
                  <c:v>187.13871</c:v>
                </c:pt>
                <c:pt idx="1518">
                  <c:v>188.26317</c:v>
                </c:pt>
                <c:pt idx="1519">
                  <c:v>185.95502999999999</c:v>
                </c:pt>
                <c:pt idx="1520">
                  <c:v>183.01065</c:v>
                </c:pt>
                <c:pt idx="1521">
                  <c:v>182.96106</c:v>
                </c:pt>
                <c:pt idx="1522">
                  <c:v>181.07840999999999</c:v>
                </c:pt>
                <c:pt idx="1523">
                  <c:v>181.04438999999999</c:v>
                </c:pt>
                <c:pt idx="1524">
                  <c:v>181.68275</c:v>
                </c:pt>
                <c:pt idx="1525">
                  <c:v>180.91496000000001</c:v>
                </c:pt>
                <c:pt idx="1526">
                  <c:v>181.58273</c:v>
                </c:pt>
                <c:pt idx="1527">
                  <c:v>180.41139000000001</c:v>
                </c:pt>
                <c:pt idx="1528">
                  <c:v>182.16854000000001</c:v>
                </c:pt>
                <c:pt idx="1529">
                  <c:v>182.67526000000001</c:v>
                </c:pt>
                <c:pt idx="1530">
                  <c:v>179.96335999999999</c:v>
                </c:pt>
                <c:pt idx="1531">
                  <c:v>178.79419999999999</c:v>
                </c:pt>
                <c:pt idx="1532">
                  <c:v>179.35505000000001</c:v>
                </c:pt>
                <c:pt idx="1533">
                  <c:v>181.19534999999999</c:v>
                </c:pt>
                <c:pt idx="1534">
                  <c:v>178.79707999999999</c:v>
                </c:pt>
                <c:pt idx="1535">
                  <c:v>178.31862000000001</c:v>
                </c:pt>
                <c:pt idx="1536">
                  <c:v>177.17366000000001</c:v>
                </c:pt>
                <c:pt idx="1537">
                  <c:v>178.00083000000001</c:v>
                </c:pt>
                <c:pt idx="1538">
                  <c:v>178.07937999999999</c:v>
                </c:pt>
                <c:pt idx="1539">
                  <c:v>178.98668000000001</c:v>
                </c:pt>
                <c:pt idx="1540">
                  <c:v>178.00976</c:v>
                </c:pt>
                <c:pt idx="1541">
                  <c:v>176.71637000000001</c:v>
                </c:pt>
                <c:pt idx="1542">
                  <c:v>174.95849000000001</c:v>
                </c:pt>
                <c:pt idx="1543">
                  <c:v>176.25317000000001</c:v>
                </c:pt>
                <c:pt idx="1544">
                  <c:v>176.23426000000001</c:v>
                </c:pt>
                <c:pt idx="1545">
                  <c:v>177.57311999999999</c:v>
                </c:pt>
                <c:pt idx="1546">
                  <c:v>172.12861000000001</c:v>
                </c:pt>
                <c:pt idx="1547">
                  <c:v>175.0127</c:v>
                </c:pt>
                <c:pt idx="1548">
                  <c:v>172.21859000000001</c:v>
                </c:pt>
                <c:pt idx="1549">
                  <c:v>173.02126999999999</c:v>
                </c:pt>
                <c:pt idx="1550">
                  <c:v>168.77455</c:v>
                </c:pt>
                <c:pt idx="1551">
                  <c:v>167.95398</c:v>
                </c:pt>
                <c:pt idx="1552">
                  <c:v>170.52329</c:v>
                </c:pt>
                <c:pt idx="1553">
                  <c:v>169.22442000000001</c:v>
                </c:pt>
                <c:pt idx="1554">
                  <c:v>169.68288999999999</c:v>
                </c:pt>
                <c:pt idx="1555">
                  <c:v>168.23863</c:v>
                </c:pt>
                <c:pt idx="1556">
                  <c:v>166.90861000000001</c:v>
                </c:pt>
                <c:pt idx="1557">
                  <c:v>166.96101999999999</c:v>
                </c:pt>
                <c:pt idx="1558">
                  <c:v>167.21892</c:v>
                </c:pt>
                <c:pt idx="1559">
                  <c:v>168.77001999999999</c:v>
                </c:pt>
                <c:pt idx="1560">
                  <c:v>167.16994</c:v>
                </c:pt>
                <c:pt idx="1561">
                  <c:v>168.05829</c:v>
                </c:pt>
                <c:pt idx="1562">
                  <c:v>168.60538</c:v>
                </c:pt>
                <c:pt idx="1563">
                  <c:v>170.11628999999999</c:v>
                </c:pt>
                <c:pt idx="1564">
                  <c:v>169.91689</c:v>
                </c:pt>
                <c:pt idx="1565">
                  <c:v>171.44739999999999</c:v>
                </c:pt>
                <c:pt idx="1566">
                  <c:v>172.73658</c:v>
                </c:pt>
                <c:pt idx="1567">
                  <c:v>174.45223999999999</c:v>
                </c:pt>
                <c:pt idx="1568">
                  <c:v>174.8879</c:v>
                </c:pt>
                <c:pt idx="1569">
                  <c:v>175.26149000000001</c:v>
                </c:pt>
                <c:pt idx="1570">
                  <c:v>173.47299000000001</c:v>
                </c:pt>
                <c:pt idx="1571">
                  <c:v>173.50671</c:v>
                </c:pt>
                <c:pt idx="1572">
                  <c:v>173.73740000000001</c:v>
                </c:pt>
                <c:pt idx="1573">
                  <c:v>173.52941000000001</c:v>
                </c:pt>
                <c:pt idx="1574">
                  <c:v>173.11090999999999</c:v>
                </c:pt>
                <c:pt idx="1575">
                  <c:v>172.39467999999999</c:v>
                </c:pt>
                <c:pt idx="1576">
                  <c:v>172.35436999999999</c:v>
                </c:pt>
                <c:pt idx="1577">
                  <c:v>168.07308</c:v>
                </c:pt>
                <c:pt idx="1578">
                  <c:v>168.79318000000001</c:v>
                </c:pt>
                <c:pt idx="1579">
                  <c:v>168.11211</c:v>
                </c:pt>
                <c:pt idx="1580">
                  <c:v>168.23372000000001</c:v>
                </c:pt>
                <c:pt idx="1581">
                  <c:v>168.46043</c:v>
                </c:pt>
                <c:pt idx="1582">
                  <c:v>168.60363000000001</c:v>
                </c:pt>
                <c:pt idx="1583">
                  <c:v>169.99134000000001</c:v>
                </c:pt>
                <c:pt idx="1584">
                  <c:v>168.72014999999999</c:v>
                </c:pt>
                <c:pt idx="1585">
                  <c:v>168.85142999999999</c:v>
                </c:pt>
                <c:pt idx="1586">
                  <c:v>168.96564000000001</c:v>
                </c:pt>
                <c:pt idx="1587">
                  <c:v>168.21886000000001</c:v>
                </c:pt>
                <c:pt idx="1588">
                  <c:v>167.35183000000001</c:v>
                </c:pt>
                <c:pt idx="1589">
                  <c:v>172.11924999999999</c:v>
                </c:pt>
                <c:pt idx="1590">
                  <c:v>172.46025</c:v>
                </c:pt>
                <c:pt idx="1591">
                  <c:v>170.89713</c:v>
                </c:pt>
                <c:pt idx="1592">
                  <c:v>171.4598</c:v>
                </c:pt>
                <c:pt idx="1593">
                  <c:v>169.25837999999999</c:v>
                </c:pt>
                <c:pt idx="1594">
                  <c:v>168.10548</c:v>
                </c:pt>
                <c:pt idx="1595">
                  <c:v>170.04151999999999</c:v>
                </c:pt>
                <c:pt idx="1596">
                  <c:v>171.8509</c:v>
                </c:pt>
                <c:pt idx="1597">
                  <c:v>174.00054</c:v>
                </c:pt>
                <c:pt idx="1598">
                  <c:v>175.19463999999999</c:v>
                </c:pt>
                <c:pt idx="1599">
                  <c:v>177.46312</c:v>
                </c:pt>
                <c:pt idx="1600">
                  <c:v>178.20187999999999</c:v>
                </c:pt>
                <c:pt idx="1601">
                  <c:v>179.09020000000001</c:v>
                </c:pt>
                <c:pt idx="1602">
                  <c:v>179.98508000000001</c:v>
                </c:pt>
                <c:pt idx="1603">
                  <c:v>181.40959000000001</c:v>
                </c:pt>
                <c:pt idx="1604">
                  <c:v>180.07128</c:v>
                </c:pt>
                <c:pt idx="1605">
                  <c:v>179.57558</c:v>
                </c:pt>
                <c:pt idx="1606">
                  <c:v>180.51767000000001</c:v>
                </c:pt>
                <c:pt idx="1607">
                  <c:v>182.05868000000001</c:v>
                </c:pt>
                <c:pt idx="1608">
                  <c:v>182.21666999999999</c:v>
                </c:pt>
                <c:pt idx="1609">
                  <c:v>177.59499</c:v>
                </c:pt>
                <c:pt idx="1610">
                  <c:v>180.42121</c:v>
                </c:pt>
                <c:pt idx="1611">
                  <c:v>181.46045000000001</c:v>
                </c:pt>
                <c:pt idx="1612">
                  <c:v>183.29211000000001</c:v>
                </c:pt>
                <c:pt idx="1613">
                  <c:v>181.43177</c:v>
                </c:pt>
                <c:pt idx="1614">
                  <c:v>182.26682</c:v>
                </c:pt>
                <c:pt idx="1615">
                  <c:v>183.80643000000001</c:v>
                </c:pt>
                <c:pt idx="1616">
                  <c:v>185.89057</c:v>
                </c:pt>
                <c:pt idx="1617">
                  <c:v>188.83004</c:v>
                </c:pt>
                <c:pt idx="1618">
                  <c:v>190.1568</c:v>
                </c:pt>
                <c:pt idx="1619">
                  <c:v>190.77459999999999</c:v>
                </c:pt>
                <c:pt idx="1620">
                  <c:v>190.54781</c:v>
                </c:pt>
                <c:pt idx="1621">
                  <c:v>187.50199000000001</c:v>
                </c:pt>
                <c:pt idx="1622">
                  <c:v>188.63466</c:v>
                </c:pt>
                <c:pt idx="1623">
                  <c:v>188.71084999999999</c:v>
                </c:pt>
                <c:pt idx="1624">
                  <c:v>188.78536</c:v>
                </c:pt>
                <c:pt idx="1625">
                  <c:v>189.16551000000001</c:v>
                </c:pt>
                <c:pt idx="1626">
                  <c:v>191.64644999999999</c:v>
                </c:pt>
                <c:pt idx="1627">
                  <c:v>188.37683999999999</c:v>
                </c:pt>
                <c:pt idx="1628">
                  <c:v>187.95164</c:v>
                </c:pt>
                <c:pt idx="1629">
                  <c:v>192.26911000000001</c:v>
                </c:pt>
                <c:pt idx="1630">
                  <c:v>188.22092000000001</c:v>
                </c:pt>
                <c:pt idx="1631">
                  <c:v>196.38324</c:v>
                </c:pt>
                <c:pt idx="1632">
                  <c:v>197.92247</c:v>
                </c:pt>
                <c:pt idx="1633">
                  <c:v>196.96048999999999</c:v>
                </c:pt>
                <c:pt idx="1634">
                  <c:v>193.91308000000001</c:v>
                </c:pt>
                <c:pt idx="1635">
                  <c:v>193.21558999999999</c:v>
                </c:pt>
                <c:pt idx="1636">
                  <c:v>194.64323999999999</c:v>
                </c:pt>
                <c:pt idx="1637">
                  <c:v>192.77884</c:v>
                </c:pt>
                <c:pt idx="1638">
                  <c:v>195.95652999999999</c:v>
                </c:pt>
                <c:pt idx="1639">
                  <c:v>197.99449999999999</c:v>
                </c:pt>
                <c:pt idx="1640">
                  <c:v>200.21324000000001</c:v>
                </c:pt>
                <c:pt idx="1641">
                  <c:v>199.26436000000001</c:v>
                </c:pt>
                <c:pt idx="1642">
                  <c:v>196.89270999999999</c:v>
                </c:pt>
                <c:pt idx="1643">
                  <c:v>195.49233000000001</c:v>
                </c:pt>
                <c:pt idx="1644">
                  <c:v>194.56036</c:v>
                </c:pt>
                <c:pt idx="1645">
                  <c:v>196.67132000000001</c:v>
                </c:pt>
                <c:pt idx="1646">
                  <c:v>193.79040000000001</c:v>
                </c:pt>
                <c:pt idx="1647">
                  <c:v>193.50949</c:v>
                </c:pt>
                <c:pt idx="1648">
                  <c:v>192.23201</c:v>
                </c:pt>
                <c:pt idx="1649">
                  <c:v>189.19297</c:v>
                </c:pt>
                <c:pt idx="1650">
                  <c:v>191.40195</c:v>
                </c:pt>
                <c:pt idx="1651">
                  <c:v>191.75379000000001</c:v>
                </c:pt>
                <c:pt idx="1652">
                  <c:v>189.36005</c:v>
                </c:pt>
                <c:pt idx="1653">
                  <c:v>179.34893</c:v>
                </c:pt>
                <c:pt idx="1654">
                  <c:v>170.82043999999999</c:v>
                </c:pt>
                <c:pt idx="1655">
                  <c:v>175.16220999999999</c:v>
                </c:pt>
                <c:pt idx="1656">
                  <c:v>171.26406</c:v>
                </c:pt>
                <c:pt idx="1657">
                  <c:v>180.77538999999999</c:v>
                </c:pt>
                <c:pt idx="1658">
                  <c:v>182.01412999999999</c:v>
                </c:pt>
                <c:pt idx="1659">
                  <c:v>187.15263999999999</c:v>
                </c:pt>
                <c:pt idx="1660">
                  <c:v>189.02370999999999</c:v>
                </c:pt>
                <c:pt idx="1661">
                  <c:v>190.64586</c:v>
                </c:pt>
                <c:pt idx="1662">
                  <c:v>189.34421</c:v>
                </c:pt>
                <c:pt idx="1663">
                  <c:v>190.07817</c:v>
                </c:pt>
                <c:pt idx="1664">
                  <c:v>191.95762999999999</c:v>
                </c:pt>
                <c:pt idx="1665">
                  <c:v>191.71261999999999</c:v>
                </c:pt>
                <c:pt idx="1666">
                  <c:v>194.39059</c:v>
                </c:pt>
                <c:pt idx="1667">
                  <c:v>195.68675999999999</c:v>
                </c:pt>
                <c:pt idx="1668">
                  <c:v>196.8098</c:v>
                </c:pt>
                <c:pt idx="1669">
                  <c:v>198.03361000000001</c:v>
                </c:pt>
                <c:pt idx="1670">
                  <c:v>198.45286999999999</c:v>
                </c:pt>
                <c:pt idx="1671">
                  <c:v>198.04767000000001</c:v>
                </c:pt>
                <c:pt idx="1672">
                  <c:v>196.91497000000001</c:v>
                </c:pt>
                <c:pt idx="1673">
                  <c:v>201.57563999999999</c:v>
                </c:pt>
                <c:pt idx="1674">
                  <c:v>201.70856000000001</c:v>
                </c:pt>
                <c:pt idx="1675">
                  <c:v>201.92490000000001</c:v>
                </c:pt>
                <c:pt idx="1676">
                  <c:v>200.91074</c:v>
                </c:pt>
                <c:pt idx="1677">
                  <c:v>200.42035000000001</c:v>
                </c:pt>
                <c:pt idx="1678">
                  <c:v>201.96204</c:v>
                </c:pt>
                <c:pt idx="1679">
                  <c:v>201.31353999999999</c:v>
                </c:pt>
                <c:pt idx="1680">
                  <c:v>203.65222</c:v>
                </c:pt>
                <c:pt idx="1681">
                  <c:v>203.51731000000001</c:v>
                </c:pt>
                <c:pt idx="1682">
                  <c:v>204.10801000000001</c:v>
                </c:pt>
                <c:pt idx="1683">
                  <c:v>204.06818000000001</c:v>
                </c:pt>
                <c:pt idx="1684">
                  <c:v>205.84531000000001</c:v>
                </c:pt>
                <c:pt idx="1685">
                  <c:v>207.64357000000001</c:v>
                </c:pt>
                <c:pt idx="1686">
                  <c:v>209.19771</c:v>
                </c:pt>
                <c:pt idx="1687">
                  <c:v>206.69642999999999</c:v>
                </c:pt>
                <c:pt idx="1688">
                  <c:v>205.16977</c:v>
                </c:pt>
                <c:pt idx="1689">
                  <c:v>208.18696</c:v>
                </c:pt>
                <c:pt idx="1690">
                  <c:v>208.07754</c:v>
                </c:pt>
                <c:pt idx="1691">
                  <c:v>206.12102999999999</c:v>
                </c:pt>
                <c:pt idx="1692">
                  <c:v>207.27462</c:v>
                </c:pt>
                <c:pt idx="1693">
                  <c:v>206.76494</c:v>
                </c:pt>
                <c:pt idx="1694">
                  <c:v>207.57778999999999</c:v>
                </c:pt>
                <c:pt idx="1695">
                  <c:v>207.20595</c:v>
                </c:pt>
                <c:pt idx="1696">
                  <c:v>209.16212999999999</c:v>
                </c:pt>
                <c:pt idx="1697">
                  <c:v>210.02670000000001</c:v>
                </c:pt>
                <c:pt idx="1698">
                  <c:v>209.35058000000001</c:v>
                </c:pt>
                <c:pt idx="1699">
                  <c:v>209.71332000000001</c:v>
                </c:pt>
                <c:pt idx="1700">
                  <c:v>209.23777000000001</c:v>
                </c:pt>
                <c:pt idx="1701">
                  <c:v>209.99780999999999</c:v>
                </c:pt>
                <c:pt idx="1702">
                  <c:v>210.55457000000001</c:v>
                </c:pt>
                <c:pt idx="1703">
                  <c:v>207.76076</c:v>
                </c:pt>
                <c:pt idx="1704">
                  <c:v>210.00592</c:v>
                </c:pt>
                <c:pt idx="1705">
                  <c:v>206.42921999999999</c:v>
                </c:pt>
                <c:pt idx="1706">
                  <c:v>205.78639999999999</c:v>
                </c:pt>
                <c:pt idx="1707">
                  <c:v>202.51987</c:v>
                </c:pt>
                <c:pt idx="1708">
                  <c:v>205.2123</c:v>
                </c:pt>
                <c:pt idx="1709">
                  <c:v>204.90296000000001</c:v>
                </c:pt>
                <c:pt idx="1710">
                  <c:v>209.25753</c:v>
                </c:pt>
                <c:pt idx="1711">
                  <c:v>207.76992999999999</c:v>
                </c:pt>
                <c:pt idx="1712">
                  <c:v>209.55741</c:v>
                </c:pt>
                <c:pt idx="1713">
                  <c:v>212.43857</c:v>
                </c:pt>
                <c:pt idx="1714">
                  <c:v>212.47412</c:v>
                </c:pt>
                <c:pt idx="1715">
                  <c:v>211.61090999999999</c:v>
                </c:pt>
                <c:pt idx="1716">
                  <c:v>213.26692</c:v>
                </c:pt>
                <c:pt idx="1717">
                  <c:v>213.48303000000001</c:v>
                </c:pt>
                <c:pt idx="1718">
                  <c:v>212.23893000000001</c:v>
                </c:pt>
                <c:pt idx="1719">
                  <c:v>212.45809</c:v>
                </c:pt>
                <c:pt idx="1720">
                  <c:v>213.58768000000001</c:v>
                </c:pt>
                <c:pt idx="1721">
                  <c:v>216.04005000000001</c:v>
                </c:pt>
                <c:pt idx="1722">
                  <c:v>215.64001999999999</c:v>
                </c:pt>
                <c:pt idx="1723">
                  <c:v>213.86872</c:v>
                </c:pt>
                <c:pt idx="1724">
                  <c:v>212.94708</c:v>
                </c:pt>
                <c:pt idx="1725">
                  <c:v>211.05098000000001</c:v>
                </c:pt>
                <c:pt idx="1726">
                  <c:v>209.97327999999999</c:v>
                </c:pt>
                <c:pt idx="1727">
                  <c:v>211.71321</c:v>
                </c:pt>
                <c:pt idx="1728">
                  <c:v>212.20670000000001</c:v>
                </c:pt>
                <c:pt idx="1729">
                  <c:v>213.26165</c:v>
                </c:pt>
                <c:pt idx="1730">
                  <c:v>212.77823000000001</c:v>
                </c:pt>
                <c:pt idx="1731">
                  <c:v>214.65123</c:v>
                </c:pt>
                <c:pt idx="1732">
                  <c:v>215.50458</c:v>
                </c:pt>
                <c:pt idx="1733">
                  <c:v>214.61636999999999</c:v>
                </c:pt>
                <c:pt idx="1734">
                  <c:v>211.4282</c:v>
                </c:pt>
                <c:pt idx="1735">
                  <c:v>211.91678999999999</c:v>
                </c:pt>
                <c:pt idx="1736">
                  <c:v>211.08665999999999</c:v>
                </c:pt>
                <c:pt idx="1737">
                  <c:v>208.16704999999999</c:v>
                </c:pt>
                <c:pt idx="1738">
                  <c:v>204.93191999999999</c:v>
                </c:pt>
                <c:pt idx="1739">
                  <c:v>208.24653000000001</c:v>
                </c:pt>
                <c:pt idx="1740">
                  <c:v>208.69094000000001</c:v>
                </c:pt>
                <c:pt idx="1741">
                  <c:v>210.14678000000001</c:v>
                </c:pt>
                <c:pt idx="1742">
                  <c:v>212.65638999999999</c:v>
                </c:pt>
                <c:pt idx="1743">
                  <c:v>213.65386000000001</c:v>
                </c:pt>
                <c:pt idx="1744">
                  <c:v>212.34343999999999</c:v>
                </c:pt>
                <c:pt idx="1745">
                  <c:v>213.94983999999999</c:v>
                </c:pt>
                <c:pt idx="1746">
                  <c:v>215.98102</c:v>
                </c:pt>
                <c:pt idx="1747">
                  <c:v>216.24884</c:v>
                </c:pt>
                <c:pt idx="1748">
                  <c:v>217.97179</c:v>
                </c:pt>
                <c:pt idx="1749">
                  <c:v>216.72058999999999</c:v>
                </c:pt>
                <c:pt idx="1750">
                  <c:v>218.29401999999999</c:v>
                </c:pt>
                <c:pt idx="1751">
                  <c:v>218.04088999999999</c:v>
                </c:pt>
                <c:pt idx="1752">
                  <c:v>216.84898999999999</c:v>
                </c:pt>
                <c:pt idx="1753">
                  <c:v>219.95349999999999</c:v>
                </c:pt>
                <c:pt idx="1754">
                  <c:v>217.16947999999999</c:v>
                </c:pt>
                <c:pt idx="1755">
                  <c:v>214.86025000000001</c:v>
                </c:pt>
                <c:pt idx="1756">
                  <c:v>214.36797000000001</c:v>
                </c:pt>
                <c:pt idx="1757">
                  <c:v>215.39202</c:v>
                </c:pt>
                <c:pt idx="1758">
                  <c:v>214.00144</c:v>
                </c:pt>
                <c:pt idx="1759">
                  <c:v>214.52268000000001</c:v>
                </c:pt>
                <c:pt idx="1760">
                  <c:v>210.06397000000001</c:v>
                </c:pt>
                <c:pt idx="1761">
                  <c:v>211.78982999999999</c:v>
                </c:pt>
                <c:pt idx="1762">
                  <c:v>212.27741</c:v>
                </c:pt>
                <c:pt idx="1763">
                  <c:v>213.44539</c:v>
                </c:pt>
                <c:pt idx="1764">
                  <c:v>215.26208</c:v>
                </c:pt>
                <c:pt idx="1765">
                  <c:v>215.13998000000001</c:v>
                </c:pt>
                <c:pt idx="1766">
                  <c:v>214.90234000000001</c:v>
                </c:pt>
                <c:pt idx="1767">
                  <c:v>216.52651</c:v>
                </c:pt>
                <c:pt idx="1768">
                  <c:v>216.48398</c:v>
                </c:pt>
                <c:pt idx="1769">
                  <c:v>218.77520000000001</c:v>
                </c:pt>
                <c:pt idx="1770">
                  <c:v>218.00326000000001</c:v>
                </c:pt>
                <c:pt idx="1771">
                  <c:v>217.53637000000001</c:v>
                </c:pt>
                <c:pt idx="1772">
                  <c:v>218.97391999999999</c:v>
                </c:pt>
                <c:pt idx="1773">
                  <c:v>218.23263</c:v>
                </c:pt>
                <c:pt idx="1774">
                  <c:v>218.33318</c:v>
                </c:pt>
                <c:pt idx="1775">
                  <c:v>219.71557000000001</c:v>
                </c:pt>
                <c:pt idx="1776">
                  <c:v>218.17402000000001</c:v>
                </c:pt>
                <c:pt idx="1777">
                  <c:v>216.16284999999999</c:v>
                </c:pt>
                <c:pt idx="1778">
                  <c:v>218.41006999999999</c:v>
                </c:pt>
                <c:pt idx="1779">
                  <c:v>219.49665999999999</c:v>
                </c:pt>
                <c:pt idx="1780">
                  <c:v>221.00711000000001</c:v>
                </c:pt>
                <c:pt idx="1781">
                  <c:v>222.29216</c:v>
                </c:pt>
                <c:pt idx="1782">
                  <c:v>224.29029</c:v>
                </c:pt>
                <c:pt idx="1783">
                  <c:v>225.12828999999999</c:v>
                </c:pt>
                <c:pt idx="1784">
                  <c:v>223.74880999999999</c:v>
                </c:pt>
                <c:pt idx="1785">
                  <c:v>222.42069000000001</c:v>
                </c:pt>
                <c:pt idx="1786">
                  <c:v>222.61386999999999</c:v>
                </c:pt>
                <c:pt idx="1787">
                  <c:v>221.03198</c:v>
                </c:pt>
                <c:pt idx="1788">
                  <c:v>218.63508999999999</c:v>
                </c:pt>
                <c:pt idx="1789">
                  <c:v>219.3296</c:v>
                </c:pt>
                <c:pt idx="1790">
                  <c:v>219.42274</c:v>
                </c:pt>
                <c:pt idx="1791">
                  <c:v>221.53440000000001</c:v>
                </c:pt>
                <c:pt idx="1792">
                  <c:v>224.00783999999999</c:v>
                </c:pt>
                <c:pt idx="1793">
                  <c:v>221.91691</c:v>
                </c:pt>
                <c:pt idx="1794">
                  <c:v>224.20106999999999</c:v>
                </c:pt>
                <c:pt idx="1795">
                  <c:v>223.87806</c:v>
                </c:pt>
                <c:pt idx="1796">
                  <c:v>222.75568000000001</c:v>
                </c:pt>
                <c:pt idx="1797">
                  <c:v>223.41936000000001</c:v>
                </c:pt>
                <c:pt idx="1798">
                  <c:v>224.20408</c:v>
                </c:pt>
                <c:pt idx="1799">
                  <c:v>225.43725000000001</c:v>
                </c:pt>
                <c:pt idx="1800">
                  <c:v>225.90557999999999</c:v>
                </c:pt>
                <c:pt idx="1801">
                  <c:v>225.51725999999999</c:v>
                </c:pt>
                <c:pt idx="1802">
                  <c:v>223.60677000000001</c:v>
                </c:pt>
                <c:pt idx="1803">
                  <c:v>221.59970000000001</c:v>
                </c:pt>
                <c:pt idx="1804">
                  <c:v>222.11277999999999</c:v>
                </c:pt>
                <c:pt idx="1805">
                  <c:v>220.49074999999999</c:v>
                </c:pt>
                <c:pt idx="1806">
                  <c:v>220.75737000000001</c:v>
                </c:pt>
                <c:pt idx="1807">
                  <c:v>219.91548</c:v>
                </c:pt>
                <c:pt idx="1808">
                  <c:v>219.14555999999999</c:v>
                </c:pt>
                <c:pt idx="1809">
                  <c:v>222.23362</c:v>
                </c:pt>
                <c:pt idx="1810">
                  <c:v>225.15087</c:v>
                </c:pt>
                <c:pt idx="1811">
                  <c:v>227.39051000000001</c:v>
                </c:pt>
                <c:pt idx="1812">
                  <c:v>227.17499000000001</c:v>
                </c:pt>
                <c:pt idx="1813">
                  <c:v>224.37562</c:v>
                </c:pt>
                <c:pt idx="1814">
                  <c:v>222.05813000000001</c:v>
                </c:pt>
                <c:pt idx="1815">
                  <c:v>217.56882999999999</c:v>
                </c:pt>
                <c:pt idx="1816">
                  <c:v>216.97898000000001</c:v>
                </c:pt>
                <c:pt idx="1817">
                  <c:v>217.76549</c:v>
                </c:pt>
                <c:pt idx="1818">
                  <c:v>215.84811999999999</c:v>
                </c:pt>
                <c:pt idx="1819">
                  <c:v>216.68928</c:v>
                </c:pt>
                <c:pt idx="1820">
                  <c:v>219.72163</c:v>
                </c:pt>
                <c:pt idx="1821">
                  <c:v>222.66245000000001</c:v>
                </c:pt>
                <c:pt idx="1822">
                  <c:v>222.73147</c:v>
                </c:pt>
                <c:pt idx="1823">
                  <c:v>223.44564</c:v>
                </c:pt>
                <c:pt idx="1824">
                  <c:v>223.51903999999999</c:v>
                </c:pt>
                <c:pt idx="1825">
                  <c:v>223.74072000000001</c:v>
                </c:pt>
                <c:pt idx="1826">
                  <c:v>225.17765</c:v>
                </c:pt>
                <c:pt idx="1827">
                  <c:v>225.99180000000001</c:v>
                </c:pt>
                <c:pt idx="1828">
                  <c:v>225.87622999999999</c:v>
                </c:pt>
                <c:pt idx="1829">
                  <c:v>225.9736</c:v>
                </c:pt>
                <c:pt idx="1830">
                  <c:v>225.51259999999999</c:v>
                </c:pt>
                <c:pt idx="1831">
                  <c:v>225.78108</c:v>
                </c:pt>
                <c:pt idx="1832">
                  <c:v>229.10495</c:v>
                </c:pt>
                <c:pt idx="1833">
                  <c:v>227.81433999999999</c:v>
                </c:pt>
                <c:pt idx="1834">
                  <c:v>229.19310999999999</c:v>
                </c:pt>
                <c:pt idx="1835">
                  <c:v>228.46163999999999</c:v>
                </c:pt>
                <c:pt idx="1836">
                  <c:v>227.25899000000001</c:v>
                </c:pt>
                <c:pt idx="1837">
                  <c:v>228.85354000000001</c:v>
                </c:pt>
                <c:pt idx="1838">
                  <c:v>229.66661999999999</c:v>
                </c:pt>
                <c:pt idx="1839">
                  <c:v>229.92349999999999</c:v>
                </c:pt>
                <c:pt idx="1840">
                  <c:v>230.26500999999999</c:v>
                </c:pt>
                <c:pt idx="1841">
                  <c:v>230.27618000000001</c:v>
                </c:pt>
                <c:pt idx="1842">
                  <c:v>230.37395000000001</c:v>
                </c:pt>
                <c:pt idx="1843">
                  <c:v>230.11429999999999</c:v>
                </c:pt>
                <c:pt idx="1844">
                  <c:v>230.03424000000001</c:v>
                </c:pt>
                <c:pt idx="1845">
                  <c:v>231.78934000000001</c:v>
                </c:pt>
                <c:pt idx="1846">
                  <c:v>231.21073999999999</c:v>
                </c:pt>
                <c:pt idx="1847">
                  <c:v>231.38804999999999</c:v>
                </c:pt>
                <c:pt idx="1848">
                  <c:v>233.27518000000001</c:v>
                </c:pt>
                <c:pt idx="1849">
                  <c:v>235.56956</c:v>
                </c:pt>
                <c:pt idx="1850">
                  <c:v>235.91482999999999</c:v>
                </c:pt>
                <c:pt idx="1851">
                  <c:v>235.58554000000001</c:v>
                </c:pt>
                <c:pt idx="1852">
                  <c:v>234.43271999999999</c:v>
                </c:pt>
                <c:pt idx="1853">
                  <c:v>236.62051</c:v>
                </c:pt>
                <c:pt idx="1854">
                  <c:v>238.01141000000001</c:v>
                </c:pt>
                <c:pt idx="1855">
                  <c:v>237.64035000000001</c:v>
                </c:pt>
                <c:pt idx="1856">
                  <c:v>237.25828000000001</c:v>
                </c:pt>
                <c:pt idx="1857">
                  <c:v>237.81229999999999</c:v>
                </c:pt>
                <c:pt idx="1858">
                  <c:v>237.20959999999999</c:v>
                </c:pt>
                <c:pt idx="1859">
                  <c:v>234.72334000000001</c:v>
                </c:pt>
                <c:pt idx="1860">
                  <c:v>234.69893999999999</c:v>
                </c:pt>
                <c:pt idx="1861">
                  <c:v>233.97316000000001</c:v>
                </c:pt>
                <c:pt idx="1862">
                  <c:v>237.76830000000001</c:v>
                </c:pt>
                <c:pt idx="1863">
                  <c:v>238.21359000000001</c:v>
                </c:pt>
                <c:pt idx="1864">
                  <c:v>240.43232</c:v>
                </c:pt>
                <c:pt idx="1865">
                  <c:v>243.90851000000001</c:v>
                </c:pt>
                <c:pt idx="1866">
                  <c:v>241.18331000000001</c:v>
                </c:pt>
                <c:pt idx="1867">
                  <c:v>239.88399999999999</c:v>
                </c:pt>
                <c:pt idx="1868">
                  <c:v>240.30871999999999</c:v>
                </c:pt>
                <c:pt idx="1869">
                  <c:v>241.26375999999999</c:v>
                </c:pt>
                <c:pt idx="1870">
                  <c:v>241.42017000000001</c:v>
                </c:pt>
                <c:pt idx="1871">
                  <c:v>240.66098</c:v>
                </c:pt>
                <c:pt idx="1872">
                  <c:v>238.90155999999999</c:v>
                </c:pt>
                <c:pt idx="1873">
                  <c:v>241.42971</c:v>
                </c:pt>
                <c:pt idx="1874">
                  <c:v>245.78764000000001</c:v>
                </c:pt>
                <c:pt idx="1875">
                  <c:v>245.2568</c:v>
                </c:pt>
                <c:pt idx="1876">
                  <c:v>244.61194</c:v>
                </c:pt>
                <c:pt idx="1877">
                  <c:v>242.97787</c:v>
                </c:pt>
                <c:pt idx="1878">
                  <c:v>242.11062999999999</c:v>
                </c:pt>
                <c:pt idx="1879">
                  <c:v>241.66234</c:v>
                </c:pt>
                <c:pt idx="1880">
                  <c:v>243.11438999999999</c:v>
                </c:pt>
                <c:pt idx="1881">
                  <c:v>245.42966999999999</c:v>
                </c:pt>
                <c:pt idx="1882">
                  <c:v>243.30995999999999</c:v>
                </c:pt>
                <c:pt idx="1883">
                  <c:v>246.18534</c:v>
                </c:pt>
                <c:pt idx="1884">
                  <c:v>245.91771</c:v>
                </c:pt>
                <c:pt idx="1885">
                  <c:v>245.81147999999999</c:v>
                </c:pt>
                <c:pt idx="1886">
                  <c:v>248.32001</c:v>
                </c:pt>
                <c:pt idx="1887">
                  <c:v>247.31953999999999</c:v>
                </c:pt>
                <c:pt idx="1888">
                  <c:v>247.61529999999999</c:v>
                </c:pt>
                <c:pt idx="1889">
                  <c:v>240.14080000000001</c:v>
                </c:pt>
                <c:pt idx="1890">
                  <c:v>229.42284000000001</c:v>
                </c:pt>
                <c:pt idx="1891">
                  <c:v>233.99983</c:v>
                </c:pt>
                <c:pt idx="1892">
                  <c:v>229.64437000000001</c:v>
                </c:pt>
                <c:pt idx="1893">
                  <c:v>227.28178</c:v>
                </c:pt>
                <c:pt idx="1894">
                  <c:v>225.48815999999999</c:v>
                </c:pt>
                <c:pt idx="1895">
                  <c:v>232.29993999999999</c:v>
                </c:pt>
                <c:pt idx="1896">
                  <c:v>229.45057</c:v>
                </c:pt>
                <c:pt idx="1897">
                  <c:v>227.04453000000001</c:v>
                </c:pt>
                <c:pt idx="1898">
                  <c:v>224.34406999999999</c:v>
                </c:pt>
                <c:pt idx="1899">
                  <c:v>226.33001999999999</c:v>
                </c:pt>
                <c:pt idx="1900">
                  <c:v>228.54741999999999</c:v>
                </c:pt>
                <c:pt idx="1901">
                  <c:v>227.11212</c:v>
                </c:pt>
                <c:pt idx="1902">
                  <c:v>222.62565000000001</c:v>
                </c:pt>
                <c:pt idx="1903">
                  <c:v>218.37647000000001</c:v>
                </c:pt>
                <c:pt idx="1904">
                  <c:v>221.5463</c:v>
                </c:pt>
                <c:pt idx="1905">
                  <c:v>221.62227999999999</c:v>
                </c:pt>
                <c:pt idx="1906">
                  <c:v>221.62227999999999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E0-4389-A5DA-432818D698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86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1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62319521422541E-2"/>
          <c:y val="0.20352564102564102"/>
          <c:w val="0.83368983422708443"/>
          <c:h val="0.500895581132946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일본!$B$17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5F0-4AE8-9682-E8DB654BCDB9}"/>
                </c:ext>
              </c:extLst>
            </c:dLbl>
            <c:dLbl>
              <c:idx val="9"/>
              <c:layout>
                <c:manualLayout>
                  <c:x val="0"/>
                  <c:y val="1.35256604143325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F0-4AE8-9682-E8DB654BCDB9}"/>
                </c:ext>
              </c:extLst>
            </c:dLbl>
            <c:dLbl>
              <c:idx val="10"/>
              <c:layout>
                <c:manualLayout>
                  <c:x val="0"/>
                  <c:y val="2.70513208286650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5F0-4AE8-9682-E8DB654BCDB9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일본!$O$3:$O$13</c:f>
              <c:strCache>
                <c:ptCount val="11"/>
                <c:pt idx="0">
                  <c:v>에너지</c:v>
                </c:pt>
                <c:pt idx="1">
                  <c:v>헬스케어</c:v>
                </c:pt>
                <c:pt idx="2">
                  <c:v>유틸리티</c:v>
                </c:pt>
                <c:pt idx="3">
                  <c:v>컴스</c:v>
                </c:pt>
                <c:pt idx="4">
                  <c:v>산업</c:v>
                </c:pt>
                <c:pt idx="5">
                  <c:v>소재</c:v>
                </c:pt>
                <c:pt idx="6">
                  <c:v>MSCI JAPAN</c:v>
                </c:pt>
                <c:pt idx="7">
                  <c:v>필수소비</c:v>
                </c:pt>
                <c:pt idx="8">
                  <c:v>경기소비</c:v>
                </c:pt>
                <c:pt idx="9">
                  <c:v>IT</c:v>
                </c:pt>
                <c:pt idx="10">
                  <c:v>금융</c:v>
                </c:pt>
              </c:strCache>
            </c:strRef>
          </c:cat>
          <c:val>
            <c:numRef>
              <c:f>일본!$P$3:$P$13</c:f>
              <c:numCache>
                <c:formatCode>0.00</c:formatCode>
                <c:ptCount val="11"/>
                <c:pt idx="0">
                  <c:v>2.6788964111523512</c:v>
                </c:pt>
                <c:pt idx="1">
                  <c:v>-5.3911357090323406</c:v>
                </c:pt>
                <c:pt idx="2">
                  <c:v>-6.2084168868939287</c:v>
                </c:pt>
                <c:pt idx="3">
                  <c:v>-6.5724536867540309</c:v>
                </c:pt>
                <c:pt idx="4">
                  <c:v>-7.6411092068665312</c:v>
                </c:pt>
                <c:pt idx="5">
                  <c:v>-8.2980227838156253</c:v>
                </c:pt>
                <c:pt idx="6">
                  <c:v>-9.4237239611464219</c:v>
                </c:pt>
                <c:pt idx="7">
                  <c:v>-10.293614537843879</c:v>
                </c:pt>
                <c:pt idx="8">
                  <c:v>-10.460698171455704</c:v>
                </c:pt>
                <c:pt idx="9">
                  <c:v>-11.091352041481031</c:v>
                </c:pt>
                <c:pt idx="10">
                  <c:v>-12.473292400422821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5F0-4AE8-9682-E8DB654BC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2.7148447400530178E-2"/>
              <c:y val="9.44174451527515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4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8015264616786969"/>
          <c:w val="0.84746901709401712"/>
          <c:h val="0.69678212535757011"/>
        </c:manualLayout>
      </c:layout>
      <c:lineChart>
        <c:grouping val="standard"/>
        <c:varyColors val="0"/>
        <c:ser>
          <c:idx val="0"/>
          <c:order val="0"/>
          <c:tx>
            <c:strRef>
              <c:f>일본!$C$19</c:f>
              <c:strCache>
                <c:ptCount val="1"/>
                <c:pt idx="0">
                  <c:v>MSCI JAPAN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일본!$B$23:$B$1995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  <c:pt idx="1887">
                  <c:v>46079</c:v>
                </c:pt>
                <c:pt idx="1888">
                  <c:v>46080</c:v>
                </c:pt>
                <c:pt idx="1889">
                  <c:v>46083</c:v>
                </c:pt>
                <c:pt idx="1890">
                  <c:v>46084</c:v>
                </c:pt>
                <c:pt idx="1891">
                  <c:v>46085</c:v>
                </c:pt>
                <c:pt idx="1892">
                  <c:v>46086</c:v>
                </c:pt>
                <c:pt idx="1893">
                  <c:v>46087</c:v>
                </c:pt>
                <c:pt idx="1894">
                  <c:v>46090</c:v>
                </c:pt>
                <c:pt idx="1895">
                  <c:v>46091</c:v>
                </c:pt>
                <c:pt idx="1896">
                  <c:v>46092</c:v>
                </c:pt>
                <c:pt idx="1897">
                  <c:v>46093</c:v>
                </c:pt>
                <c:pt idx="1898">
                  <c:v>46094</c:v>
                </c:pt>
                <c:pt idx="1899">
                  <c:v>46097</c:v>
                </c:pt>
                <c:pt idx="1900">
                  <c:v>46098</c:v>
                </c:pt>
                <c:pt idx="1901">
                  <c:v>46099</c:v>
                </c:pt>
                <c:pt idx="1902">
                  <c:v>46100</c:v>
                </c:pt>
                <c:pt idx="1903">
                  <c:v>46101</c:v>
                </c:pt>
                <c:pt idx="1904">
                  <c:v>46104</c:v>
                </c:pt>
                <c:pt idx="1905">
                  <c:v>46105</c:v>
                </c:pt>
                <c:pt idx="1906">
                  <c:v>46106</c:v>
                </c:pt>
              </c:numCache>
            </c:numRef>
          </c:cat>
          <c:val>
            <c:numRef>
              <c:f>일본!$C$23:$C$1995</c:f>
              <c:numCache>
                <c:formatCode>General</c:formatCode>
                <c:ptCount val="1973"/>
                <c:pt idx="0">
                  <c:v>8.7243099999999991</c:v>
                </c:pt>
                <c:pt idx="1">
                  <c:v>8.6528500000000008</c:v>
                </c:pt>
                <c:pt idx="2">
                  <c:v>8.54087</c:v>
                </c:pt>
                <c:pt idx="3">
                  <c:v>8.5847599999999993</c:v>
                </c:pt>
                <c:pt idx="4">
                  <c:v>8.3999299999999995</c:v>
                </c:pt>
                <c:pt idx="5">
                  <c:v>8.3186</c:v>
                </c:pt>
                <c:pt idx="6">
                  <c:v>8.49404</c:v>
                </c:pt>
                <c:pt idx="7">
                  <c:v>8.5076999999999998</c:v>
                </c:pt>
                <c:pt idx="8">
                  <c:v>8.40245</c:v>
                </c:pt>
                <c:pt idx="9">
                  <c:v>8.4661299999999997</c:v>
                </c:pt>
                <c:pt idx="10">
                  <c:v>8.3250700000000002</c:v>
                </c:pt>
                <c:pt idx="11">
                  <c:v>8.3139900000000004</c:v>
                </c:pt>
                <c:pt idx="12">
                  <c:v>8.19313</c:v>
                </c:pt>
                <c:pt idx="13">
                  <c:v>8.0353899999999996</c:v>
                </c:pt>
                <c:pt idx="14">
                  <c:v>8.0353899999999996</c:v>
                </c:pt>
                <c:pt idx="15">
                  <c:v>7.7337499999999997</c:v>
                </c:pt>
                <c:pt idx="16">
                  <c:v>7.75054</c:v>
                </c:pt>
                <c:pt idx="17">
                  <c:v>8.1298999999999992</c:v>
                </c:pt>
                <c:pt idx="18">
                  <c:v>8.1034299999999995</c:v>
                </c:pt>
                <c:pt idx="19">
                  <c:v>8.1034299999999995</c:v>
                </c:pt>
                <c:pt idx="20">
                  <c:v>8.1034299999999995</c:v>
                </c:pt>
                <c:pt idx="21">
                  <c:v>8.1034299999999995</c:v>
                </c:pt>
                <c:pt idx="22">
                  <c:v>8.1034299999999995</c:v>
                </c:pt>
                <c:pt idx="23">
                  <c:v>8.1186699999999998</c:v>
                </c:pt>
                <c:pt idx="24">
                  <c:v>8.3400200000000009</c:v>
                </c:pt>
                <c:pt idx="25">
                  <c:v>8.3764599999999998</c:v>
                </c:pt>
                <c:pt idx="26">
                  <c:v>8.4987999999999992</c:v>
                </c:pt>
                <c:pt idx="27">
                  <c:v>8.4191299999999991</c:v>
                </c:pt>
                <c:pt idx="28">
                  <c:v>8.4790100000000006</c:v>
                </c:pt>
                <c:pt idx="29">
                  <c:v>8.4790100000000006</c:v>
                </c:pt>
                <c:pt idx="30">
                  <c:v>8.5298300000000005</c:v>
                </c:pt>
                <c:pt idx="31">
                  <c:v>8.4774700000000003</c:v>
                </c:pt>
                <c:pt idx="32">
                  <c:v>8.4995399999999997</c:v>
                </c:pt>
                <c:pt idx="33">
                  <c:v>8.5088299999999997</c:v>
                </c:pt>
                <c:pt idx="34">
                  <c:v>8.5737900000000007</c:v>
                </c:pt>
                <c:pt idx="35">
                  <c:v>8.5456900000000005</c:v>
                </c:pt>
                <c:pt idx="36">
                  <c:v>8.4880300000000002</c:v>
                </c:pt>
                <c:pt idx="37">
                  <c:v>8.4947099999999995</c:v>
                </c:pt>
                <c:pt idx="38">
                  <c:v>8.5676400000000008</c:v>
                </c:pt>
                <c:pt idx="39">
                  <c:v>8.5540900000000004</c:v>
                </c:pt>
                <c:pt idx="40">
                  <c:v>8.5470799999999993</c:v>
                </c:pt>
                <c:pt idx="41">
                  <c:v>8.5096299999999996</c:v>
                </c:pt>
                <c:pt idx="42">
                  <c:v>8.6523599999999998</c:v>
                </c:pt>
                <c:pt idx="43">
                  <c:v>8.5781299999999998</c:v>
                </c:pt>
                <c:pt idx="44">
                  <c:v>8.62242</c:v>
                </c:pt>
                <c:pt idx="45">
                  <c:v>8.6251800000000003</c:v>
                </c:pt>
                <c:pt idx="46">
                  <c:v>8.6369900000000008</c:v>
                </c:pt>
                <c:pt idx="47">
                  <c:v>8.5669000000000004</c:v>
                </c:pt>
                <c:pt idx="48">
                  <c:v>8.4101300000000005</c:v>
                </c:pt>
                <c:pt idx="49">
                  <c:v>8.4101300000000005</c:v>
                </c:pt>
                <c:pt idx="50">
                  <c:v>8.5231600000000007</c:v>
                </c:pt>
                <c:pt idx="51">
                  <c:v>8.5902200000000004</c:v>
                </c:pt>
                <c:pt idx="52">
                  <c:v>8.6157000000000004</c:v>
                </c:pt>
                <c:pt idx="53">
                  <c:v>8.5496599999999994</c:v>
                </c:pt>
                <c:pt idx="54">
                  <c:v>8.6770999999999994</c:v>
                </c:pt>
                <c:pt idx="55">
                  <c:v>8.7057500000000001</c:v>
                </c:pt>
                <c:pt idx="56">
                  <c:v>8.7354299999999991</c:v>
                </c:pt>
                <c:pt idx="57">
                  <c:v>8.7265300000000003</c:v>
                </c:pt>
                <c:pt idx="58">
                  <c:v>8.7259899999999995</c:v>
                </c:pt>
                <c:pt idx="59">
                  <c:v>8.7373899999999995</c:v>
                </c:pt>
                <c:pt idx="60">
                  <c:v>8.7529800000000009</c:v>
                </c:pt>
                <c:pt idx="61">
                  <c:v>8.7513299999999994</c:v>
                </c:pt>
                <c:pt idx="62">
                  <c:v>8.6447500000000002</c:v>
                </c:pt>
                <c:pt idx="63">
                  <c:v>8.6382100000000008</c:v>
                </c:pt>
                <c:pt idx="64">
                  <c:v>8.7202800000000007</c:v>
                </c:pt>
                <c:pt idx="65">
                  <c:v>8.6645800000000008</c:v>
                </c:pt>
                <c:pt idx="66">
                  <c:v>8.6580700000000004</c:v>
                </c:pt>
                <c:pt idx="67">
                  <c:v>8.5881600000000002</c:v>
                </c:pt>
                <c:pt idx="68">
                  <c:v>8.4875699999999998</c:v>
                </c:pt>
                <c:pt idx="69">
                  <c:v>8.5239600000000006</c:v>
                </c:pt>
                <c:pt idx="70">
                  <c:v>8.6465700000000005</c:v>
                </c:pt>
                <c:pt idx="71">
                  <c:v>8.5826700000000002</c:v>
                </c:pt>
                <c:pt idx="72">
                  <c:v>8.5286399999999993</c:v>
                </c:pt>
                <c:pt idx="73">
                  <c:v>8.6226599999999998</c:v>
                </c:pt>
                <c:pt idx="74">
                  <c:v>8.67971</c:v>
                </c:pt>
                <c:pt idx="75">
                  <c:v>8.6749600000000004</c:v>
                </c:pt>
                <c:pt idx="76">
                  <c:v>8.6823599999999992</c:v>
                </c:pt>
                <c:pt idx="77">
                  <c:v>8.6823599999999992</c:v>
                </c:pt>
                <c:pt idx="78">
                  <c:v>8.8083399999999994</c:v>
                </c:pt>
                <c:pt idx="79">
                  <c:v>8.6101399999999995</c:v>
                </c:pt>
                <c:pt idx="80">
                  <c:v>8.7656200000000002</c:v>
                </c:pt>
                <c:pt idx="81">
                  <c:v>8.7234099999999994</c:v>
                </c:pt>
                <c:pt idx="82">
                  <c:v>8.5793599999999994</c:v>
                </c:pt>
                <c:pt idx="83">
                  <c:v>8.60928</c:v>
                </c:pt>
                <c:pt idx="84">
                  <c:v>8.6812100000000001</c:v>
                </c:pt>
                <c:pt idx="85">
                  <c:v>8.6719399999999993</c:v>
                </c:pt>
                <c:pt idx="86">
                  <c:v>8.7174999999999994</c:v>
                </c:pt>
                <c:pt idx="87">
                  <c:v>8.7067700000000006</c:v>
                </c:pt>
                <c:pt idx="88">
                  <c:v>8.7248699999999992</c:v>
                </c:pt>
                <c:pt idx="89">
                  <c:v>8.7185500000000005</c:v>
                </c:pt>
                <c:pt idx="90">
                  <c:v>8.7450700000000001</c:v>
                </c:pt>
                <c:pt idx="91">
                  <c:v>8.7044300000000003</c:v>
                </c:pt>
                <c:pt idx="92">
                  <c:v>8.6426499999999997</c:v>
                </c:pt>
                <c:pt idx="93">
                  <c:v>8.6029599999999995</c:v>
                </c:pt>
                <c:pt idx="94">
                  <c:v>8.7175999999999991</c:v>
                </c:pt>
                <c:pt idx="95">
                  <c:v>8.7156199999999995</c:v>
                </c:pt>
                <c:pt idx="96">
                  <c:v>8.7396399999999996</c:v>
                </c:pt>
                <c:pt idx="97">
                  <c:v>8.6718499999999992</c:v>
                </c:pt>
                <c:pt idx="98">
                  <c:v>8.6848600000000005</c:v>
                </c:pt>
                <c:pt idx="99">
                  <c:v>8.6944800000000004</c:v>
                </c:pt>
                <c:pt idx="100">
                  <c:v>8.7278800000000007</c:v>
                </c:pt>
                <c:pt idx="101">
                  <c:v>8.6606500000000004</c:v>
                </c:pt>
                <c:pt idx="102">
                  <c:v>8.7226199999999992</c:v>
                </c:pt>
                <c:pt idx="103">
                  <c:v>8.7188599999999994</c:v>
                </c:pt>
                <c:pt idx="104">
                  <c:v>8.7188599999999994</c:v>
                </c:pt>
                <c:pt idx="105">
                  <c:v>8.7188599999999994</c:v>
                </c:pt>
                <c:pt idx="106">
                  <c:v>8.7188599999999994</c:v>
                </c:pt>
                <c:pt idx="107">
                  <c:v>8.7188599999999994</c:v>
                </c:pt>
                <c:pt idx="108">
                  <c:v>8.7188599999999994</c:v>
                </c:pt>
                <c:pt idx="109">
                  <c:v>8.7188599999999994</c:v>
                </c:pt>
                <c:pt idx="110">
                  <c:v>8.7166899999999998</c:v>
                </c:pt>
                <c:pt idx="111">
                  <c:v>8.5883400000000005</c:v>
                </c:pt>
                <c:pt idx="112">
                  <c:v>8.5127500000000005</c:v>
                </c:pt>
                <c:pt idx="113">
                  <c:v>8.5071100000000008</c:v>
                </c:pt>
                <c:pt idx="114">
                  <c:v>8.5086999999999993</c:v>
                </c:pt>
                <c:pt idx="115">
                  <c:v>8.4327900000000007</c:v>
                </c:pt>
                <c:pt idx="116">
                  <c:v>8.5014599999999998</c:v>
                </c:pt>
                <c:pt idx="117">
                  <c:v>8.4314999999999998</c:v>
                </c:pt>
                <c:pt idx="118">
                  <c:v>8.5110499999999991</c:v>
                </c:pt>
                <c:pt idx="119">
                  <c:v>8.5195100000000004</c:v>
                </c:pt>
                <c:pt idx="120">
                  <c:v>8.4423499999999994</c:v>
                </c:pt>
                <c:pt idx="121">
                  <c:v>8.4495199999999997</c:v>
                </c:pt>
                <c:pt idx="122">
                  <c:v>8.4737500000000008</c:v>
                </c:pt>
                <c:pt idx="123">
                  <c:v>8.4823599999999999</c:v>
                </c:pt>
                <c:pt idx="124">
                  <c:v>8.5034200000000002</c:v>
                </c:pt>
                <c:pt idx="125">
                  <c:v>8.5264699999999998</c:v>
                </c:pt>
                <c:pt idx="126">
                  <c:v>8.4585399999999993</c:v>
                </c:pt>
                <c:pt idx="127">
                  <c:v>8.4136199999999999</c:v>
                </c:pt>
                <c:pt idx="128">
                  <c:v>8.3903400000000001</c:v>
                </c:pt>
                <c:pt idx="129">
                  <c:v>8.3448799999999999</c:v>
                </c:pt>
                <c:pt idx="130">
                  <c:v>8.3391900000000003</c:v>
                </c:pt>
                <c:pt idx="131">
                  <c:v>8.4956600000000009</c:v>
                </c:pt>
                <c:pt idx="132">
                  <c:v>8.4816099999999999</c:v>
                </c:pt>
                <c:pt idx="133">
                  <c:v>8.5280199999999997</c:v>
                </c:pt>
                <c:pt idx="134">
                  <c:v>8.6068200000000008</c:v>
                </c:pt>
                <c:pt idx="135">
                  <c:v>8.6614400000000007</c:v>
                </c:pt>
                <c:pt idx="136">
                  <c:v>8.6166800000000006</c:v>
                </c:pt>
                <c:pt idx="137">
                  <c:v>8.5578599999999998</c:v>
                </c:pt>
                <c:pt idx="138">
                  <c:v>8.5771499999999996</c:v>
                </c:pt>
                <c:pt idx="139">
                  <c:v>8.5449000000000002</c:v>
                </c:pt>
                <c:pt idx="140">
                  <c:v>8.5014800000000008</c:v>
                </c:pt>
                <c:pt idx="141">
                  <c:v>8.6541200000000007</c:v>
                </c:pt>
                <c:pt idx="142">
                  <c:v>8.7638599999999993</c:v>
                </c:pt>
                <c:pt idx="143">
                  <c:v>8.6739200000000007</c:v>
                </c:pt>
                <c:pt idx="144">
                  <c:v>8.6982499999999998</c:v>
                </c:pt>
                <c:pt idx="145">
                  <c:v>8.6826699999999999</c:v>
                </c:pt>
                <c:pt idx="146">
                  <c:v>8.6038800000000002</c:v>
                </c:pt>
                <c:pt idx="147">
                  <c:v>8.6999300000000002</c:v>
                </c:pt>
                <c:pt idx="148">
                  <c:v>8.6772299999999998</c:v>
                </c:pt>
                <c:pt idx="149">
                  <c:v>8.8084399999999992</c:v>
                </c:pt>
                <c:pt idx="150">
                  <c:v>8.8805200000000006</c:v>
                </c:pt>
                <c:pt idx="151">
                  <c:v>8.8215699999999995</c:v>
                </c:pt>
                <c:pt idx="152">
                  <c:v>8.8757800000000007</c:v>
                </c:pt>
                <c:pt idx="153">
                  <c:v>8.8301200000000009</c:v>
                </c:pt>
                <c:pt idx="154">
                  <c:v>8.7457700000000003</c:v>
                </c:pt>
                <c:pt idx="155">
                  <c:v>8.7259399999999996</c:v>
                </c:pt>
                <c:pt idx="156">
                  <c:v>8.7383100000000002</c:v>
                </c:pt>
                <c:pt idx="157">
                  <c:v>8.7683900000000001</c:v>
                </c:pt>
                <c:pt idx="158">
                  <c:v>8.8044100000000007</c:v>
                </c:pt>
                <c:pt idx="159">
                  <c:v>8.8044100000000007</c:v>
                </c:pt>
                <c:pt idx="160">
                  <c:v>8.7311399999999999</c:v>
                </c:pt>
                <c:pt idx="161">
                  <c:v>8.7428100000000004</c:v>
                </c:pt>
                <c:pt idx="162">
                  <c:v>8.5919500000000006</c:v>
                </c:pt>
                <c:pt idx="163">
                  <c:v>8.7600499999999997</c:v>
                </c:pt>
                <c:pt idx="164">
                  <c:v>8.7106999999999992</c:v>
                </c:pt>
                <c:pt idx="165">
                  <c:v>8.7522400000000005</c:v>
                </c:pt>
                <c:pt idx="166">
                  <c:v>8.7956199999999995</c:v>
                </c:pt>
                <c:pt idx="167">
                  <c:v>8.7589900000000007</c:v>
                </c:pt>
                <c:pt idx="168">
                  <c:v>8.7263400000000004</c:v>
                </c:pt>
                <c:pt idx="169">
                  <c:v>8.6981199999999994</c:v>
                </c:pt>
                <c:pt idx="170">
                  <c:v>8.7515199999999993</c:v>
                </c:pt>
                <c:pt idx="171">
                  <c:v>8.6988699999999994</c:v>
                </c:pt>
                <c:pt idx="172">
                  <c:v>8.7546700000000008</c:v>
                </c:pt>
                <c:pt idx="173">
                  <c:v>8.6989000000000001</c:v>
                </c:pt>
                <c:pt idx="174">
                  <c:v>8.6012299999999993</c:v>
                </c:pt>
                <c:pt idx="175">
                  <c:v>8.5162600000000008</c:v>
                </c:pt>
                <c:pt idx="176">
                  <c:v>8.5692699999999995</c:v>
                </c:pt>
                <c:pt idx="177">
                  <c:v>8.5233500000000006</c:v>
                </c:pt>
                <c:pt idx="178">
                  <c:v>8.6134199999999996</c:v>
                </c:pt>
                <c:pt idx="179">
                  <c:v>8.6134199999999996</c:v>
                </c:pt>
                <c:pt idx="180">
                  <c:v>8.4373699999999996</c:v>
                </c:pt>
                <c:pt idx="181">
                  <c:v>8.5686499999999999</c:v>
                </c:pt>
                <c:pt idx="182">
                  <c:v>8.4567899999999998</c:v>
                </c:pt>
                <c:pt idx="183">
                  <c:v>8.4517299999999995</c:v>
                </c:pt>
                <c:pt idx="184">
                  <c:v>8.48142</c:v>
                </c:pt>
                <c:pt idx="185">
                  <c:v>8.5621700000000001</c:v>
                </c:pt>
                <c:pt idx="186">
                  <c:v>8.5071899999999996</c:v>
                </c:pt>
                <c:pt idx="187">
                  <c:v>8.5117399999999996</c:v>
                </c:pt>
                <c:pt idx="188">
                  <c:v>8.6182499999999997</c:v>
                </c:pt>
                <c:pt idx="189">
                  <c:v>8.4281000000000006</c:v>
                </c:pt>
                <c:pt idx="190">
                  <c:v>8.5214200000000009</c:v>
                </c:pt>
                <c:pt idx="191">
                  <c:v>8.5135900000000007</c:v>
                </c:pt>
                <c:pt idx="192">
                  <c:v>8.4631699999999999</c:v>
                </c:pt>
                <c:pt idx="193">
                  <c:v>8.5915800000000004</c:v>
                </c:pt>
                <c:pt idx="194">
                  <c:v>8.5824400000000001</c:v>
                </c:pt>
                <c:pt idx="195">
                  <c:v>8.6292000000000009</c:v>
                </c:pt>
                <c:pt idx="196">
                  <c:v>8.5827799999999996</c:v>
                </c:pt>
                <c:pt idx="197">
                  <c:v>8.68581</c:v>
                </c:pt>
                <c:pt idx="198">
                  <c:v>8.7183899999999994</c:v>
                </c:pt>
                <c:pt idx="199">
                  <c:v>8.7779500000000006</c:v>
                </c:pt>
                <c:pt idx="200">
                  <c:v>8.7839200000000002</c:v>
                </c:pt>
                <c:pt idx="201">
                  <c:v>8.9003399999999999</c:v>
                </c:pt>
                <c:pt idx="202">
                  <c:v>8.9445499999999996</c:v>
                </c:pt>
                <c:pt idx="203">
                  <c:v>9.0224799999999998</c:v>
                </c:pt>
                <c:pt idx="204">
                  <c:v>9.0224799999999998</c:v>
                </c:pt>
                <c:pt idx="205">
                  <c:v>9.0473700000000008</c:v>
                </c:pt>
                <c:pt idx="206">
                  <c:v>8.9982399999999991</c:v>
                </c:pt>
                <c:pt idx="207">
                  <c:v>9.0543700000000005</c:v>
                </c:pt>
                <c:pt idx="208">
                  <c:v>9.0647900000000003</c:v>
                </c:pt>
                <c:pt idx="209">
                  <c:v>9.0647900000000003</c:v>
                </c:pt>
                <c:pt idx="210">
                  <c:v>9.1639700000000008</c:v>
                </c:pt>
                <c:pt idx="211">
                  <c:v>9.0841399999999997</c:v>
                </c:pt>
                <c:pt idx="212">
                  <c:v>9.0953499999999998</c:v>
                </c:pt>
                <c:pt idx="213">
                  <c:v>8.9935100000000006</c:v>
                </c:pt>
                <c:pt idx="214">
                  <c:v>8.8766499999999997</c:v>
                </c:pt>
                <c:pt idx="215">
                  <c:v>8.9927600000000005</c:v>
                </c:pt>
                <c:pt idx="216">
                  <c:v>8.9952400000000008</c:v>
                </c:pt>
                <c:pt idx="217">
                  <c:v>8.8708100000000005</c:v>
                </c:pt>
                <c:pt idx="218">
                  <c:v>8.8938000000000006</c:v>
                </c:pt>
                <c:pt idx="219">
                  <c:v>8.86782</c:v>
                </c:pt>
                <c:pt idx="220">
                  <c:v>8.9381199999999996</c:v>
                </c:pt>
                <c:pt idx="221">
                  <c:v>8.8681000000000001</c:v>
                </c:pt>
                <c:pt idx="222">
                  <c:v>8.8497699999999995</c:v>
                </c:pt>
                <c:pt idx="223">
                  <c:v>8.89419</c:v>
                </c:pt>
                <c:pt idx="224">
                  <c:v>8.89419</c:v>
                </c:pt>
                <c:pt idx="225">
                  <c:v>8.9944900000000008</c:v>
                </c:pt>
                <c:pt idx="226">
                  <c:v>9.0785900000000002</c:v>
                </c:pt>
                <c:pt idx="227">
                  <c:v>9.0540000000000003</c:v>
                </c:pt>
                <c:pt idx="228">
                  <c:v>9.0482399999999998</c:v>
                </c:pt>
                <c:pt idx="229">
                  <c:v>9.0697200000000002</c:v>
                </c:pt>
                <c:pt idx="230">
                  <c:v>9.0697200000000002</c:v>
                </c:pt>
                <c:pt idx="231">
                  <c:v>9.1067300000000007</c:v>
                </c:pt>
                <c:pt idx="232">
                  <c:v>9.1493800000000007</c:v>
                </c:pt>
                <c:pt idx="233">
                  <c:v>9.1558499999999992</c:v>
                </c:pt>
                <c:pt idx="234">
                  <c:v>9.1426499999999997</c:v>
                </c:pt>
                <c:pt idx="235">
                  <c:v>9.2253900000000009</c:v>
                </c:pt>
                <c:pt idx="236">
                  <c:v>9.23733</c:v>
                </c:pt>
                <c:pt idx="237">
                  <c:v>9.3241300000000003</c:v>
                </c:pt>
                <c:pt idx="238">
                  <c:v>9.3008799999999994</c:v>
                </c:pt>
                <c:pt idx="239">
                  <c:v>9.3008799999999994</c:v>
                </c:pt>
                <c:pt idx="240">
                  <c:v>9.3798200000000005</c:v>
                </c:pt>
                <c:pt idx="241">
                  <c:v>9.4013799999999996</c:v>
                </c:pt>
                <c:pt idx="242">
                  <c:v>9.3724299999999996</c:v>
                </c:pt>
                <c:pt idx="243">
                  <c:v>9.4201800000000002</c:v>
                </c:pt>
                <c:pt idx="244">
                  <c:v>9.4346899999999998</c:v>
                </c:pt>
                <c:pt idx="245">
                  <c:v>9.4586100000000002</c:v>
                </c:pt>
                <c:pt idx="246">
                  <c:v>9.4268300000000007</c:v>
                </c:pt>
                <c:pt idx="247">
                  <c:v>9.3878500000000003</c:v>
                </c:pt>
                <c:pt idx="248">
                  <c:v>9.4065999999999992</c:v>
                </c:pt>
                <c:pt idx="249">
                  <c:v>9.4502299999999995</c:v>
                </c:pt>
                <c:pt idx="250">
                  <c:v>9.4308800000000002</c:v>
                </c:pt>
                <c:pt idx="251">
                  <c:v>9.3983799999999995</c:v>
                </c:pt>
                <c:pt idx="252">
                  <c:v>9.3801699999999997</c:v>
                </c:pt>
                <c:pt idx="253">
                  <c:v>9.3853500000000007</c:v>
                </c:pt>
                <c:pt idx="254">
                  <c:v>9.4267599999999998</c:v>
                </c:pt>
                <c:pt idx="255">
                  <c:v>9.43858</c:v>
                </c:pt>
                <c:pt idx="256">
                  <c:v>9.4327000000000005</c:v>
                </c:pt>
                <c:pt idx="257">
                  <c:v>9.4160000000000004</c:v>
                </c:pt>
                <c:pt idx="258">
                  <c:v>9.3741299999999992</c:v>
                </c:pt>
                <c:pt idx="259">
                  <c:v>9.4890899999999991</c:v>
                </c:pt>
                <c:pt idx="260">
                  <c:v>9.4946099999999998</c:v>
                </c:pt>
                <c:pt idx="261">
                  <c:v>9.4340399999999995</c:v>
                </c:pt>
                <c:pt idx="262">
                  <c:v>9.4932400000000001</c:v>
                </c:pt>
                <c:pt idx="263">
                  <c:v>9.5058900000000008</c:v>
                </c:pt>
                <c:pt idx="264">
                  <c:v>9.5455000000000005</c:v>
                </c:pt>
                <c:pt idx="265">
                  <c:v>9.5268499999999996</c:v>
                </c:pt>
                <c:pt idx="266">
                  <c:v>9.4997699999999998</c:v>
                </c:pt>
                <c:pt idx="267">
                  <c:v>9.4440399999999993</c:v>
                </c:pt>
                <c:pt idx="268">
                  <c:v>9.6021800000000006</c:v>
                </c:pt>
                <c:pt idx="269">
                  <c:v>9.5547299999999993</c:v>
                </c:pt>
                <c:pt idx="270">
                  <c:v>9.6235199999999992</c:v>
                </c:pt>
                <c:pt idx="271">
                  <c:v>9.5642700000000005</c:v>
                </c:pt>
                <c:pt idx="272">
                  <c:v>9.5877700000000008</c:v>
                </c:pt>
                <c:pt idx="273">
                  <c:v>9.5358800000000006</c:v>
                </c:pt>
                <c:pt idx="274">
                  <c:v>9.5342400000000005</c:v>
                </c:pt>
                <c:pt idx="275">
                  <c:v>9.5239899999999995</c:v>
                </c:pt>
                <c:pt idx="276">
                  <c:v>9.5013699999999996</c:v>
                </c:pt>
                <c:pt idx="277">
                  <c:v>9.5252199999999991</c:v>
                </c:pt>
                <c:pt idx="278">
                  <c:v>9.5397300000000005</c:v>
                </c:pt>
                <c:pt idx="279">
                  <c:v>9.5288799999999991</c:v>
                </c:pt>
                <c:pt idx="280">
                  <c:v>9.5288799999999991</c:v>
                </c:pt>
                <c:pt idx="281">
                  <c:v>9.5288799999999991</c:v>
                </c:pt>
                <c:pt idx="282">
                  <c:v>9.5288799999999991</c:v>
                </c:pt>
                <c:pt idx="283">
                  <c:v>9.5288799999999991</c:v>
                </c:pt>
                <c:pt idx="284">
                  <c:v>9.4486399999999993</c:v>
                </c:pt>
                <c:pt idx="285">
                  <c:v>9.5809300000000004</c:v>
                </c:pt>
                <c:pt idx="286">
                  <c:v>9.4077000000000002</c:v>
                </c:pt>
                <c:pt idx="287">
                  <c:v>9.5265299999999993</c:v>
                </c:pt>
                <c:pt idx="288">
                  <c:v>9.5685099999999998</c:v>
                </c:pt>
                <c:pt idx="289">
                  <c:v>9.5685099999999998</c:v>
                </c:pt>
                <c:pt idx="290">
                  <c:v>9.5624900000000004</c:v>
                </c:pt>
                <c:pt idx="291">
                  <c:v>9.52407</c:v>
                </c:pt>
                <c:pt idx="292">
                  <c:v>9.4943299999999997</c:v>
                </c:pt>
                <c:pt idx="293">
                  <c:v>9.5342300000000009</c:v>
                </c:pt>
                <c:pt idx="294">
                  <c:v>9.5733300000000003</c:v>
                </c:pt>
                <c:pt idx="295">
                  <c:v>9.5365699999999993</c:v>
                </c:pt>
                <c:pt idx="296">
                  <c:v>9.5912400000000009</c:v>
                </c:pt>
                <c:pt idx="297">
                  <c:v>9.5647400000000005</c:v>
                </c:pt>
                <c:pt idx="298">
                  <c:v>9.57958</c:v>
                </c:pt>
                <c:pt idx="299">
                  <c:v>9.45519</c:v>
                </c:pt>
                <c:pt idx="300">
                  <c:v>9.3864199999999993</c:v>
                </c:pt>
                <c:pt idx="301">
                  <c:v>9.4328900000000004</c:v>
                </c:pt>
                <c:pt idx="302">
                  <c:v>9.3427900000000008</c:v>
                </c:pt>
                <c:pt idx="303">
                  <c:v>9.4142200000000003</c:v>
                </c:pt>
                <c:pt idx="304">
                  <c:v>9.3309999999999995</c:v>
                </c:pt>
                <c:pt idx="305">
                  <c:v>9.3172800000000002</c:v>
                </c:pt>
                <c:pt idx="306">
                  <c:v>9.3873899999999999</c:v>
                </c:pt>
                <c:pt idx="307">
                  <c:v>9.5706100000000003</c:v>
                </c:pt>
                <c:pt idx="308">
                  <c:v>9.5623299999999993</c:v>
                </c:pt>
                <c:pt idx="309">
                  <c:v>9.5046999999999997</c:v>
                </c:pt>
                <c:pt idx="310">
                  <c:v>9.5046999999999997</c:v>
                </c:pt>
                <c:pt idx="311">
                  <c:v>9.4806399999999993</c:v>
                </c:pt>
                <c:pt idx="312">
                  <c:v>9.4702599999999997</c:v>
                </c:pt>
                <c:pt idx="313">
                  <c:v>9.4178999999999995</c:v>
                </c:pt>
                <c:pt idx="314">
                  <c:v>9.3311499999999992</c:v>
                </c:pt>
                <c:pt idx="315">
                  <c:v>9.2195300000000007</c:v>
                </c:pt>
                <c:pt idx="316">
                  <c:v>9.1397600000000008</c:v>
                </c:pt>
                <c:pt idx="317">
                  <c:v>9.1035500000000003</c:v>
                </c:pt>
                <c:pt idx="318">
                  <c:v>9.1303999999999998</c:v>
                </c:pt>
                <c:pt idx="319">
                  <c:v>9.1303999999999998</c:v>
                </c:pt>
                <c:pt idx="320">
                  <c:v>8.9713700000000003</c:v>
                </c:pt>
                <c:pt idx="321">
                  <c:v>8.8667400000000001</c:v>
                </c:pt>
                <c:pt idx="322">
                  <c:v>8.6855100000000007</c:v>
                </c:pt>
                <c:pt idx="323">
                  <c:v>8.5293100000000006</c:v>
                </c:pt>
                <c:pt idx="324">
                  <c:v>8.6226800000000008</c:v>
                </c:pt>
                <c:pt idx="325">
                  <c:v>8.5517000000000003</c:v>
                </c:pt>
                <c:pt idx="326">
                  <c:v>8.5339299999999998</c:v>
                </c:pt>
                <c:pt idx="327">
                  <c:v>8.7191799999999997</c:v>
                </c:pt>
                <c:pt idx="328">
                  <c:v>8.5359300000000005</c:v>
                </c:pt>
                <c:pt idx="329">
                  <c:v>8.3249499999999994</c:v>
                </c:pt>
                <c:pt idx="330">
                  <c:v>8.2491599999999998</c:v>
                </c:pt>
                <c:pt idx="331">
                  <c:v>8.0960400000000003</c:v>
                </c:pt>
                <c:pt idx="332">
                  <c:v>7.7154400000000001</c:v>
                </c:pt>
                <c:pt idx="333">
                  <c:v>7.17537</c:v>
                </c:pt>
                <c:pt idx="334">
                  <c:v>7.1291099999999998</c:v>
                </c:pt>
                <c:pt idx="335">
                  <c:v>7.17896</c:v>
                </c:pt>
                <c:pt idx="336">
                  <c:v>7.1130599999999999</c:v>
                </c:pt>
                <c:pt idx="337">
                  <c:v>7.0136799999999999</c:v>
                </c:pt>
                <c:pt idx="338">
                  <c:v>7.0136799999999999</c:v>
                </c:pt>
                <c:pt idx="339">
                  <c:v>7.0054800000000004</c:v>
                </c:pt>
                <c:pt idx="340">
                  <c:v>7.2451800000000004</c:v>
                </c:pt>
                <c:pt idx="341">
                  <c:v>7.7965099999999996</c:v>
                </c:pt>
                <c:pt idx="342">
                  <c:v>7.7368899999999998</c:v>
                </c:pt>
                <c:pt idx="343">
                  <c:v>8.1645400000000006</c:v>
                </c:pt>
                <c:pt idx="344">
                  <c:v>8.0409600000000001</c:v>
                </c:pt>
                <c:pt idx="345">
                  <c:v>7.8747400000000001</c:v>
                </c:pt>
                <c:pt idx="346">
                  <c:v>7.6380299999999997</c:v>
                </c:pt>
                <c:pt idx="347">
                  <c:v>7.4708699999999997</c:v>
                </c:pt>
                <c:pt idx="348">
                  <c:v>7.4229000000000003</c:v>
                </c:pt>
                <c:pt idx="349">
                  <c:v>7.6687799999999999</c:v>
                </c:pt>
                <c:pt idx="350">
                  <c:v>7.8347100000000003</c:v>
                </c:pt>
                <c:pt idx="351">
                  <c:v>7.9714700000000001</c:v>
                </c:pt>
                <c:pt idx="352">
                  <c:v>7.9391999999999996</c:v>
                </c:pt>
                <c:pt idx="353">
                  <c:v>8.0037800000000008</c:v>
                </c:pt>
                <c:pt idx="354">
                  <c:v>7.9221000000000004</c:v>
                </c:pt>
                <c:pt idx="355">
                  <c:v>8.1291399999999996</c:v>
                </c:pt>
                <c:pt idx="356">
                  <c:v>8.1278799999999993</c:v>
                </c:pt>
                <c:pt idx="357">
                  <c:v>7.9950799999999997</c:v>
                </c:pt>
                <c:pt idx="358">
                  <c:v>8.1441400000000002</c:v>
                </c:pt>
                <c:pt idx="359">
                  <c:v>8.0689100000000007</c:v>
                </c:pt>
                <c:pt idx="360">
                  <c:v>7.9568599999999998</c:v>
                </c:pt>
                <c:pt idx="361">
                  <c:v>7.9068699999999996</c:v>
                </c:pt>
                <c:pt idx="362">
                  <c:v>8.0279900000000008</c:v>
                </c:pt>
                <c:pt idx="363">
                  <c:v>7.9996299999999998</c:v>
                </c:pt>
                <c:pt idx="364">
                  <c:v>8.1699000000000002</c:v>
                </c:pt>
                <c:pt idx="365">
                  <c:v>8.2016299999999998</c:v>
                </c:pt>
                <c:pt idx="366">
                  <c:v>8.2016299999999998</c:v>
                </c:pt>
                <c:pt idx="367">
                  <c:v>8.2867300000000004</c:v>
                </c:pt>
                <c:pt idx="368">
                  <c:v>8.1031999999999993</c:v>
                </c:pt>
                <c:pt idx="369">
                  <c:v>8.1031999999999993</c:v>
                </c:pt>
                <c:pt idx="370">
                  <c:v>8.1031999999999993</c:v>
                </c:pt>
                <c:pt idx="371">
                  <c:v>8.1031999999999993</c:v>
                </c:pt>
                <c:pt idx="372">
                  <c:v>8.1126000000000005</c:v>
                </c:pt>
                <c:pt idx="373">
                  <c:v>8.2747399999999995</c:v>
                </c:pt>
                <c:pt idx="374">
                  <c:v>8.3104899999999997</c:v>
                </c:pt>
                <c:pt idx="375">
                  <c:v>8.3092100000000002</c:v>
                </c:pt>
                <c:pt idx="376">
                  <c:v>8.32</c:v>
                </c:pt>
                <c:pt idx="377">
                  <c:v>8.1539199999999994</c:v>
                </c:pt>
                <c:pt idx="378">
                  <c:v>8.1821199999999994</c:v>
                </c:pt>
                <c:pt idx="379">
                  <c:v>8.2082599999999992</c:v>
                </c:pt>
                <c:pt idx="380">
                  <c:v>8.3221699999999998</c:v>
                </c:pt>
                <c:pt idx="381">
                  <c:v>8.3887900000000002</c:v>
                </c:pt>
                <c:pt idx="382">
                  <c:v>8.3559699999999992</c:v>
                </c:pt>
                <c:pt idx="383">
                  <c:v>8.2856699999999996</c:v>
                </c:pt>
                <c:pt idx="384">
                  <c:v>8.4075199999999999</c:v>
                </c:pt>
                <c:pt idx="385">
                  <c:v>8.6069499999999994</c:v>
                </c:pt>
                <c:pt idx="386">
                  <c:v>8.6800599999999992</c:v>
                </c:pt>
                <c:pt idx="387">
                  <c:v>8.8642400000000006</c:v>
                </c:pt>
                <c:pt idx="388">
                  <c:v>8.7703399999999991</c:v>
                </c:pt>
                <c:pt idx="389">
                  <c:v>8.8225499999999997</c:v>
                </c:pt>
                <c:pt idx="390">
                  <c:v>8.8362300000000005</c:v>
                </c:pt>
                <c:pt idx="391">
                  <c:v>8.8928499999999993</c:v>
                </c:pt>
                <c:pt idx="392">
                  <c:v>8.9148399999999999</c:v>
                </c:pt>
                <c:pt idx="393">
                  <c:v>8.9030500000000004</c:v>
                </c:pt>
                <c:pt idx="394">
                  <c:v>9.1297700000000006</c:v>
                </c:pt>
                <c:pt idx="395">
                  <c:v>9.1621799999999993</c:v>
                </c:pt>
                <c:pt idx="396">
                  <c:v>9.1853200000000008</c:v>
                </c:pt>
                <c:pt idx="397">
                  <c:v>9.0291499999999996</c:v>
                </c:pt>
                <c:pt idx="398">
                  <c:v>8.8713499999999996</c:v>
                </c:pt>
                <c:pt idx="399">
                  <c:v>8.6566600000000005</c:v>
                </c:pt>
                <c:pt idx="400">
                  <c:v>9.0016800000000003</c:v>
                </c:pt>
                <c:pt idx="401">
                  <c:v>8.9715699999999998</c:v>
                </c:pt>
                <c:pt idx="402">
                  <c:v>8.9775399999999994</c:v>
                </c:pt>
                <c:pt idx="403">
                  <c:v>8.9801599999999997</c:v>
                </c:pt>
                <c:pt idx="404">
                  <c:v>8.9581700000000009</c:v>
                </c:pt>
                <c:pt idx="405">
                  <c:v>9.0356000000000005</c:v>
                </c:pt>
                <c:pt idx="406">
                  <c:v>8.9779099999999996</c:v>
                </c:pt>
                <c:pt idx="407">
                  <c:v>8.8416800000000002</c:v>
                </c:pt>
                <c:pt idx="408">
                  <c:v>8.9315800000000003</c:v>
                </c:pt>
                <c:pt idx="409">
                  <c:v>8.7103099999999998</c:v>
                </c:pt>
                <c:pt idx="410">
                  <c:v>8.7682500000000001</c:v>
                </c:pt>
                <c:pt idx="411">
                  <c:v>8.7020999999999997</c:v>
                </c:pt>
                <c:pt idx="412">
                  <c:v>8.7249700000000008</c:v>
                </c:pt>
                <c:pt idx="413">
                  <c:v>8.7856000000000005</c:v>
                </c:pt>
                <c:pt idx="414">
                  <c:v>8.9247999999999994</c:v>
                </c:pt>
                <c:pt idx="415">
                  <c:v>8.8897899999999996</c:v>
                </c:pt>
                <c:pt idx="416">
                  <c:v>8.8291699999999995</c:v>
                </c:pt>
                <c:pt idx="417">
                  <c:v>8.8392499999999998</c:v>
                </c:pt>
                <c:pt idx="418">
                  <c:v>8.7554999999999996</c:v>
                </c:pt>
                <c:pt idx="419">
                  <c:v>8.9353400000000001</c:v>
                </c:pt>
                <c:pt idx="420">
                  <c:v>8.8849800000000005</c:v>
                </c:pt>
                <c:pt idx="421">
                  <c:v>9.0429200000000005</c:v>
                </c:pt>
                <c:pt idx="422">
                  <c:v>8.9576499999999992</c:v>
                </c:pt>
                <c:pt idx="423">
                  <c:v>8.9442199999999996</c:v>
                </c:pt>
                <c:pt idx="424">
                  <c:v>8.9384700000000006</c:v>
                </c:pt>
                <c:pt idx="425">
                  <c:v>9.0141500000000008</c:v>
                </c:pt>
                <c:pt idx="426">
                  <c:v>8.9285399999999999</c:v>
                </c:pt>
                <c:pt idx="427">
                  <c:v>8.9285399999999999</c:v>
                </c:pt>
                <c:pt idx="428">
                  <c:v>8.9285399999999999</c:v>
                </c:pt>
                <c:pt idx="429">
                  <c:v>9.1029400000000003</c:v>
                </c:pt>
                <c:pt idx="430">
                  <c:v>9.0832899999999999</c:v>
                </c:pt>
                <c:pt idx="431">
                  <c:v>8.9779999999999998</c:v>
                </c:pt>
                <c:pt idx="432">
                  <c:v>8.9308200000000006</c:v>
                </c:pt>
                <c:pt idx="433">
                  <c:v>8.6159300000000005</c:v>
                </c:pt>
                <c:pt idx="434">
                  <c:v>8.7438000000000002</c:v>
                </c:pt>
                <c:pt idx="435">
                  <c:v>8.9522499999999994</c:v>
                </c:pt>
                <c:pt idx="436">
                  <c:v>8.9666499999999996</c:v>
                </c:pt>
                <c:pt idx="437">
                  <c:v>8.9390400000000003</c:v>
                </c:pt>
                <c:pt idx="438">
                  <c:v>8.8838000000000008</c:v>
                </c:pt>
                <c:pt idx="439">
                  <c:v>8.8838000000000008</c:v>
                </c:pt>
                <c:pt idx="440">
                  <c:v>9.0556599999999996</c:v>
                </c:pt>
                <c:pt idx="441">
                  <c:v>9.1315200000000001</c:v>
                </c:pt>
                <c:pt idx="442">
                  <c:v>9.2411100000000008</c:v>
                </c:pt>
                <c:pt idx="443">
                  <c:v>9.2751699999999992</c:v>
                </c:pt>
                <c:pt idx="444">
                  <c:v>9.2441700000000004</c:v>
                </c:pt>
                <c:pt idx="445">
                  <c:v>9.3040599999999998</c:v>
                </c:pt>
                <c:pt idx="446">
                  <c:v>9.2864799999999992</c:v>
                </c:pt>
                <c:pt idx="447">
                  <c:v>9.1914999999999996</c:v>
                </c:pt>
                <c:pt idx="448">
                  <c:v>9.2154299999999996</c:v>
                </c:pt>
                <c:pt idx="449">
                  <c:v>9.2345799999999993</c:v>
                </c:pt>
                <c:pt idx="450">
                  <c:v>9.2857000000000003</c:v>
                </c:pt>
                <c:pt idx="451">
                  <c:v>9.3210099999999994</c:v>
                </c:pt>
                <c:pt idx="452">
                  <c:v>9.2155000000000005</c:v>
                </c:pt>
                <c:pt idx="453">
                  <c:v>9.2616700000000005</c:v>
                </c:pt>
                <c:pt idx="454">
                  <c:v>9.2993799999999993</c:v>
                </c:pt>
                <c:pt idx="455">
                  <c:v>9.2667400000000004</c:v>
                </c:pt>
                <c:pt idx="456">
                  <c:v>9.2973499999999998</c:v>
                </c:pt>
                <c:pt idx="457">
                  <c:v>9.3568899999999999</c:v>
                </c:pt>
                <c:pt idx="458">
                  <c:v>9.2541899999999995</c:v>
                </c:pt>
                <c:pt idx="459">
                  <c:v>9.1994399999999992</c:v>
                </c:pt>
                <c:pt idx="460">
                  <c:v>9.2855699999999999</c:v>
                </c:pt>
                <c:pt idx="461">
                  <c:v>9.1657399999999996</c:v>
                </c:pt>
                <c:pt idx="462">
                  <c:v>9.2830100000000009</c:v>
                </c:pt>
                <c:pt idx="463">
                  <c:v>9.3444800000000008</c:v>
                </c:pt>
                <c:pt idx="464">
                  <c:v>9.4650300000000005</c:v>
                </c:pt>
                <c:pt idx="465">
                  <c:v>9.4259400000000007</c:v>
                </c:pt>
                <c:pt idx="466">
                  <c:v>9.4901800000000005</c:v>
                </c:pt>
                <c:pt idx="467">
                  <c:v>9.4502500000000005</c:v>
                </c:pt>
                <c:pt idx="468">
                  <c:v>9.5226100000000002</c:v>
                </c:pt>
                <c:pt idx="469">
                  <c:v>9.5226100000000002</c:v>
                </c:pt>
                <c:pt idx="470">
                  <c:v>9.5226100000000002</c:v>
                </c:pt>
                <c:pt idx="471">
                  <c:v>9.4279100000000007</c:v>
                </c:pt>
                <c:pt idx="472">
                  <c:v>9.3269500000000001</c:v>
                </c:pt>
                <c:pt idx="473">
                  <c:v>9.3459000000000003</c:v>
                </c:pt>
                <c:pt idx="474">
                  <c:v>9.4937500000000004</c:v>
                </c:pt>
                <c:pt idx="475">
                  <c:v>9.4687699999999992</c:v>
                </c:pt>
                <c:pt idx="476">
                  <c:v>9.3032299999999992</c:v>
                </c:pt>
                <c:pt idx="477">
                  <c:v>9.3032299999999992</c:v>
                </c:pt>
                <c:pt idx="478">
                  <c:v>9.2297600000000006</c:v>
                </c:pt>
                <c:pt idx="479">
                  <c:v>9.3444599999999998</c:v>
                </c:pt>
                <c:pt idx="480">
                  <c:v>9.4148800000000001</c:v>
                </c:pt>
                <c:pt idx="481">
                  <c:v>9.3904300000000003</c:v>
                </c:pt>
                <c:pt idx="482">
                  <c:v>9.4352400000000003</c:v>
                </c:pt>
                <c:pt idx="483">
                  <c:v>9.4186399999999999</c:v>
                </c:pt>
                <c:pt idx="484">
                  <c:v>9.4280299999999997</c:v>
                </c:pt>
                <c:pt idx="485">
                  <c:v>9.4462799999999998</c:v>
                </c:pt>
                <c:pt idx="486">
                  <c:v>9.4542999999999999</c:v>
                </c:pt>
                <c:pt idx="487">
                  <c:v>9.3694799999999994</c:v>
                </c:pt>
                <c:pt idx="488">
                  <c:v>9.2892799999999998</c:v>
                </c:pt>
                <c:pt idx="489">
                  <c:v>9.3979300000000006</c:v>
                </c:pt>
                <c:pt idx="490">
                  <c:v>9.3188399999999998</c:v>
                </c:pt>
                <c:pt idx="491">
                  <c:v>9.4701000000000004</c:v>
                </c:pt>
                <c:pt idx="492">
                  <c:v>9.3480600000000003</c:v>
                </c:pt>
                <c:pt idx="493">
                  <c:v>9.3896300000000004</c:v>
                </c:pt>
                <c:pt idx="494">
                  <c:v>9.3436000000000003</c:v>
                </c:pt>
                <c:pt idx="495">
                  <c:v>9.3748299999999993</c:v>
                </c:pt>
                <c:pt idx="496">
                  <c:v>9.3565000000000005</c:v>
                </c:pt>
                <c:pt idx="497">
                  <c:v>9.3201499999999999</c:v>
                </c:pt>
                <c:pt idx="498">
                  <c:v>9.1426499999999997</c:v>
                </c:pt>
                <c:pt idx="499">
                  <c:v>9.29528</c:v>
                </c:pt>
                <c:pt idx="500">
                  <c:v>9.29528</c:v>
                </c:pt>
                <c:pt idx="501">
                  <c:v>9.4388400000000008</c:v>
                </c:pt>
                <c:pt idx="502">
                  <c:v>9.6534899999999997</c:v>
                </c:pt>
                <c:pt idx="503">
                  <c:v>9.7414100000000001</c:v>
                </c:pt>
                <c:pt idx="504">
                  <c:v>9.6825299999999999</c:v>
                </c:pt>
                <c:pt idx="505">
                  <c:v>9.80579</c:v>
                </c:pt>
                <c:pt idx="506">
                  <c:v>9.9539600000000004</c:v>
                </c:pt>
                <c:pt idx="507">
                  <c:v>9.9803300000000004</c:v>
                </c:pt>
                <c:pt idx="508">
                  <c:v>9.9131099999999996</c:v>
                </c:pt>
                <c:pt idx="509">
                  <c:v>10.088200000000001</c:v>
                </c:pt>
                <c:pt idx="510">
                  <c:v>10.14986</c:v>
                </c:pt>
                <c:pt idx="511">
                  <c:v>10.103630000000001</c:v>
                </c:pt>
                <c:pt idx="512">
                  <c:v>10.1435</c:v>
                </c:pt>
                <c:pt idx="513">
                  <c:v>10.133760000000001</c:v>
                </c:pt>
                <c:pt idx="514">
                  <c:v>10.133760000000001</c:v>
                </c:pt>
                <c:pt idx="515">
                  <c:v>10.27459</c:v>
                </c:pt>
                <c:pt idx="516">
                  <c:v>10.34713</c:v>
                </c:pt>
                <c:pt idx="517">
                  <c:v>10.418279999999999</c:v>
                </c:pt>
                <c:pt idx="518">
                  <c:v>10.484669999999999</c:v>
                </c:pt>
                <c:pt idx="519">
                  <c:v>10.29312</c:v>
                </c:pt>
                <c:pt idx="520">
                  <c:v>10.362410000000001</c:v>
                </c:pt>
                <c:pt idx="521">
                  <c:v>10.374890000000001</c:v>
                </c:pt>
                <c:pt idx="522">
                  <c:v>10.439349999999999</c:v>
                </c:pt>
                <c:pt idx="523">
                  <c:v>10.42201</c:v>
                </c:pt>
                <c:pt idx="524">
                  <c:v>10.35378</c:v>
                </c:pt>
                <c:pt idx="525">
                  <c:v>10.32546</c:v>
                </c:pt>
                <c:pt idx="526">
                  <c:v>10.420450000000001</c:v>
                </c:pt>
                <c:pt idx="527">
                  <c:v>10.40892</c:v>
                </c:pt>
                <c:pt idx="528">
                  <c:v>10.470549999999999</c:v>
                </c:pt>
                <c:pt idx="529">
                  <c:v>10.5037</c:v>
                </c:pt>
                <c:pt idx="530">
                  <c:v>10.481350000000001</c:v>
                </c:pt>
                <c:pt idx="531">
                  <c:v>10.519439999999999</c:v>
                </c:pt>
                <c:pt idx="532">
                  <c:v>10.62767</c:v>
                </c:pt>
                <c:pt idx="533">
                  <c:v>10.6036</c:v>
                </c:pt>
                <c:pt idx="534">
                  <c:v>10.570650000000001</c:v>
                </c:pt>
                <c:pt idx="535">
                  <c:v>10.394500000000001</c:v>
                </c:pt>
                <c:pt idx="536">
                  <c:v>10.424810000000001</c:v>
                </c:pt>
                <c:pt idx="537">
                  <c:v>10.46575</c:v>
                </c:pt>
                <c:pt idx="538">
                  <c:v>10.500819999999999</c:v>
                </c:pt>
                <c:pt idx="539">
                  <c:v>10.537990000000001</c:v>
                </c:pt>
                <c:pt idx="540">
                  <c:v>10.76277</c:v>
                </c:pt>
                <c:pt idx="541">
                  <c:v>10.707700000000001</c:v>
                </c:pt>
                <c:pt idx="542">
                  <c:v>10.707700000000001</c:v>
                </c:pt>
                <c:pt idx="543">
                  <c:v>10.707700000000001</c:v>
                </c:pt>
                <c:pt idx="544">
                  <c:v>10.66428</c:v>
                </c:pt>
                <c:pt idx="545">
                  <c:v>10.69946</c:v>
                </c:pt>
                <c:pt idx="546">
                  <c:v>10.65536</c:v>
                </c:pt>
                <c:pt idx="547">
                  <c:v>10.77012</c:v>
                </c:pt>
                <c:pt idx="548">
                  <c:v>10.938359999999999</c:v>
                </c:pt>
                <c:pt idx="549">
                  <c:v>10.938359999999999</c:v>
                </c:pt>
                <c:pt idx="550">
                  <c:v>10.95234</c:v>
                </c:pt>
                <c:pt idx="551">
                  <c:v>11.009919999999999</c:v>
                </c:pt>
                <c:pt idx="552">
                  <c:v>11.095510000000001</c:v>
                </c:pt>
                <c:pt idx="553">
                  <c:v>10.98603</c:v>
                </c:pt>
                <c:pt idx="554">
                  <c:v>10.929220000000001</c:v>
                </c:pt>
                <c:pt idx="555">
                  <c:v>10.989699999999999</c:v>
                </c:pt>
                <c:pt idx="556">
                  <c:v>10.970079999999999</c:v>
                </c:pt>
                <c:pt idx="557">
                  <c:v>11.04355</c:v>
                </c:pt>
                <c:pt idx="558">
                  <c:v>10.99865</c:v>
                </c:pt>
                <c:pt idx="559">
                  <c:v>11.029870000000001</c:v>
                </c:pt>
                <c:pt idx="560">
                  <c:v>10.953989999999999</c:v>
                </c:pt>
                <c:pt idx="561">
                  <c:v>10.98578</c:v>
                </c:pt>
                <c:pt idx="562">
                  <c:v>10.81855</c:v>
                </c:pt>
                <c:pt idx="563">
                  <c:v>10.600099999999999</c:v>
                </c:pt>
                <c:pt idx="564">
                  <c:v>10.697050000000001</c:v>
                </c:pt>
                <c:pt idx="565">
                  <c:v>10.77317</c:v>
                </c:pt>
                <c:pt idx="566">
                  <c:v>10.92629</c:v>
                </c:pt>
                <c:pt idx="567">
                  <c:v>10.83822</c:v>
                </c:pt>
                <c:pt idx="568">
                  <c:v>11.00323</c:v>
                </c:pt>
                <c:pt idx="569">
                  <c:v>11.21181</c:v>
                </c:pt>
                <c:pt idx="570">
                  <c:v>11.29294</c:v>
                </c:pt>
                <c:pt idx="571">
                  <c:v>11.327540000000001</c:v>
                </c:pt>
                <c:pt idx="572">
                  <c:v>11.327540000000001</c:v>
                </c:pt>
                <c:pt idx="573">
                  <c:v>11.31859</c:v>
                </c:pt>
                <c:pt idx="574">
                  <c:v>11.41244</c:v>
                </c:pt>
                <c:pt idx="575">
                  <c:v>11.43243</c:v>
                </c:pt>
                <c:pt idx="576">
                  <c:v>11.40873</c:v>
                </c:pt>
                <c:pt idx="577">
                  <c:v>11.32305</c:v>
                </c:pt>
                <c:pt idx="578">
                  <c:v>11.27478</c:v>
                </c:pt>
                <c:pt idx="579">
                  <c:v>11.36021</c:v>
                </c:pt>
                <c:pt idx="580">
                  <c:v>11.36021</c:v>
                </c:pt>
                <c:pt idx="581">
                  <c:v>11.056279999999999</c:v>
                </c:pt>
                <c:pt idx="582">
                  <c:v>11.155469999999999</c:v>
                </c:pt>
                <c:pt idx="583">
                  <c:v>10.746090000000001</c:v>
                </c:pt>
                <c:pt idx="584">
                  <c:v>10.943619999999999</c:v>
                </c:pt>
                <c:pt idx="585">
                  <c:v>10.903219999999999</c:v>
                </c:pt>
                <c:pt idx="586">
                  <c:v>10.929790000000001</c:v>
                </c:pt>
                <c:pt idx="587">
                  <c:v>10.71454</c:v>
                </c:pt>
                <c:pt idx="588">
                  <c:v>10.72331</c:v>
                </c:pt>
                <c:pt idx="589">
                  <c:v>10.63979</c:v>
                </c:pt>
                <c:pt idx="590">
                  <c:v>10.793139999999999</c:v>
                </c:pt>
                <c:pt idx="591">
                  <c:v>10.813840000000001</c:v>
                </c:pt>
                <c:pt idx="592">
                  <c:v>10.83009</c:v>
                </c:pt>
                <c:pt idx="593">
                  <c:v>10.94186</c:v>
                </c:pt>
                <c:pt idx="594">
                  <c:v>11.01099</c:v>
                </c:pt>
                <c:pt idx="595">
                  <c:v>11.092739999999999</c:v>
                </c:pt>
                <c:pt idx="596">
                  <c:v>11.07249</c:v>
                </c:pt>
                <c:pt idx="597">
                  <c:v>11.243600000000001</c:v>
                </c:pt>
                <c:pt idx="598">
                  <c:v>11.24901</c:v>
                </c:pt>
                <c:pt idx="599">
                  <c:v>11.115209999999999</c:v>
                </c:pt>
                <c:pt idx="600">
                  <c:v>11.033569999999999</c:v>
                </c:pt>
                <c:pt idx="601">
                  <c:v>10.800990000000001</c:v>
                </c:pt>
                <c:pt idx="602">
                  <c:v>10.90415</c:v>
                </c:pt>
                <c:pt idx="603">
                  <c:v>11.015040000000001</c:v>
                </c:pt>
                <c:pt idx="604">
                  <c:v>11.06752</c:v>
                </c:pt>
                <c:pt idx="605">
                  <c:v>10.93744</c:v>
                </c:pt>
                <c:pt idx="606">
                  <c:v>10.783469999999999</c:v>
                </c:pt>
                <c:pt idx="607">
                  <c:v>10.817600000000001</c:v>
                </c:pt>
                <c:pt idx="608">
                  <c:v>10.89268</c:v>
                </c:pt>
                <c:pt idx="609">
                  <c:v>11.016349999999999</c:v>
                </c:pt>
                <c:pt idx="610">
                  <c:v>10.87204</c:v>
                </c:pt>
                <c:pt idx="611">
                  <c:v>10.945309999999999</c:v>
                </c:pt>
                <c:pt idx="612">
                  <c:v>10.93089</c:v>
                </c:pt>
                <c:pt idx="613">
                  <c:v>10.934240000000001</c:v>
                </c:pt>
                <c:pt idx="614">
                  <c:v>10.916829999999999</c:v>
                </c:pt>
                <c:pt idx="615">
                  <c:v>10.963089999999999</c:v>
                </c:pt>
                <c:pt idx="616">
                  <c:v>10.956950000000001</c:v>
                </c:pt>
                <c:pt idx="617">
                  <c:v>11.01693</c:v>
                </c:pt>
                <c:pt idx="618">
                  <c:v>11.02004</c:v>
                </c:pt>
                <c:pt idx="619">
                  <c:v>11.06941</c:v>
                </c:pt>
                <c:pt idx="620">
                  <c:v>10.890319999999999</c:v>
                </c:pt>
                <c:pt idx="621">
                  <c:v>10.67937</c:v>
                </c:pt>
                <c:pt idx="622">
                  <c:v>10.87726</c:v>
                </c:pt>
                <c:pt idx="623">
                  <c:v>10.856450000000001</c:v>
                </c:pt>
                <c:pt idx="624">
                  <c:v>10.861190000000001</c:v>
                </c:pt>
                <c:pt idx="625">
                  <c:v>10.71621</c:v>
                </c:pt>
                <c:pt idx="626">
                  <c:v>10.745150000000001</c:v>
                </c:pt>
                <c:pt idx="627">
                  <c:v>10.745150000000001</c:v>
                </c:pt>
                <c:pt idx="628">
                  <c:v>10.630190000000001</c:v>
                </c:pt>
                <c:pt idx="629">
                  <c:v>10.630190000000001</c:v>
                </c:pt>
                <c:pt idx="630">
                  <c:v>10.630190000000001</c:v>
                </c:pt>
                <c:pt idx="631">
                  <c:v>10.630190000000001</c:v>
                </c:pt>
                <c:pt idx="632">
                  <c:v>10.81597</c:v>
                </c:pt>
                <c:pt idx="633">
                  <c:v>10.87107</c:v>
                </c:pt>
                <c:pt idx="634">
                  <c:v>10.9648</c:v>
                </c:pt>
                <c:pt idx="635">
                  <c:v>10.72508</c:v>
                </c:pt>
                <c:pt idx="636">
                  <c:v>10.473140000000001</c:v>
                </c:pt>
                <c:pt idx="637">
                  <c:v>10.320360000000001</c:v>
                </c:pt>
                <c:pt idx="638">
                  <c:v>10.520519999999999</c:v>
                </c:pt>
                <c:pt idx="639">
                  <c:v>10.522819999999999</c:v>
                </c:pt>
                <c:pt idx="640">
                  <c:v>10.70865</c:v>
                </c:pt>
                <c:pt idx="641">
                  <c:v>10.65371</c:v>
                </c:pt>
                <c:pt idx="642">
                  <c:v>10.653740000000001</c:v>
                </c:pt>
                <c:pt idx="643">
                  <c:v>10.688599999999999</c:v>
                </c:pt>
                <c:pt idx="644">
                  <c:v>10.74952</c:v>
                </c:pt>
                <c:pt idx="645">
                  <c:v>10.788130000000001</c:v>
                </c:pt>
                <c:pt idx="646">
                  <c:v>10.78476</c:v>
                </c:pt>
                <c:pt idx="647">
                  <c:v>10.67346</c:v>
                </c:pt>
                <c:pt idx="648">
                  <c:v>10.8804</c:v>
                </c:pt>
                <c:pt idx="649">
                  <c:v>10.778589999999999</c:v>
                </c:pt>
                <c:pt idx="650">
                  <c:v>10.79706</c:v>
                </c:pt>
                <c:pt idx="651">
                  <c:v>10.869910000000001</c:v>
                </c:pt>
                <c:pt idx="652">
                  <c:v>10.896990000000001</c:v>
                </c:pt>
                <c:pt idx="653">
                  <c:v>10.96922</c:v>
                </c:pt>
                <c:pt idx="654">
                  <c:v>11.001189999999999</c:v>
                </c:pt>
                <c:pt idx="655">
                  <c:v>10.983650000000001</c:v>
                </c:pt>
                <c:pt idx="656">
                  <c:v>10.927770000000001</c:v>
                </c:pt>
                <c:pt idx="657">
                  <c:v>10.948549999999999</c:v>
                </c:pt>
                <c:pt idx="658">
                  <c:v>10.913029999999999</c:v>
                </c:pt>
                <c:pt idx="659">
                  <c:v>10.92329</c:v>
                </c:pt>
                <c:pt idx="660">
                  <c:v>11.0139</c:v>
                </c:pt>
                <c:pt idx="661">
                  <c:v>11.02839</c:v>
                </c:pt>
                <c:pt idx="662">
                  <c:v>10.91624</c:v>
                </c:pt>
                <c:pt idx="663">
                  <c:v>10.83934</c:v>
                </c:pt>
                <c:pt idx="664">
                  <c:v>10.57602</c:v>
                </c:pt>
                <c:pt idx="665">
                  <c:v>10.860340000000001</c:v>
                </c:pt>
                <c:pt idx="666">
                  <c:v>10.77704</c:v>
                </c:pt>
                <c:pt idx="667">
                  <c:v>10.776350000000001</c:v>
                </c:pt>
                <c:pt idx="668">
                  <c:v>10.86637</c:v>
                </c:pt>
                <c:pt idx="669">
                  <c:v>10.900869999999999</c:v>
                </c:pt>
                <c:pt idx="670">
                  <c:v>10.82602</c:v>
                </c:pt>
                <c:pt idx="671">
                  <c:v>10.735889999999999</c:v>
                </c:pt>
                <c:pt idx="672">
                  <c:v>10.66864</c:v>
                </c:pt>
                <c:pt idx="673">
                  <c:v>10.79185</c:v>
                </c:pt>
                <c:pt idx="674">
                  <c:v>10.78359</c:v>
                </c:pt>
                <c:pt idx="675">
                  <c:v>10.840999999999999</c:v>
                </c:pt>
                <c:pt idx="676">
                  <c:v>10.749890000000001</c:v>
                </c:pt>
                <c:pt idx="677">
                  <c:v>10.743169999999999</c:v>
                </c:pt>
                <c:pt idx="678">
                  <c:v>10.65535</c:v>
                </c:pt>
                <c:pt idx="679">
                  <c:v>10.86429</c:v>
                </c:pt>
                <c:pt idx="680">
                  <c:v>10.93018</c:v>
                </c:pt>
                <c:pt idx="681">
                  <c:v>10.948169999999999</c:v>
                </c:pt>
                <c:pt idx="682">
                  <c:v>10.81343</c:v>
                </c:pt>
                <c:pt idx="683">
                  <c:v>10.75468</c:v>
                </c:pt>
                <c:pt idx="684">
                  <c:v>10.69092</c:v>
                </c:pt>
                <c:pt idx="685">
                  <c:v>10.539490000000001</c:v>
                </c:pt>
                <c:pt idx="686">
                  <c:v>10.58018</c:v>
                </c:pt>
                <c:pt idx="687">
                  <c:v>10.58018</c:v>
                </c:pt>
                <c:pt idx="688">
                  <c:v>10.58018</c:v>
                </c:pt>
                <c:pt idx="689">
                  <c:v>10.69036</c:v>
                </c:pt>
                <c:pt idx="690">
                  <c:v>10.81875</c:v>
                </c:pt>
                <c:pt idx="691">
                  <c:v>10.676869999999999</c:v>
                </c:pt>
                <c:pt idx="692">
                  <c:v>10.779059999999999</c:v>
                </c:pt>
                <c:pt idx="693">
                  <c:v>10.604789999999999</c:v>
                </c:pt>
                <c:pt idx="694">
                  <c:v>10.87011</c:v>
                </c:pt>
                <c:pt idx="695">
                  <c:v>10.842750000000001</c:v>
                </c:pt>
                <c:pt idx="696">
                  <c:v>10.753740000000001</c:v>
                </c:pt>
                <c:pt idx="697">
                  <c:v>10.78959</c:v>
                </c:pt>
                <c:pt idx="698">
                  <c:v>10.73719</c:v>
                </c:pt>
                <c:pt idx="699">
                  <c:v>10.73719</c:v>
                </c:pt>
                <c:pt idx="700">
                  <c:v>10.733449999999999</c:v>
                </c:pt>
                <c:pt idx="701">
                  <c:v>10.854369999999999</c:v>
                </c:pt>
                <c:pt idx="702">
                  <c:v>10.84737</c:v>
                </c:pt>
                <c:pt idx="703">
                  <c:v>10.93599</c:v>
                </c:pt>
                <c:pt idx="704">
                  <c:v>10.80547</c:v>
                </c:pt>
                <c:pt idx="705">
                  <c:v>10.7309</c:v>
                </c:pt>
                <c:pt idx="706">
                  <c:v>10.73204</c:v>
                </c:pt>
                <c:pt idx="707">
                  <c:v>10.600020000000001</c:v>
                </c:pt>
                <c:pt idx="708">
                  <c:v>10.505599999999999</c:v>
                </c:pt>
                <c:pt idx="709">
                  <c:v>10.70593</c:v>
                </c:pt>
                <c:pt idx="710">
                  <c:v>10.80968</c:v>
                </c:pt>
                <c:pt idx="711">
                  <c:v>10.78328</c:v>
                </c:pt>
                <c:pt idx="712">
                  <c:v>10.76802</c:v>
                </c:pt>
                <c:pt idx="713">
                  <c:v>10.764480000000001</c:v>
                </c:pt>
                <c:pt idx="714">
                  <c:v>10.85787</c:v>
                </c:pt>
                <c:pt idx="715">
                  <c:v>10.91952</c:v>
                </c:pt>
                <c:pt idx="716">
                  <c:v>11.031169999999999</c:v>
                </c:pt>
                <c:pt idx="717">
                  <c:v>11.057090000000001</c:v>
                </c:pt>
                <c:pt idx="718">
                  <c:v>11.278729999999999</c:v>
                </c:pt>
                <c:pt idx="719">
                  <c:v>11.41061</c:v>
                </c:pt>
                <c:pt idx="720">
                  <c:v>11.49183</c:v>
                </c:pt>
                <c:pt idx="721">
                  <c:v>11.56873</c:v>
                </c:pt>
                <c:pt idx="722">
                  <c:v>11.5433</c:v>
                </c:pt>
                <c:pt idx="723">
                  <c:v>11.66042</c:v>
                </c:pt>
                <c:pt idx="724">
                  <c:v>11.678179999999999</c:v>
                </c:pt>
                <c:pt idx="725">
                  <c:v>11.83043</c:v>
                </c:pt>
                <c:pt idx="726">
                  <c:v>11.74952</c:v>
                </c:pt>
                <c:pt idx="727">
                  <c:v>11.67305</c:v>
                </c:pt>
                <c:pt idx="728">
                  <c:v>11.70195</c:v>
                </c:pt>
                <c:pt idx="729">
                  <c:v>11.70195</c:v>
                </c:pt>
                <c:pt idx="730">
                  <c:v>11.582520000000001</c:v>
                </c:pt>
                <c:pt idx="731">
                  <c:v>11.43595</c:v>
                </c:pt>
                <c:pt idx="732">
                  <c:v>11.43595</c:v>
                </c:pt>
                <c:pt idx="733">
                  <c:v>11.569570000000001</c:v>
                </c:pt>
                <c:pt idx="734">
                  <c:v>11.53946</c:v>
                </c:pt>
                <c:pt idx="735">
                  <c:v>11.464729999999999</c:v>
                </c:pt>
                <c:pt idx="736">
                  <c:v>11.16132</c:v>
                </c:pt>
                <c:pt idx="737">
                  <c:v>11.16906</c:v>
                </c:pt>
                <c:pt idx="738">
                  <c:v>10.96874</c:v>
                </c:pt>
                <c:pt idx="739">
                  <c:v>10.90015</c:v>
                </c:pt>
                <c:pt idx="740">
                  <c:v>10.696389999999999</c:v>
                </c:pt>
                <c:pt idx="741">
                  <c:v>10.659039999999999</c:v>
                </c:pt>
                <c:pt idx="742">
                  <c:v>10.637639999999999</c:v>
                </c:pt>
                <c:pt idx="743">
                  <c:v>10.705080000000001</c:v>
                </c:pt>
                <c:pt idx="744">
                  <c:v>10.7845</c:v>
                </c:pt>
                <c:pt idx="745">
                  <c:v>10.69632</c:v>
                </c:pt>
                <c:pt idx="746">
                  <c:v>10.66858</c:v>
                </c:pt>
                <c:pt idx="747">
                  <c:v>10.7339</c:v>
                </c:pt>
                <c:pt idx="748">
                  <c:v>10.87093</c:v>
                </c:pt>
                <c:pt idx="749">
                  <c:v>10.8523</c:v>
                </c:pt>
                <c:pt idx="750">
                  <c:v>10.8873</c:v>
                </c:pt>
                <c:pt idx="751">
                  <c:v>10.914809999999999</c:v>
                </c:pt>
                <c:pt idx="752">
                  <c:v>10.801460000000001</c:v>
                </c:pt>
                <c:pt idx="753">
                  <c:v>10.83545</c:v>
                </c:pt>
                <c:pt idx="754">
                  <c:v>10.76998</c:v>
                </c:pt>
                <c:pt idx="755">
                  <c:v>10.856719999999999</c:v>
                </c:pt>
                <c:pt idx="756">
                  <c:v>10.88481</c:v>
                </c:pt>
                <c:pt idx="757">
                  <c:v>10.8208</c:v>
                </c:pt>
                <c:pt idx="758">
                  <c:v>10.773250000000001</c:v>
                </c:pt>
                <c:pt idx="759">
                  <c:v>11.012969999999999</c:v>
                </c:pt>
                <c:pt idx="760">
                  <c:v>10.97128</c:v>
                </c:pt>
                <c:pt idx="761">
                  <c:v>10.97128</c:v>
                </c:pt>
                <c:pt idx="762">
                  <c:v>11.117699999999999</c:v>
                </c:pt>
                <c:pt idx="763">
                  <c:v>11.07629</c:v>
                </c:pt>
                <c:pt idx="764">
                  <c:v>11.04998</c:v>
                </c:pt>
                <c:pt idx="765">
                  <c:v>11.005319999999999</c:v>
                </c:pt>
                <c:pt idx="766">
                  <c:v>10.84859</c:v>
                </c:pt>
                <c:pt idx="767">
                  <c:v>10.87387</c:v>
                </c:pt>
                <c:pt idx="768">
                  <c:v>11.03318</c:v>
                </c:pt>
                <c:pt idx="769">
                  <c:v>11.07206</c:v>
                </c:pt>
                <c:pt idx="770">
                  <c:v>11.042400000000001</c:v>
                </c:pt>
                <c:pt idx="771">
                  <c:v>11.038220000000001</c:v>
                </c:pt>
                <c:pt idx="772">
                  <c:v>11.01252</c:v>
                </c:pt>
                <c:pt idx="773">
                  <c:v>11.09151</c:v>
                </c:pt>
                <c:pt idx="774">
                  <c:v>10.99695</c:v>
                </c:pt>
                <c:pt idx="775">
                  <c:v>10.99695</c:v>
                </c:pt>
                <c:pt idx="776">
                  <c:v>10.81256</c:v>
                </c:pt>
                <c:pt idx="777">
                  <c:v>10.86355</c:v>
                </c:pt>
                <c:pt idx="778">
                  <c:v>10.85947</c:v>
                </c:pt>
                <c:pt idx="779">
                  <c:v>10.607279999999999</c:v>
                </c:pt>
                <c:pt idx="780">
                  <c:v>10.55106</c:v>
                </c:pt>
                <c:pt idx="781">
                  <c:v>10.62983</c:v>
                </c:pt>
                <c:pt idx="782">
                  <c:v>10.53595</c:v>
                </c:pt>
                <c:pt idx="783">
                  <c:v>10.71949</c:v>
                </c:pt>
                <c:pt idx="784">
                  <c:v>10.59695</c:v>
                </c:pt>
                <c:pt idx="785">
                  <c:v>10.78326</c:v>
                </c:pt>
                <c:pt idx="786">
                  <c:v>10.872339999999999</c:v>
                </c:pt>
                <c:pt idx="787">
                  <c:v>10.823410000000001</c:v>
                </c:pt>
                <c:pt idx="788">
                  <c:v>10.76257</c:v>
                </c:pt>
                <c:pt idx="789">
                  <c:v>10.768219999999999</c:v>
                </c:pt>
                <c:pt idx="790">
                  <c:v>10.728400000000001</c:v>
                </c:pt>
                <c:pt idx="791">
                  <c:v>10.762359999999999</c:v>
                </c:pt>
                <c:pt idx="792">
                  <c:v>10.95767</c:v>
                </c:pt>
                <c:pt idx="793">
                  <c:v>10.79928</c:v>
                </c:pt>
                <c:pt idx="794">
                  <c:v>10.583769999999999</c:v>
                </c:pt>
                <c:pt idx="795">
                  <c:v>10.678750000000001</c:v>
                </c:pt>
                <c:pt idx="796">
                  <c:v>10.68619</c:v>
                </c:pt>
                <c:pt idx="797">
                  <c:v>10.76674</c:v>
                </c:pt>
                <c:pt idx="798">
                  <c:v>10.759510000000001</c:v>
                </c:pt>
                <c:pt idx="799">
                  <c:v>10.66597</c:v>
                </c:pt>
                <c:pt idx="800">
                  <c:v>10.823790000000001</c:v>
                </c:pt>
                <c:pt idx="801">
                  <c:v>10.750780000000001</c:v>
                </c:pt>
                <c:pt idx="802">
                  <c:v>10.696210000000001</c:v>
                </c:pt>
                <c:pt idx="803">
                  <c:v>10.696210000000001</c:v>
                </c:pt>
                <c:pt idx="804">
                  <c:v>10.696210000000001</c:v>
                </c:pt>
                <c:pt idx="805">
                  <c:v>10.82672</c:v>
                </c:pt>
                <c:pt idx="806">
                  <c:v>10.897729999999999</c:v>
                </c:pt>
                <c:pt idx="807">
                  <c:v>10.679729999999999</c:v>
                </c:pt>
                <c:pt idx="808">
                  <c:v>10.688890000000001</c:v>
                </c:pt>
                <c:pt idx="809">
                  <c:v>10.688890000000001</c:v>
                </c:pt>
                <c:pt idx="810">
                  <c:v>10.64568</c:v>
                </c:pt>
                <c:pt idx="811">
                  <c:v>10.904120000000001</c:v>
                </c:pt>
                <c:pt idx="812">
                  <c:v>10.876989999999999</c:v>
                </c:pt>
                <c:pt idx="813">
                  <c:v>10.7127</c:v>
                </c:pt>
                <c:pt idx="814">
                  <c:v>10.724069999999999</c:v>
                </c:pt>
                <c:pt idx="815">
                  <c:v>10.693250000000001</c:v>
                </c:pt>
                <c:pt idx="816">
                  <c:v>10.3934</c:v>
                </c:pt>
                <c:pt idx="817">
                  <c:v>10.512919999999999</c:v>
                </c:pt>
                <c:pt idx="818">
                  <c:v>10.484069999999999</c:v>
                </c:pt>
                <c:pt idx="819">
                  <c:v>10.47578</c:v>
                </c:pt>
                <c:pt idx="820">
                  <c:v>10.28786</c:v>
                </c:pt>
                <c:pt idx="821">
                  <c:v>10.21618</c:v>
                </c:pt>
                <c:pt idx="822">
                  <c:v>9.8629700000000007</c:v>
                </c:pt>
                <c:pt idx="823">
                  <c:v>10.05875</c:v>
                </c:pt>
                <c:pt idx="824">
                  <c:v>10.16338</c:v>
                </c:pt>
                <c:pt idx="825">
                  <c:v>10.206379999999999</c:v>
                </c:pt>
                <c:pt idx="826">
                  <c:v>10.44783</c:v>
                </c:pt>
                <c:pt idx="827">
                  <c:v>10.307180000000001</c:v>
                </c:pt>
                <c:pt idx="828">
                  <c:v>10.318960000000001</c:v>
                </c:pt>
                <c:pt idx="829">
                  <c:v>10.30592</c:v>
                </c:pt>
                <c:pt idx="830">
                  <c:v>10.301500000000001</c:v>
                </c:pt>
                <c:pt idx="831">
                  <c:v>10.41164</c:v>
                </c:pt>
                <c:pt idx="832">
                  <c:v>10.414580000000001</c:v>
                </c:pt>
                <c:pt idx="833">
                  <c:v>10.414580000000001</c:v>
                </c:pt>
                <c:pt idx="834">
                  <c:v>10.259169999999999</c:v>
                </c:pt>
                <c:pt idx="835">
                  <c:v>10.157080000000001</c:v>
                </c:pt>
                <c:pt idx="836">
                  <c:v>10.35548</c:v>
                </c:pt>
                <c:pt idx="837">
                  <c:v>10.30926</c:v>
                </c:pt>
                <c:pt idx="838">
                  <c:v>10.271050000000001</c:v>
                </c:pt>
                <c:pt idx="839">
                  <c:v>10.22184</c:v>
                </c:pt>
                <c:pt idx="840">
                  <c:v>10.04725</c:v>
                </c:pt>
                <c:pt idx="841">
                  <c:v>10.04725</c:v>
                </c:pt>
                <c:pt idx="842">
                  <c:v>9.8786199999999997</c:v>
                </c:pt>
                <c:pt idx="843">
                  <c:v>9.9538700000000002</c:v>
                </c:pt>
                <c:pt idx="844">
                  <c:v>10.04335</c:v>
                </c:pt>
                <c:pt idx="845">
                  <c:v>10.12565</c:v>
                </c:pt>
                <c:pt idx="846">
                  <c:v>9.8628</c:v>
                </c:pt>
                <c:pt idx="847">
                  <c:v>9.9812200000000004</c:v>
                </c:pt>
                <c:pt idx="848">
                  <c:v>9.8503100000000003</c:v>
                </c:pt>
                <c:pt idx="849">
                  <c:v>9.5198400000000003</c:v>
                </c:pt>
                <c:pt idx="850">
                  <c:v>9.3335600000000003</c:v>
                </c:pt>
                <c:pt idx="851">
                  <c:v>9.3134099999999993</c:v>
                </c:pt>
                <c:pt idx="852">
                  <c:v>9.6638000000000002</c:v>
                </c:pt>
                <c:pt idx="853">
                  <c:v>9.3998299999999997</c:v>
                </c:pt>
                <c:pt idx="854">
                  <c:v>9.4010300000000004</c:v>
                </c:pt>
                <c:pt idx="855">
                  <c:v>9.4335000000000004</c:v>
                </c:pt>
                <c:pt idx="856">
                  <c:v>9.5739099999999997</c:v>
                </c:pt>
                <c:pt idx="857">
                  <c:v>9.8325499999999995</c:v>
                </c:pt>
                <c:pt idx="858">
                  <c:v>9.8371899999999997</c:v>
                </c:pt>
                <c:pt idx="859">
                  <c:v>9.8371899999999997</c:v>
                </c:pt>
                <c:pt idx="860">
                  <c:v>9.8472100000000005</c:v>
                </c:pt>
                <c:pt idx="861">
                  <c:v>10.06756</c:v>
                </c:pt>
                <c:pt idx="862">
                  <c:v>9.9892900000000004</c:v>
                </c:pt>
                <c:pt idx="863">
                  <c:v>9.9981200000000001</c:v>
                </c:pt>
                <c:pt idx="864">
                  <c:v>9.8545400000000001</c:v>
                </c:pt>
                <c:pt idx="865">
                  <c:v>10.01606</c:v>
                </c:pt>
                <c:pt idx="866">
                  <c:v>9.9528300000000005</c:v>
                </c:pt>
                <c:pt idx="867">
                  <c:v>9.8819499999999998</c:v>
                </c:pt>
                <c:pt idx="868">
                  <c:v>9.7846100000000007</c:v>
                </c:pt>
                <c:pt idx="869">
                  <c:v>9.81189</c:v>
                </c:pt>
                <c:pt idx="870">
                  <c:v>9.7181800000000003</c:v>
                </c:pt>
                <c:pt idx="871">
                  <c:v>9.5791500000000003</c:v>
                </c:pt>
                <c:pt idx="872">
                  <c:v>9.4218899999999994</c:v>
                </c:pt>
                <c:pt idx="873">
                  <c:v>9.4022799999999993</c:v>
                </c:pt>
                <c:pt idx="874">
                  <c:v>9.2861100000000008</c:v>
                </c:pt>
                <c:pt idx="875">
                  <c:v>9.1702300000000001</c:v>
                </c:pt>
                <c:pt idx="876">
                  <c:v>9.2759599999999995</c:v>
                </c:pt>
                <c:pt idx="877">
                  <c:v>9.3409800000000001</c:v>
                </c:pt>
                <c:pt idx="878">
                  <c:v>9.2559500000000003</c:v>
                </c:pt>
                <c:pt idx="879">
                  <c:v>9.1326300000000007</c:v>
                </c:pt>
                <c:pt idx="880">
                  <c:v>9.0757200000000005</c:v>
                </c:pt>
                <c:pt idx="881">
                  <c:v>9.2366100000000007</c:v>
                </c:pt>
                <c:pt idx="882">
                  <c:v>9.2520199999999999</c:v>
                </c:pt>
                <c:pt idx="883">
                  <c:v>9.1194799999999994</c:v>
                </c:pt>
                <c:pt idx="884">
                  <c:v>9.0624900000000004</c:v>
                </c:pt>
                <c:pt idx="885">
                  <c:v>9.0778599999999994</c:v>
                </c:pt>
                <c:pt idx="886">
                  <c:v>8.9412199999999995</c:v>
                </c:pt>
                <c:pt idx="887">
                  <c:v>8.9283000000000001</c:v>
                </c:pt>
                <c:pt idx="888">
                  <c:v>8.9283000000000001</c:v>
                </c:pt>
                <c:pt idx="889">
                  <c:v>8.9764900000000001</c:v>
                </c:pt>
                <c:pt idx="890">
                  <c:v>8.9764900000000001</c:v>
                </c:pt>
                <c:pt idx="891">
                  <c:v>8.9764900000000001</c:v>
                </c:pt>
                <c:pt idx="892">
                  <c:v>8.9764900000000001</c:v>
                </c:pt>
                <c:pt idx="893">
                  <c:v>9.0452300000000001</c:v>
                </c:pt>
                <c:pt idx="894">
                  <c:v>8.8671500000000005</c:v>
                </c:pt>
                <c:pt idx="895">
                  <c:v>8.7894000000000005</c:v>
                </c:pt>
                <c:pt idx="896">
                  <c:v>8.7574799999999993</c:v>
                </c:pt>
                <c:pt idx="897">
                  <c:v>8.7543600000000001</c:v>
                </c:pt>
                <c:pt idx="898">
                  <c:v>8.8566099999999999</c:v>
                </c:pt>
                <c:pt idx="899">
                  <c:v>8.8887300000000007</c:v>
                </c:pt>
                <c:pt idx="900">
                  <c:v>8.8817299999999992</c:v>
                </c:pt>
                <c:pt idx="901">
                  <c:v>9.0465900000000001</c:v>
                </c:pt>
                <c:pt idx="902">
                  <c:v>8.9630100000000006</c:v>
                </c:pt>
                <c:pt idx="903">
                  <c:v>9.0428300000000004</c:v>
                </c:pt>
                <c:pt idx="904">
                  <c:v>9.11693</c:v>
                </c:pt>
                <c:pt idx="905">
                  <c:v>9.1363699999999994</c:v>
                </c:pt>
                <c:pt idx="906">
                  <c:v>9.0728799999999996</c:v>
                </c:pt>
                <c:pt idx="907">
                  <c:v>9.0789100000000005</c:v>
                </c:pt>
                <c:pt idx="908">
                  <c:v>9.1384299999999996</c:v>
                </c:pt>
                <c:pt idx="909">
                  <c:v>9.2831799999999998</c:v>
                </c:pt>
                <c:pt idx="910">
                  <c:v>9.1747999999999994</c:v>
                </c:pt>
                <c:pt idx="911">
                  <c:v>9.1729000000000003</c:v>
                </c:pt>
                <c:pt idx="912">
                  <c:v>9.1413200000000003</c:v>
                </c:pt>
                <c:pt idx="913">
                  <c:v>9.1067199999999993</c:v>
                </c:pt>
                <c:pt idx="914">
                  <c:v>9.0723800000000008</c:v>
                </c:pt>
                <c:pt idx="915">
                  <c:v>9.0450300000000006</c:v>
                </c:pt>
                <c:pt idx="916">
                  <c:v>9.0499799999999997</c:v>
                </c:pt>
                <c:pt idx="917">
                  <c:v>9.0430799999999998</c:v>
                </c:pt>
                <c:pt idx="918">
                  <c:v>8.9109499999999997</c:v>
                </c:pt>
                <c:pt idx="919">
                  <c:v>8.7062399999999993</c:v>
                </c:pt>
                <c:pt idx="920">
                  <c:v>8.5422999999999991</c:v>
                </c:pt>
                <c:pt idx="921">
                  <c:v>8.4706299999999999</c:v>
                </c:pt>
                <c:pt idx="922">
                  <c:v>8.7007300000000001</c:v>
                </c:pt>
                <c:pt idx="923">
                  <c:v>8.33432</c:v>
                </c:pt>
                <c:pt idx="924">
                  <c:v>8.26966</c:v>
                </c:pt>
                <c:pt idx="925">
                  <c:v>8.3567699999999991</c:v>
                </c:pt>
                <c:pt idx="926">
                  <c:v>8.3484300000000005</c:v>
                </c:pt>
                <c:pt idx="927">
                  <c:v>8.4260599999999997</c:v>
                </c:pt>
                <c:pt idx="928">
                  <c:v>8.4663799999999991</c:v>
                </c:pt>
                <c:pt idx="929">
                  <c:v>8.5585100000000001</c:v>
                </c:pt>
                <c:pt idx="930">
                  <c:v>8.5912600000000001</c:v>
                </c:pt>
                <c:pt idx="931">
                  <c:v>8.4957200000000004</c:v>
                </c:pt>
                <c:pt idx="932">
                  <c:v>8.4438700000000004</c:v>
                </c:pt>
                <c:pt idx="933">
                  <c:v>8.3475000000000001</c:v>
                </c:pt>
                <c:pt idx="934">
                  <c:v>8.4377999999999993</c:v>
                </c:pt>
                <c:pt idx="935">
                  <c:v>8.4860000000000007</c:v>
                </c:pt>
                <c:pt idx="936">
                  <c:v>8.3770199999999999</c:v>
                </c:pt>
                <c:pt idx="937">
                  <c:v>8.4904399999999995</c:v>
                </c:pt>
                <c:pt idx="938">
                  <c:v>8.5011399999999995</c:v>
                </c:pt>
                <c:pt idx="939">
                  <c:v>8.5456299999999992</c:v>
                </c:pt>
                <c:pt idx="940">
                  <c:v>8.4531799999999997</c:v>
                </c:pt>
                <c:pt idx="941">
                  <c:v>8.4445399999999999</c:v>
                </c:pt>
                <c:pt idx="942">
                  <c:v>8.35703</c:v>
                </c:pt>
                <c:pt idx="943">
                  <c:v>8.3855599999999999</c:v>
                </c:pt>
                <c:pt idx="944">
                  <c:v>8.3855599999999999</c:v>
                </c:pt>
                <c:pt idx="945">
                  <c:v>8.4654399999999992</c:v>
                </c:pt>
                <c:pt idx="946">
                  <c:v>8.6521000000000008</c:v>
                </c:pt>
                <c:pt idx="947">
                  <c:v>8.6850100000000001</c:v>
                </c:pt>
                <c:pt idx="948">
                  <c:v>8.8320799999999995</c:v>
                </c:pt>
                <c:pt idx="949">
                  <c:v>8.72363</c:v>
                </c:pt>
                <c:pt idx="950">
                  <c:v>8.7209299999999992</c:v>
                </c:pt>
                <c:pt idx="951">
                  <c:v>8.69285</c:v>
                </c:pt>
                <c:pt idx="952">
                  <c:v>8.8894400000000005</c:v>
                </c:pt>
                <c:pt idx="953">
                  <c:v>8.9349600000000002</c:v>
                </c:pt>
                <c:pt idx="954">
                  <c:v>9.1284200000000002</c:v>
                </c:pt>
                <c:pt idx="955">
                  <c:v>8.9310399999999994</c:v>
                </c:pt>
                <c:pt idx="956">
                  <c:v>8.8413500000000003</c:v>
                </c:pt>
                <c:pt idx="957">
                  <c:v>8.9085599999999996</c:v>
                </c:pt>
                <c:pt idx="958">
                  <c:v>8.8483099999999997</c:v>
                </c:pt>
                <c:pt idx="959">
                  <c:v>8.9025400000000001</c:v>
                </c:pt>
                <c:pt idx="960">
                  <c:v>8.8051700000000004</c:v>
                </c:pt>
                <c:pt idx="961">
                  <c:v>8.9504300000000008</c:v>
                </c:pt>
                <c:pt idx="962">
                  <c:v>8.9504300000000008</c:v>
                </c:pt>
                <c:pt idx="963">
                  <c:v>9.0726899999999997</c:v>
                </c:pt>
                <c:pt idx="964">
                  <c:v>9.1724499999999995</c:v>
                </c:pt>
                <c:pt idx="965">
                  <c:v>9.0712799999999998</c:v>
                </c:pt>
                <c:pt idx="966">
                  <c:v>9.12148</c:v>
                </c:pt>
                <c:pt idx="967">
                  <c:v>9.0242599999999999</c:v>
                </c:pt>
                <c:pt idx="968">
                  <c:v>8.9565300000000008</c:v>
                </c:pt>
                <c:pt idx="969">
                  <c:v>8.9114699999999996</c:v>
                </c:pt>
                <c:pt idx="970">
                  <c:v>8.8689499999999999</c:v>
                </c:pt>
                <c:pt idx="971">
                  <c:v>8.7999700000000001</c:v>
                </c:pt>
                <c:pt idx="972">
                  <c:v>8.8713499999999996</c:v>
                </c:pt>
                <c:pt idx="973">
                  <c:v>8.84694</c:v>
                </c:pt>
                <c:pt idx="974">
                  <c:v>8.5907499999999999</c:v>
                </c:pt>
                <c:pt idx="975">
                  <c:v>8.7035099999999996</c:v>
                </c:pt>
                <c:pt idx="976">
                  <c:v>8.6768099999999997</c:v>
                </c:pt>
                <c:pt idx="977">
                  <c:v>8.4665499999999998</c:v>
                </c:pt>
                <c:pt idx="978">
                  <c:v>8.4363499999999991</c:v>
                </c:pt>
                <c:pt idx="979">
                  <c:v>8.4160000000000004</c:v>
                </c:pt>
                <c:pt idx="980">
                  <c:v>8.2640999999999991</c:v>
                </c:pt>
                <c:pt idx="981">
                  <c:v>8.1394300000000008</c:v>
                </c:pt>
                <c:pt idx="982">
                  <c:v>8.3297000000000008</c:v>
                </c:pt>
                <c:pt idx="983">
                  <c:v>8.4513499999999997</c:v>
                </c:pt>
                <c:pt idx="984">
                  <c:v>8.5358300000000007</c:v>
                </c:pt>
                <c:pt idx="985">
                  <c:v>8.4360099999999996</c:v>
                </c:pt>
                <c:pt idx="986">
                  <c:v>8.3396100000000004</c:v>
                </c:pt>
                <c:pt idx="987">
                  <c:v>8.3208400000000005</c:v>
                </c:pt>
                <c:pt idx="988">
                  <c:v>8.2941299999999991</c:v>
                </c:pt>
                <c:pt idx="989">
                  <c:v>8.2941299999999991</c:v>
                </c:pt>
                <c:pt idx="990">
                  <c:v>8.2917100000000001</c:v>
                </c:pt>
                <c:pt idx="991">
                  <c:v>8.12805</c:v>
                </c:pt>
                <c:pt idx="992">
                  <c:v>8.2242899999999999</c:v>
                </c:pt>
                <c:pt idx="993">
                  <c:v>8.2242899999999999</c:v>
                </c:pt>
                <c:pt idx="994">
                  <c:v>7.8686999999999996</c:v>
                </c:pt>
                <c:pt idx="995">
                  <c:v>7.8904800000000002</c:v>
                </c:pt>
                <c:pt idx="996">
                  <c:v>7.8371199999999996</c:v>
                </c:pt>
                <c:pt idx="997">
                  <c:v>7.8726700000000003</c:v>
                </c:pt>
                <c:pt idx="998">
                  <c:v>7.71469</c:v>
                </c:pt>
                <c:pt idx="999">
                  <c:v>7.7921399999999998</c:v>
                </c:pt>
                <c:pt idx="1000">
                  <c:v>8.0586599999999997</c:v>
                </c:pt>
                <c:pt idx="1001">
                  <c:v>8.0601000000000003</c:v>
                </c:pt>
                <c:pt idx="1002">
                  <c:v>8.0888000000000009</c:v>
                </c:pt>
                <c:pt idx="1003">
                  <c:v>8.0008900000000001</c:v>
                </c:pt>
                <c:pt idx="1004">
                  <c:v>8.0008900000000001</c:v>
                </c:pt>
                <c:pt idx="1005">
                  <c:v>7.8244800000000003</c:v>
                </c:pt>
                <c:pt idx="1006">
                  <c:v>7.7468500000000002</c:v>
                </c:pt>
                <c:pt idx="1007">
                  <c:v>7.6780099999999996</c:v>
                </c:pt>
                <c:pt idx="1008">
                  <c:v>7.7804500000000001</c:v>
                </c:pt>
                <c:pt idx="1009">
                  <c:v>7.7001900000000001</c:v>
                </c:pt>
                <c:pt idx="1010">
                  <c:v>7.7714999999999996</c:v>
                </c:pt>
                <c:pt idx="1011">
                  <c:v>7.7507299999999999</c:v>
                </c:pt>
                <c:pt idx="1012">
                  <c:v>7.7050400000000003</c:v>
                </c:pt>
                <c:pt idx="1013">
                  <c:v>7.7924499999999997</c:v>
                </c:pt>
                <c:pt idx="1014">
                  <c:v>7.7318699999999998</c:v>
                </c:pt>
                <c:pt idx="1015">
                  <c:v>7.8691599999999999</c:v>
                </c:pt>
                <c:pt idx="1016">
                  <c:v>8.0073100000000004</c:v>
                </c:pt>
                <c:pt idx="1017">
                  <c:v>7.9738600000000002</c:v>
                </c:pt>
                <c:pt idx="1018">
                  <c:v>7.8602800000000004</c:v>
                </c:pt>
                <c:pt idx="1019">
                  <c:v>7.9420700000000002</c:v>
                </c:pt>
                <c:pt idx="1020">
                  <c:v>8.0076900000000002</c:v>
                </c:pt>
                <c:pt idx="1021">
                  <c:v>8.0801700000000007</c:v>
                </c:pt>
                <c:pt idx="1022">
                  <c:v>8.0801700000000007</c:v>
                </c:pt>
                <c:pt idx="1023">
                  <c:v>7.9732000000000003</c:v>
                </c:pt>
                <c:pt idx="1024">
                  <c:v>8.0847700000000007</c:v>
                </c:pt>
                <c:pt idx="1025">
                  <c:v>8.2451699999999999</c:v>
                </c:pt>
                <c:pt idx="1026">
                  <c:v>8.1710799999999999</c:v>
                </c:pt>
                <c:pt idx="1027">
                  <c:v>8.3440300000000001</c:v>
                </c:pt>
                <c:pt idx="1028">
                  <c:v>8.7540700000000005</c:v>
                </c:pt>
                <c:pt idx="1029">
                  <c:v>8.5709400000000002</c:v>
                </c:pt>
                <c:pt idx="1030">
                  <c:v>8.6622599999999998</c:v>
                </c:pt>
                <c:pt idx="1031">
                  <c:v>8.6449999999999996</c:v>
                </c:pt>
                <c:pt idx="1032">
                  <c:v>8.5872399999999995</c:v>
                </c:pt>
                <c:pt idx="1033">
                  <c:v>8.5912699999999997</c:v>
                </c:pt>
                <c:pt idx="1034">
                  <c:v>8.4983500000000003</c:v>
                </c:pt>
                <c:pt idx="1035">
                  <c:v>8.6439400000000006</c:v>
                </c:pt>
                <c:pt idx="1036">
                  <c:v>8.6439400000000006</c:v>
                </c:pt>
                <c:pt idx="1037">
                  <c:v>8.9275300000000009</c:v>
                </c:pt>
                <c:pt idx="1038">
                  <c:v>8.8671900000000008</c:v>
                </c:pt>
                <c:pt idx="1039">
                  <c:v>8.8312000000000008</c:v>
                </c:pt>
                <c:pt idx="1040">
                  <c:v>8.8019099999999995</c:v>
                </c:pt>
                <c:pt idx="1041">
                  <c:v>8.71739</c:v>
                </c:pt>
                <c:pt idx="1042">
                  <c:v>8.9847199999999994</c:v>
                </c:pt>
                <c:pt idx="1043">
                  <c:v>8.8890499999999992</c:v>
                </c:pt>
                <c:pt idx="1044">
                  <c:v>8.7365100000000009</c:v>
                </c:pt>
                <c:pt idx="1045">
                  <c:v>8.7361900000000006</c:v>
                </c:pt>
                <c:pt idx="1046">
                  <c:v>8.7478499999999997</c:v>
                </c:pt>
                <c:pt idx="1047">
                  <c:v>8.6997699999999991</c:v>
                </c:pt>
                <c:pt idx="1048">
                  <c:v>8.7986400000000007</c:v>
                </c:pt>
                <c:pt idx="1049">
                  <c:v>8.7085600000000003</c:v>
                </c:pt>
                <c:pt idx="1050">
                  <c:v>8.8908500000000004</c:v>
                </c:pt>
                <c:pt idx="1051">
                  <c:v>8.9644700000000004</c:v>
                </c:pt>
                <c:pt idx="1052">
                  <c:v>8.7469199999999994</c:v>
                </c:pt>
                <c:pt idx="1053">
                  <c:v>8.74038</c:v>
                </c:pt>
                <c:pt idx="1054">
                  <c:v>8.6429799999999997</c:v>
                </c:pt>
                <c:pt idx="1055">
                  <c:v>8.8653600000000008</c:v>
                </c:pt>
                <c:pt idx="1056">
                  <c:v>8.7345500000000005</c:v>
                </c:pt>
                <c:pt idx="1057">
                  <c:v>8.7960700000000003</c:v>
                </c:pt>
                <c:pt idx="1058">
                  <c:v>8.7112400000000001</c:v>
                </c:pt>
                <c:pt idx="1059">
                  <c:v>8.72912</c:v>
                </c:pt>
                <c:pt idx="1060">
                  <c:v>8.7117400000000007</c:v>
                </c:pt>
                <c:pt idx="1061">
                  <c:v>8.6624700000000008</c:v>
                </c:pt>
                <c:pt idx="1062">
                  <c:v>8.6682000000000006</c:v>
                </c:pt>
                <c:pt idx="1063">
                  <c:v>8.7809299999999997</c:v>
                </c:pt>
                <c:pt idx="1064">
                  <c:v>8.7809299999999997</c:v>
                </c:pt>
                <c:pt idx="1065">
                  <c:v>8.7809299999999997</c:v>
                </c:pt>
                <c:pt idx="1066">
                  <c:v>8.5802300000000002</c:v>
                </c:pt>
                <c:pt idx="1067">
                  <c:v>8.5453700000000001</c:v>
                </c:pt>
                <c:pt idx="1068">
                  <c:v>8.6553599999999999</c:v>
                </c:pt>
                <c:pt idx="1069">
                  <c:v>8.6553599999999999</c:v>
                </c:pt>
                <c:pt idx="1070">
                  <c:v>8.6805099999999999</c:v>
                </c:pt>
                <c:pt idx="1071">
                  <c:v>8.7604299999999995</c:v>
                </c:pt>
                <c:pt idx="1072">
                  <c:v>9.0247700000000002</c:v>
                </c:pt>
                <c:pt idx="1073">
                  <c:v>9.0973299999999995</c:v>
                </c:pt>
                <c:pt idx="1074">
                  <c:v>8.9449100000000001</c:v>
                </c:pt>
                <c:pt idx="1075">
                  <c:v>9.0622199999999999</c:v>
                </c:pt>
                <c:pt idx="1076">
                  <c:v>9.18506</c:v>
                </c:pt>
                <c:pt idx="1077">
                  <c:v>9.0934100000000004</c:v>
                </c:pt>
                <c:pt idx="1078">
                  <c:v>9.0629000000000008</c:v>
                </c:pt>
                <c:pt idx="1079">
                  <c:v>9.0855700000000006</c:v>
                </c:pt>
                <c:pt idx="1080">
                  <c:v>9.2710399999999993</c:v>
                </c:pt>
                <c:pt idx="1081">
                  <c:v>9.3367000000000004</c:v>
                </c:pt>
                <c:pt idx="1082">
                  <c:v>9.27121</c:v>
                </c:pt>
                <c:pt idx="1083">
                  <c:v>9.3284599999999998</c:v>
                </c:pt>
                <c:pt idx="1084">
                  <c:v>9.2873000000000001</c:v>
                </c:pt>
                <c:pt idx="1085">
                  <c:v>9.24892</c:v>
                </c:pt>
                <c:pt idx="1086">
                  <c:v>9.3099699999999999</c:v>
                </c:pt>
                <c:pt idx="1087">
                  <c:v>9.3398699999999995</c:v>
                </c:pt>
                <c:pt idx="1088">
                  <c:v>9.1964900000000007</c:v>
                </c:pt>
                <c:pt idx="1089">
                  <c:v>9.1196000000000002</c:v>
                </c:pt>
                <c:pt idx="1090">
                  <c:v>9.2924900000000008</c:v>
                </c:pt>
                <c:pt idx="1091">
                  <c:v>9.2389200000000002</c:v>
                </c:pt>
                <c:pt idx="1092">
                  <c:v>9.2484199999999994</c:v>
                </c:pt>
                <c:pt idx="1093">
                  <c:v>9.2372599999999991</c:v>
                </c:pt>
                <c:pt idx="1094">
                  <c:v>9.1157000000000004</c:v>
                </c:pt>
                <c:pt idx="1095">
                  <c:v>9.1465300000000003</c:v>
                </c:pt>
                <c:pt idx="1096">
                  <c:v>9.0362600000000004</c:v>
                </c:pt>
                <c:pt idx="1097">
                  <c:v>9.1206700000000005</c:v>
                </c:pt>
                <c:pt idx="1098">
                  <c:v>9.0493000000000006</c:v>
                </c:pt>
                <c:pt idx="1099">
                  <c:v>9.0773200000000003</c:v>
                </c:pt>
                <c:pt idx="1100">
                  <c:v>9.0197299999999991</c:v>
                </c:pt>
                <c:pt idx="1101">
                  <c:v>8.9225899999999996</c:v>
                </c:pt>
                <c:pt idx="1102">
                  <c:v>8.9225899999999996</c:v>
                </c:pt>
                <c:pt idx="1103">
                  <c:v>8.8683800000000002</c:v>
                </c:pt>
                <c:pt idx="1104">
                  <c:v>8.8994700000000009</c:v>
                </c:pt>
                <c:pt idx="1105">
                  <c:v>8.9282800000000009</c:v>
                </c:pt>
                <c:pt idx="1106">
                  <c:v>8.9371799999999997</c:v>
                </c:pt>
                <c:pt idx="1107">
                  <c:v>8.8578299999999999</c:v>
                </c:pt>
                <c:pt idx="1108">
                  <c:v>9.0313700000000008</c:v>
                </c:pt>
                <c:pt idx="1109">
                  <c:v>9.1294000000000004</c:v>
                </c:pt>
                <c:pt idx="1110">
                  <c:v>9.0993700000000004</c:v>
                </c:pt>
                <c:pt idx="1111">
                  <c:v>9.0983199999999993</c:v>
                </c:pt>
                <c:pt idx="1112">
                  <c:v>9.2484000000000002</c:v>
                </c:pt>
                <c:pt idx="1113">
                  <c:v>9.1649100000000008</c:v>
                </c:pt>
                <c:pt idx="1114">
                  <c:v>9.1380800000000004</c:v>
                </c:pt>
                <c:pt idx="1115">
                  <c:v>8.82118</c:v>
                </c:pt>
                <c:pt idx="1116">
                  <c:v>8.9508500000000009</c:v>
                </c:pt>
                <c:pt idx="1117">
                  <c:v>8.8095300000000005</c:v>
                </c:pt>
                <c:pt idx="1118">
                  <c:v>9.0199099999999994</c:v>
                </c:pt>
                <c:pt idx="1119">
                  <c:v>8.9207599999999996</c:v>
                </c:pt>
                <c:pt idx="1120">
                  <c:v>8.9207599999999996</c:v>
                </c:pt>
                <c:pt idx="1121">
                  <c:v>9.02468</c:v>
                </c:pt>
                <c:pt idx="1122">
                  <c:v>9.0997199999999996</c:v>
                </c:pt>
                <c:pt idx="1123">
                  <c:v>9.0994600000000005</c:v>
                </c:pt>
                <c:pt idx="1124">
                  <c:v>9.0636799999999997</c:v>
                </c:pt>
                <c:pt idx="1125">
                  <c:v>9.1387400000000003</c:v>
                </c:pt>
                <c:pt idx="1126">
                  <c:v>9.1447400000000005</c:v>
                </c:pt>
                <c:pt idx="1127">
                  <c:v>9.1132299999999997</c:v>
                </c:pt>
                <c:pt idx="1128">
                  <c:v>9.1864100000000004</c:v>
                </c:pt>
                <c:pt idx="1129">
                  <c:v>9.2691400000000002</c:v>
                </c:pt>
                <c:pt idx="1130">
                  <c:v>9.3564000000000007</c:v>
                </c:pt>
                <c:pt idx="1131">
                  <c:v>9.2112999999999996</c:v>
                </c:pt>
                <c:pt idx="1132">
                  <c:v>9.0776500000000002</c:v>
                </c:pt>
                <c:pt idx="1133">
                  <c:v>9.0540199999999995</c:v>
                </c:pt>
                <c:pt idx="1134">
                  <c:v>9.0001499999999997</c:v>
                </c:pt>
                <c:pt idx="1135">
                  <c:v>9.0695399999999999</c:v>
                </c:pt>
                <c:pt idx="1136">
                  <c:v>9.1747099999999993</c:v>
                </c:pt>
                <c:pt idx="1137">
                  <c:v>9.2347800000000007</c:v>
                </c:pt>
                <c:pt idx="1138">
                  <c:v>9.1931499999999993</c:v>
                </c:pt>
                <c:pt idx="1139">
                  <c:v>9.1889800000000008</c:v>
                </c:pt>
                <c:pt idx="1140">
                  <c:v>9.2774999999999999</c:v>
                </c:pt>
                <c:pt idx="1141">
                  <c:v>9.23949</c:v>
                </c:pt>
                <c:pt idx="1142">
                  <c:v>9.2654300000000003</c:v>
                </c:pt>
                <c:pt idx="1143">
                  <c:v>9.2392500000000002</c:v>
                </c:pt>
                <c:pt idx="1144">
                  <c:v>9.2265999999999995</c:v>
                </c:pt>
                <c:pt idx="1145">
                  <c:v>9.2892299999999999</c:v>
                </c:pt>
                <c:pt idx="1146">
                  <c:v>9.2113399999999999</c:v>
                </c:pt>
                <c:pt idx="1147">
                  <c:v>9.2406699999999997</c:v>
                </c:pt>
                <c:pt idx="1148">
                  <c:v>9.2032600000000002</c:v>
                </c:pt>
                <c:pt idx="1149">
                  <c:v>9.2038100000000007</c:v>
                </c:pt>
                <c:pt idx="1150">
                  <c:v>9.2670600000000007</c:v>
                </c:pt>
                <c:pt idx="1151">
                  <c:v>9.2670600000000007</c:v>
                </c:pt>
                <c:pt idx="1152">
                  <c:v>9.2670600000000007</c:v>
                </c:pt>
                <c:pt idx="1153">
                  <c:v>9.2670600000000007</c:v>
                </c:pt>
                <c:pt idx="1154">
                  <c:v>9.3534299999999995</c:v>
                </c:pt>
                <c:pt idx="1155">
                  <c:v>9.43797</c:v>
                </c:pt>
                <c:pt idx="1156">
                  <c:v>9.4510199999999998</c:v>
                </c:pt>
                <c:pt idx="1157">
                  <c:v>9.4368400000000001</c:v>
                </c:pt>
                <c:pt idx="1158">
                  <c:v>9.4152299999999993</c:v>
                </c:pt>
                <c:pt idx="1159">
                  <c:v>9.4684699999999999</c:v>
                </c:pt>
                <c:pt idx="1160">
                  <c:v>9.4890500000000007</c:v>
                </c:pt>
                <c:pt idx="1161">
                  <c:v>9.4678799999999992</c:v>
                </c:pt>
                <c:pt idx="1162">
                  <c:v>9.5186899999999994</c:v>
                </c:pt>
                <c:pt idx="1163">
                  <c:v>9.5990300000000008</c:v>
                </c:pt>
                <c:pt idx="1164">
                  <c:v>9.6121300000000005</c:v>
                </c:pt>
                <c:pt idx="1165">
                  <c:v>9.5448599999999999</c:v>
                </c:pt>
                <c:pt idx="1166">
                  <c:v>9.4617000000000004</c:v>
                </c:pt>
                <c:pt idx="1167">
                  <c:v>9.3892699999999998</c:v>
                </c:pt>
                <c:pt idx="1168">
                  <c:v>9.3542000000000005</c:v>
                </c:pt>
                <c:pt idx="1169">
                  <c:v>9.4453899999999997</c:v>
                </c:pt>
                <c:pt idx="1170">
                  <c:v>9.4758399999999998</c:v>
                </c:pt>
                <c:pt idx="1171">
                  <c:v>9.3640600000000003</c:v>
                </c:pt>
                <c:pt idx="1172">
                  <c:v>9.5170399999999997</c:v>
                </c:pt>
                <c:pt idx="1173">
                  <c:v>9.5892499999999998</c:v>
                </c:pt>
                <c:pt idx="1174">
                  <c:v>9.7762499999999992</c:v>
                </c:pt>
                <c:pt idx="1175">
                  <c:v>9.8642400000000006</c:v>
                </c:pt>
                <c:pt idx="1176">
                  <c:v>9.6744400000000006</c:v>
                </c:pt>
                <c:pt idx="1177">
                  <c:v>9.6986500000000007</c:v>
                </c:pt>
                <c:pt idx="1178">
                  <c:v>9.82212</c:v>
                </c:pt>
                <c:pt idx="1179">
                  <c:v>9.8552099999999996</c:v>
                </c:pt>
                <c:pt idx="1180">
                  <c:v>9.9688300000000005</c:v>
                </c:pt>
                <c:pt idx="1181">
                  <c:v>10.15184</c:v>
                </c:pt>
                <c:pt idx="1182">
                  <c:v>10.079179999999999</c:v>
                </c:pt>
                <c:pt idx="1183">
                  <c:v>9.9952799999999993</c:v>
                </c:pt>
                <c:pt idx="1184">
                  <c:v>9.9341899999999992</c:v>
                </c:pt>
                <c:pt idx="1185">
                  <c:v>9.9510199999999998</c:v>
                </c:pt>
                <c:pt idx="1186">
                  <c:v>9.9461700000000004</c:v>
                </c:pt>
                <c:pt idx="1187">
                  <c:v>9.8765599999999996</c:v>
                </c:pt>
                <c:pt idx="1188">
                  <c:v>9.6743600000000001</c:v>
                </c:pt>
                <c:pt idx="1189">
                  <c:v>9.6786499999999993</c:v>
                </c:pt>
                <c:pt idx="1190">
                  <c:v>9.6252999999999993</c:v>
                </c:pt>
                <c:pt idx="1191">
                  <c:v>9.7992799999999995</c:v>
                </c:pt>
                <c:pt idx="1192">
                  <c:v>9.7509800000000002</c:v>
                </c:pt>
                <c:pt idx="1193">
                  <c:v>9.75258</c:v>
                </c:pt>
                <c:pt idx="1194">
                  <c:v>9.8728899999999999</c:v>
                </c:pt>
                <c:pt idx="1195">
                  <c:v>9.8104800000000001</c:v>
                </c:pt>
                <c:pt idx="1196">
                  <c:v>9.8094599999999996</c:v>
                </c:pt>
                <c:pt idx="1197">
                  <c:v>9.7175799999999999</c:v>
                </c:pt>
                <c:pt idx="1198">
                  <c:v>9.7466000000000008</c:v>
                </c:pt>
                <c:pt idx="1199">
                  <c:v>9.7268899999999991</c:v>
                </c:pt>
                <c:pt idx="1200">
                  <c:v>9.7786799999999996</c:v>
                </c:pt>
                <c:pt idx="1201">
                  <c:v>9.8463200000000004</c:v>
                </c:pt>
                <c:pt idx="1202">
                  <c:v>9.9819700000000005</c:v>
                </c:pt>
                <c:pt idx="1203">
                  <c:v>9.9239899999999999</c:v>
                </c:pt>
                <c:pt idx="1204">
                  <c:v>9.9239899999999999</c:v>
                </c:pt>
                <c:pt idx="1205">
                  <c:v>9.9457299999999993</c:v>
                </c:pt>
                <c:pt idx="1206">
                  <c:v>10.028499999999999</c:v>
                </c:pt>
                <c:pt idx="1207">
                  <c:v>9.8828800000000001</c:v>
                </c:pt>
                <c:pt idx="1208">
                  <c:v>9.8017199999999995</c:v>
                </c:pt>
                <c:pt idx="1209">
                  <c:v>9.9096200000000003</c:v>
                </c:pt>
                <c:pt idx="1210">
                  <c:v>9.9434199999999997</c:v>
                </c:pt>
                <c:pt idx="1211">
                  <c:v>9.9648699999999995</c:v>
                </c:pt>
                <c:pt idx="1212">
                  <c:v>9.9884500000000003</c:v>
                </c:pt>
                <c:pt idx="1213">
                  <c:v>9.9791299999999996</c:v>
                </c:pt>
                <c:pt idx="1214">
                  <c:v>10.029059999999999</c:v>
                </c:pt>
                <c:pt idx="1215">
                  <c:v>10.00676</c:v>
                </c:pt>
                <c:pt idx="1216">
                  <c:v>9.8625299999999996</c:v>
                </c:pt>
                <c:pt idx="1217">
                  <c:v>9.7671899999999994</c:v>
                </c:pt>
                <c:pt idx="1218">
                  <c:v>9.8409499999999994</c:v>
                </c:pt>
                <c:pt idx="1219">
                  <c:v>9.8304100000000005</c:v>
                </c:pt>
                <c:pt idx="1220">
                  <c:v>9.8079699999999992</c:v>
                </c:pt>
                <c:pt idx="1221">
                  <c:v>9.7286999999999999</c:v>
                </c:pt>
                <c:pt idx="1222">
                  <c:v>9.7593599999999991</c:v>
                </c:pt>
                <c:pt idx="1223">
                  <c:v>9.7593599999999991</c:v>
                </c:pt>
                <c:pt idx="1224">
                  <c:v>9.5990500000000001</c:v>
                </c:pt>
                <c:pt idx="1225">
                  <c:v>9.6223600000000005</c:v>
                </c:pt>
                <c:pt idx="1226">
                  <c:v>9.4642300000000006</c:v>
                </c:pt>
                <c:pt idx="1227">
                  <c:v>9.4213400000000007</c:v>
                </c:pt>
                <c:pt idx="1228">
                  <c:v>9.4308999999999994</c:v>
                </c:pt>
                <c:pt idx="1229">
                  <c:v>9.3689</c:v>
                </c:pt>
                <c:pt idx="1230">
                  <c:v>9.4989699999999999</c:v>
                </c:pt>
                <c:pt idx="1231">
                  <c:v>9.6227400000000003</c:v>
                </c:pt>
                <c:pt idx="1232">
                  <c:v>9.5827299999999997</c:v>
                </c:pt>
                <c:pt idx="1233">
                  <c:v>9.4528599999999994</c:v>
                </c:pt>
                <c:pt idx="1234">
                  <c:v>9.5918799999999997</c:v>
                </c:pt>
                <c:pt idx="1235">
                  <c:v>9.6373999999999995</c:v>
                </c:pt>
                <c:pt idx="1236">
                  <c:v>9.6696100000000005</c:v>
                </c:pt>
                <c:pt idx="1237">
                  <c:v>9.7918900000000004</c:v>
                </c:pt>
                <c:pt idx="1238">
                  <c:v>9.8175799999999995</c:v>
                </c:pt>
                <c:pt idx="1239">
                  <c:v>9.8959700000000002</c:v>
                </c:pt>
                <c:pt idx="1240">
                  <c:v>9.8379799999999999</c:v>
                </c:pt>
                <c:pt idx="1241">
                  <c:v>9.9109700000000007</c:v>
                </c:pt>
                <c:pt idx="1242">
                  <c:v>9.9002700000000008</c:v>
                </c:pt>
                <c:pt idx="1243">
                  <c:v>9.7512399999999992</c:v>
                </c:pt>
                <c:pt idx="1244">
                  <c:v>9.8409200000000006</c:v>
                </c:pt>
                <c:pt idx="1245">
                  <c:v>9.8767499999999995</c:v>
                </c:pt>
                <c:pt idx="1246">
                  <c:v>9.8631799999999998</c:v>
                </c:pt>
                <c:pt idx="1247">
                  <c:v>9.9942899999999995</c:v>
                </c:pt>
                <c:pt idx="1248">
                  <c:v>10.0541</c:v>
                </c:pt>
                <c:pt idx="1249">
                  <c:v>10.0541</c:v>
                </c:pt>
                <c:pt idx="1250">
                  <c:v>10.056480000000001</c:v>
                </c:pt>
                <c:pt idx="1251">
                  <c:v>9.9851600000000005</c:v>
                </c:pt>
                <c:pt idx="1252">
                  <c:v>9.8834</c:v>
                </c:pt>
                <c:pt idx="1253">
                  <c:v>9.7955400000000008</c:v>
                </c:pt>
                <c:pt idx="1254">
                  <c:v>9.7901199999999999</c:v>
                </c:pt>
                <c:pt idx="1255">
                  <c:v>9.7224900000000005</c:v>
                </c:pt>
                <c:pt idx="1256">
                  <c:v>9.7080599999999997</c:v>
                </c:pt>
                <c:pt idx="1257">
                  <c:v>9.5898599999999998</c:v>
                </c:pt>
                <c:pt idx="1258">
                  <c:v>9.49756</c:v>
                </c:pt>
                <c:pt idx="1259">
                  <c:v>9.4414599999999993</c:v>
                </c:pt>
                <c:pt idx="1260">
                  <c:v>9.3322599999999998</c:v>
                </c:pt>
                <c:pt idx="1261">
                  <c:v>9.1137800000000002</c:v>
                </c:pt>
                <c:pt idx="1262">
                  <c:v>9.3282100000000003</c:v>
                </c:pt>
                <c:pt idx="1263">
                  <c:v>9.2619699999999998</c:v>
                </c:pt>
                <c:pt idx="1264">
                  <c:v>9.2619699999999998</c:v>
                </c:pt>
                <c:pt idx="1265">
                  <c:v>9.5129900000000003</c:v>
                </c:pt>
                <c:pt idx="1266">
                  <c:v>9.4703300000000006</c:v>
                </c:pt>
                <c:pt idx="1267">
                  <c:v>9.5871499999999994</c:v>
                </c:pt>
                <c:pt idx="1268">
                  <c:v>9.46814</c:v>
                </c:pt>
                <c:pt idx="1269">
                  <c:v>9.3215699999999995</c:v>
                </c:pt>
                <c:pt idx="1270">
                  <c:v>9.3935600000000008</c:v>
                </c:pt>
                <c:pt idx="1271">
                  <c:v>9.39588</c:v>
                </c:pt>
                <c:pt idx="1272">
                  <c:v>9.2609200000000005</c:v>
                </c:pt>
                <c:pt idx="1273">
                  <c:v>9.2163500000000003</c:v>
                </c:pt>
                <c:pt idx="1274">
                  <c:v>9.1596700000000002</c:v>
                </c:pt>
                <c:pt idx="1275">
                  <c:v>9.1498000000000008</c:v>
                </c:pt>
                <c:pt idx="1276">
                  <c:v>9.2029700000000005</c:v>
                </c:pt>
                <c:pt idx="1277">
                  <c:v>9.0398200000000006</c:v>
                </c:pt>
                <c:pt idx="1278">
                  <c:v>9.2041000000000004</c:v>
                </c:pt>
                <c:pt idx="1279">
                  <c:v>9.1523800000000008</c:v>
                </c:pt>
                <c:pt idx="1280">
                  <c:v>9.0764999999999993</c:v>
                </c:pt>
                <c:pt idx="1281">
                  <c:v>9.3527500000000003</c:v>
                </c:pt>
                <c:pt idx="1282">
                  <c:v>9.4497699999999991</c:v>
                </c:pt>
                <c:pt idx="1283">
                  <c:v>9.4497699999999991</c:v>
                </c:pt>
                <c:pt idx="1284">
                  <c:v>9.6525400000000001</c:v>
                </c:pt>
                <c:pt idx="1285">
                  <c:v>9.4920600000000004</c:v>
                </c:pt>
                <c:pt idx="1286">
                  <c:v>9.3706200000000006</c:v>
                </c:pt>
                <c:pt idx="1287">
                  <c:v>9.4837799999999994</c:v>
                </c:pt>
                <c:pt idx="1288">
                  <c:v>9.4482099999999996</c:v>
                </c:pt>
                <c:pt idx="1289">
                  <c:v>9.4470500000000008</c:v>
                </c:pt>
                <c:pt idx="1290">
                  <c:v>9.5554400000000008</c:v>
                </c:pt>
                <c:pt idx="1291">
                  <c:v>9.6485199999999995</c:v>
                </c:pt>
                <c:pt idx="1292">
                  <c:v>9.6860700000000008</c:v>
                </c:pt>
                <c:pt idx="1293">
                  <c:v>9.8199699999999996</c:v>
                </c:pt>
                <c:pt idx="1294">
                  <c:v>9.8308800000000005</c:v>
                </c:pt>
                <c:pt idx="1295">
                  <c:v>9.8286700000000007</c:v>
                </c:pt>
                <c:pt idx="1296">
                  <c:v>9.7599300000000007</c:v>
                </c:pt>
                <c:pt idx="1297">
                  <c:v>9.7599300000000007</c:v>
                </c:pt>
                <c:pt idx="1298">
                  <c:v>9.8208400000000005</c:v>
                </c:pt>
                <c:pt idx="1299">
                  <c:v>9.8138400000000008</c:v>
                </c:pt>
                <c:pt idx="1300">
                  <c:v>9.8736099999999993</c:v>
                </c:pt>
                <c:pt idx="1301">
                  <c:v>9.8432099999999991</c:v>
                </c:pt>
                <c:pt idx="1302">
                  <c:v>9.8288899999999995</c:v>
                </c:pt>
                <c:pt idx="1303">
                  <c:v>9.9499499999999994</c:v>
                </c:pt>
                <c:pt idx="1304">
                  <c:v>9.8295399999999997</c:v>
                </c:pt>
                <c:pt idx="1305">
                  <c:v>9.7561999999999998</c:v>
                </c:pt>
                <c:pt idx="1306">
                  <c:v>9.9402299999999997</c:v>
                </c:pt>
                <c:pt idx="1307">
                  <c:v>10.09024</c:v>
                </c:pt>
                <c:pt idx="1308">
                  <c:v>9.8287399999999998</c:v>
                </c:pt>
                <c:pt idx="1309">
                  <c:v>9.8604500000000002</c:v>
                </c:pt>
                <c:pt idx="1310">
                  <c:v>9.8942800000000002</c:v>
                </c:pt>
                <c:pt idx="1311">
                  <c:v>9.9382099999999998</c:v>
                </c:pt>
                <c:pt idx="1312">
                  <c:v>10.041029999999999</c:v>
                </c:pt>
                <c:pt idx="1313">
                  <c:v>10.06611</c:v>
                </c:pt>
                <c:pt idx="1314">
                  <c:v>9.9357000000000006</c:v>
                </c:pt>
                <c:pt idx="1315">
                  <c:v>9.94848</c:v>
                </c:pt>
                <c:pt idx="1316">
                  <c:v>10.02342</c:v>
                </c:pt>
                <c:pt idx="1317">
                  <c:v>10.025589999999999</c:v>
                </c:pt>
                <c:pt idx="1318">
                  <c:v>10.043010000000001</c:v>
                </c:pt>
                <c:pt idx="1319">
                  <c:v>10.064489999999999</c:v>
                </c:pt>
                <c:pt idx="1320">
                  <c:v>10.05945</c:v>
                </c:pt>
                <c:pt idx="1321">
                  <c:v>10.19838</c:v>
                </c:pt>
                <c:pt idx="1322">
                  <c:v>10.239839999999999</c:v>
                </c:pt>
                <c:pt idx="1323">
                  <c:v>10.283160000000001</c:v>
                </c:pt>
                <c:pt idx="1324">
                  <c:v>10.283160000000001</c:v>
                </c:pt>
                <c:pt idx="1325">
                  <c:v>10.283160000000001</c:v>
                </c:pt>
                <c:pt idx="1326">
                  <c:v>10.283160000000001</c:v>
                </c:pt>
                <c:pt idx="1327">
                  <c:v>10.055260000000001</c:v>
                </c:pt>
                <c:pt idx="1328">
                  <c:v>10.11952</c:v>
                </c:pt>
                <c:pt idx="1329">
                  <c:v>10.11952</c:v>
                </c:pt>
                <c:pt idx="1330">
                  <c:v>10.217779999999999</c:v>
                </c:pt>
                <c:pt idx="1331">
                  <c:v>10.28487</c:v>
                </c:pt>
                <c:pt idx="1332">
                  <c:v>10.44659</c:v>
                </c:pt>
                <c:pt idx="1333">
                  <c:v>10.58892</c:v>
                </c:pt>
                <c:pt idx="1334">
                  <c:v>10.65578</c:v>
                </c:pt>
                <c:pt idx="1335">
                  <c:v>10.469440000000001</c:v>
                </c:pt>
                <c:pt idx="1336">
                  <c:v>10.369020000000001</c:v>
                </c:pt>
                <c:pt idx="1337">
                  <c:v>10.349080000000001</c:v>
                </c:pt>
                <c:pt idx="1338">
                  <c:v>10.44383</c:v>
                </c:pt>
                <c:pt idx="1339">
                  <c:v>10.599500000000001</c:v>
                </c:pt>
                <c:pt idx="1340">
                  <c:v>10.54711</c:v>
                </c:pt>
                <c:pt idx="1341">
                  <c:v>10.593450000000001</c:v>
                </c:pt>
                <c:pt idx="1342">
                  <c:v>10.54252</c:v>
                </c:pt>
                <c:pt idx="1343">
                  <c:v>10.380570000000001</c:v>
                </c:pt>
                <c:pt idx="1344">
                  <c:v>10.53853</c:v>
                </c:pt>
                <c:pt idx="1345">
                  <c:v>10.52331</c:v>
                </c:pt>
                <c:pt idx="1346">
                  <c:v>10.73319</c:v>
                </c:pt>
                <c:pt idx="1347">
                  <c:v>10.65141</c:v>
                </c:pt>
                <c:pt idx="1348">
                  <c:v>10.51464</c:v>
                </c:pt>
                <c:pt idx="1349">
                  <c:v>10.58276</c:v>
                </c:pt>
                <c:pt idx="1350">
                  <c:v>10.56044</c:v>
                </c:pt>
                <c:pt idx="1351">
                  <c:v>10.587960000000001</c:v>
                </c:pt>
                <c:pt idx="1352">
                  <c:v>10.58733</c:v>
                </c:pt>
                <c:pt idx="1353">
                  <c:v>10.574490000000001</c:v>
                </c:pt>
                <c:pt idx="1354">
                  <c:v>10.574490000000001</c:v>
                </c:pt>
                <c:pt idx="1355">
                  <c:v>10.71899</c:v>
                </c:pt>
                <c:pt idx="1356">
                  <c:v>10.62922</c:v>
                </c:pt>
                <c:pt idx="1357">
                  <c:v>10.69692</c:v>
                </c:pt>
                <c:pt idx="1358">
                  <c:v>10.81635</c:v>
                </c:pt>
                <c:pt idx="1359">
                  <c:v>10.866099999999999</c:v>
                </c:pt>
                <c:pt idx="1360">
                  <c:v>10.85744</c:v>
                </c:pt>
                <c:pt idx="1361">
                  <c:v>10.80434</c:v>
                </c:pt>
                <c:pt idx="1362">
                  <c:v>10.935930000000001</c:v>
                </c:pt>
                <c:pt idx="1363">
                  <c:v>10.935930000000001</c:v>
                </c:pt>
                <c:pt idx="1364">
                  <c:v>10.98554</c:v>
                </c:pt>
                <c:pt idx="1365">
                  <c:v>11.028449999999999</c:v>
                </c:pt>
                <c:pt idx="1366">
                  <c:v>10.98414</c:v>
                </c:pt>
                <c:pt idx="1367">
                  <c:v>11.04227</c:v>
                </c:pt>
                <c:pt idx="1368">
                  <c:v>11.19187</c:v>
                </c:pt>
                <c:pt idx="1369">
                  <c:v>11.16961</c:v>
                </c:pt>
                <c:pt idx="1370">
                  <c:v>11.26258</c:v>
                </c:pt>
                <c:pt idx="1371">
                  <c:v>11.34441</c:v>
                </c:pt>
                <c:pt idx="1372">
                  <c:v>11.366479999999999</c:v>
                </c:pt>
                <c:pt idx="1373">
                  <c:v>11.481669999999999</c:v>
                </c:pt>
                <c:pt idx="1374">
                  <c:v>11.226039999999999</c:v>
                </c:pt>
                <c:pt idx="1375">
                  <c:v>11.103120000000001</c:v>
                </c:pt>
                <c:pt idx="1376">
                  <c:v>11.08244</c:v>
                </c:pt>
                <c:pt idx="1377">
                  <c:v>11.07715</c:v>
                </c:pt>
                <c:pt idx="1378">
                  <c:v>11.05958</c:v>
                </c:pt>
                <c:pt idx="1379">
                  <c:v>11.286300000000001</c:v>
                </c:pt>
                <c:pt idx="1380">
                  <c:v>11.27826</c:v>
                </c:pt>
                <c:pt idx="1381">
                  <c:v>11.27826</c:v>
                </c:pt>
                <c:pt idx="1382">
                  <c:v>11.41982</c:v>
                </c:pt>
                <c:pt idx="1383">
                  <c:v>11.50991</c:v>
                </c:pt>
                <c:pt idx="1384">
                  <c:v>11.34816</c:v>
                </c:pt>
                <c:pt idx="1385">
                  <c:v>11.355700000000001</c:v>
                </c:pt>
                <c:pt idx="1386">
                  <c:v>11.44792</c:v>
                </c:pt>
                <c:pt idx="1387">
                  <c:v>11.260120000000001</c:v>
                </c:pt>
                <c:pt idx="1388">
                  <c:v>11.317869999999999</c:v>
                </c:pt>
                <c:pt idx="1389">
                  <c:v>11.09512</c:v>
                </c:pt>
                <c:pt idx="1390">
                  <c:v>11.09558</c:v>
                </c:pt>
                <c:pt idx="1391">
                  <c:v>11.045629999999999</c:v>
                </c:pt>
                <c:pt idx="1392">
                  <c:v>11.153119999999999</c:v>
                </c:pt>
                <c:pt idx="1393">
                  <c:v>11.017150000000001</c:v>
                </c:pt>
                <c:pt idx="1394">
                  <c:v>11.108930000000001</c:v>
                </c:pt>
                <c:pt idx="1395">
                  <c:v>11.23446</c:v>
                </c:pt>
                <c:pt idx="1396">
                  <c:v>11.078849999999999</c:v>
                </c:pt>
                <c:pt idx="1397">
                  <c:v>11.0708</c:v>
                </c:pt>
                <c:pt idx="1398">
                  <c:v>11.12612</c:v>
                </c:pt>
                <c:pt idx="1399">
                  <c:v>11.007389999999999</c:v>
                </c:pt>
                <c:pt idx="1400">
                  <c:v>10.77177</c:v>
                </c:pt>
                <c:pt idx="1401">
                  <c:v>10.655559999999999</c:v>
                </c:pt>
                <c:pt idx="1402">
                  <c:v>10.673780000000001</c:v>
                </c:pt>
                <c:pt idx="1403">
                  <c:v>10.46772</c:v>
                </c:pt>
                <c:pt idx="1404">
                  <c:v>10.58947</c:v>
                </c:pt>
                <c:pt idx="1405">
                  <c:v>10.60699</c:v>
                </c:pt>
                <c:pt idx="1406">
                  <c:v>10.79021</c:v>
                </c:pt>
                <c:pt idx="1407">
                  <c:v>10.56357</c:v>
                </c:pt>
                <c:pt idx="1408">
                  <c:v>10.505800000000001</c:v>
                </c:pt>
                <c:pt idx="1409">
                  <c:v>10.505800000000001</c:v>
                </c:pt>
                <c:pt idx="1410">
                  <c:v>10.75835</c:v>
                </c:pt>
                <c:pt idx="1411">
                  <c:v>10.693630000000001</c:v>
                </c:pt>
                <c:pt idx="1412">
                  <c:v>10.95701</c:v>
                </c:pt>
                <c:pt idx="1413">
                  <c:v>10.95701</c:v>
                </c:pt>
                <c:pt idx="1414">
                  <c:v>10.95701</c:v>
                </c:pt>
                <c:pt idx="1415">
                  <c:v>10.978249999999999</c:v>
                </c:pt>
                <c:pt idx="1416">
                  <c:v>10.722530000000001</c:v>
                </c:pt>
                <c:pt idx="1417">
                  <c:v>10.73174</c:v>
                </c:pt>
                <c:pt idx="1418">
                  <c:v>10.77482</c:v>
                </c:pt>
                <c:pt idx="1419">
                  <c:v>10.725519999999999</c:v>
                </c:pt>
                <c:pt idx="1420">
                  <c:v>10.750209999999999</c:v>
                </c:pt>
                <c:pt idx="1421">
                  <c:v>10.87856</c:v>
                </c:pt>
                <c:pt idx="1422">
                  <c:v>10.904680000000001</c:v>
                </c:pt>
                <c:pt idx="1423">
                  <c:v>10.908950000000001</c:v>
                </c:pt>
                <c:pt idx="1424">
                  <c:v>10.96336</c:v>
                </c:pt>
                <c:pt idx="1425">
                  <c:v>10.92896</c:v>
                </c:pt>
                <c:pt idx="1426">
                  <c:v>10.81692</c:v>
                </c:pt>
                <c:pt idx="1427">
                  <c:v>10.862970000000001</c:v>
                </c:pt>
                <c:pt idx="1428">
                  <c:v>10.81819</c:v>
                </c:pt>
                <c:pt idx="1429">
                  <c:v>10.91676</c:v>
                </c:pt>
                <c:pt idx="1430">
                  <c:v>10.9217</c:v>
                </c:pt>
                <c:pt idx="1431">
                  <c:v>10.771369999999999</c:v>
                </c:pt>
                <c:pt idx="1432">
                  <c:v>10.75501</c:v>
                </c:pt>
                <c:pt idx="1433">
                  <c:v>10.90005</c:v>
                </c:pt>
                <c:pt idx="1434">
                  <c:v>11.093159999999999</c:v>
                </c:pt>
                <c:pt idx="1435">
                  <c:v>11.14317</c:v>
                </c:pt>
                <c:pt idx="1436">
                  <c:v>10.88951</c:v>
                </c:pt>
                <c:pt idx="1437">
                  <c:v>10.96759</c:v>
                </c:pt>
                <c:pt idx="1438">
                  <c:v>10.88926</c:v>
                </c:pt>
                <c:pt idx="1439">
                  <c:v>10.973179999999999</c:v>
                </c:pt>
                <c:pt idx="1440">
                  <c:v>10.92578</c:v>
                </c:pt>
                <c:pt idx="1441">
                  <c:v>10.946020000000001</c:v>
                </c:pt>
                <c:pt idx="1442">
                  <c:v>10.784890000000001</c:v>
                </c:pt>
                <c:pt idx="1443">
                  <c:v>10.78331</c:v>
                </c:pt>
                <c:pt idx="1444">
                  <c:v>10.558210000000001</c:v>
                </c:pt>
                <c:pt idx="1445">
                  <c:v>10.62989</c:v>
                </c:pt>
                <c:pt idx="1446">
                  <c:v>10.67329</c:v>
                </c:pt>
                <c:pt idx="1447">
                  <c:v>10.60097</c:v>
                </c:pt>
                <c:pt idx="1448">
                  <c:v>10.556749999999999</c:v>
                </c:pt>
                <c:pt idx="1449">
                  <c:v>10.59801</c:v>
                </c:pt>
                <c:pt idx="1450">
                  <c:v>10.790419999999999</c:v>
                </c:pt>
                <c:pt idx="1451">
                  <c:v>10.80179</c:v>
                </c:pt>
                <c:pt idx="1452">
                  <c:v>10.747809999999999</c:v>
                </c:pt>
                <c:pt idx="1453">
                  <c:v>10.815289999999999</c:v>
                </c:pt>
                <c:pt idx="1454">
                  <c:v>10.82869</c:v>
                </c:pt>
                <c:pt idx="1455">
                  <c:v>10.97147</c:v>
                </c:pt>
                <c:pt idx="1456">
                  <c:v>11.040240000000001</c:v>
                </c:pt>
                <c:pt idx="1457">
                  <c:v>11.183630000000001</c:v>
                </c:pt>
                <c:pt idx="1458">
                  <c:v>11.15737</c:v>
                </c:pt>
                <c:pt idx="1459">
                  <c:v>11.101290000000001</c:v>
                </c:pt>
                <c:pt idx="1460">
                  <c:v>11.17952</c:v>
                </c:pt>
                <c:pt idx="1461">
                  <c:v>11.21949</c:v>
                </c:pt>
                <c:pt idx="1462">
                  <c:v>11.51643</c:v>
                </c:pt>
                <c:pt idx="1463">
                  <c:v>11.38048</c:v>
                </c:pt>
                <c:pt idx="1464">
                  <c:v>11.38048</c:v>
                </c:pt>
                <c:pt idx="1465">
                  <c:v>11.3794</c:v>
                </c:pt>
                <c:pt idx="1466">
                  <c:v>11.57089</c:v>
                </c:pt>
                <c:pt idx="1467">
                  <c:v>11.29787</c:v>
                </c:pt>
                <c:pt idx="1468">
                  <c:v>11.25067</c:v>
                </c:pt>
                <c:pt idx="1469">
                  <c:v>11.139480000000001</c:v>
                </c:pt>
                <c:pt idx="1470">
                  <c:v>11.243600000000001</c:v>
                </c:pt>
                <c:pt idx="1471">
                  <c:v>11.25836</c:v>
                </c:pt>
                <c:pt idx="1472">
                  <c:v>10.84769</c:v>
                </c:pt>
                <c:pt idx="1473">
                  <c:v>10.81371</c:v>
                </c:pt>
                <c:pt idx="1474">
                  <c:v>11.042999999999999</c:v>
                </c:pt>
                <c:pt idx="1475">
                  <c:v>11.083069999999999</c:v>
                </c:pt>
                <c:pt idx="1476">
                  <c:v>11.433450000000001</c:v>
                </c:pt>
                <c:pt idx="1477">
                  <c:v>11.114940000000001</c:v>
                </c:pt>
                <c:pt idx="1478">
                  <c:v>10.63922</c:v>
                </c:pt>
                <c:pt idx="1479">
                  <c:v>9.48367</c:v>
                </c:pt>
                <c:pt idx="1480">
                  <c:v>10.311820000000001</c:v>
                </c:pt>
                <c:pt idx="1481">
                  <c:v>10.42642</c:v>
                </c:pt>
                <c:pt idx="1482">
                  <c:v>10.290929999999999</c:v>
                </c:pt>
                <c:pt idx="1483">
                  <c:v>10.421659999999999</c:v>
                </c:pt>
                <c:pt idx="1484">
                  <c:v>10.421659999999999</c:v>
                </c:pt>
                <c:pt idx="1485">
                  <c:v>10.7377</c:v>
                </c:pt>
                <c:pt idx="1486">
                  <c:v>10.841100000000001</c:v>
                </c:pt>
                <c:pt idx="1487">
                  <c:v>10.76342</c:v>
                </c:pt>
                <c:pt idx="1488">
                  <c:v>11.18473</c:v>
                </c:pt>
                <c:pt idx="1489">
                  <c:v>11.13092</c:v>
                </c:pt>
                <c:pt idx="1490">
                  <c:v>11.329230000000001</c:v>
                </c:pt>
                <c:pt idx="1491">
                  <c:v>11.3292</c:v>
                </c:pt>
                <c:pt idx="1492">
                  <c:v>11.26577</c:v>
                </c:pt>
                <c:pt idx="1493">
                  <c:v>11.43956</c:v>
                </c:pt>
                <c:pt idx="1494">
                  <c:v>11.35249</c:v>
                </c:pt>
                <c:pt idx="1495">
                  <c:v>11.45213</c:v>
                </c:pt>
                <c:pt idx="1496">
                  <c:v>11.471109999999999</c:v>
                </c:pt>
                <c:pt idx="1497">
                  <c:v>11.45829</c:v>
                </c:pt>
                <c:pt idx="1498">
                  <c:v>11.44754</c:v>
                </c:pt>
                <c:pt idx="1499">
                  <c:v>11.421989999999999</c:v>
                </c:pt>
                <c:pt idx="1500">
                  <c:v>11.56495</c:v>
                </c:pt>
                <c:pt idx="1501">
                  <c:v>11.2409</c:v>
                </c:pt>
                <c:pt idx="1502">
                  <c:v>11.21339</c:v>
                </c:pt>
                <c:pt idx="1503">
                  <c:v>11.17586</c:v>
                </c:pt>
                <c:pt idx="1504">
                  <c:v>11.06058</c:v>
                </c:pt>
                <c:pt idx="1505">
                  <c:v>11.060600000000001</c:v>
                </c:pt>
                <c:pt idx="1506">
                  <c:v>10.912929999999999</c:v>
                </c:pt>
                <c:pt idx="1507">
                  <c:v>11.155379999999999</c:v>
                </c:pt>
                <c:pt idx="1508">
                  <c:v>11.194470000000001</c:v>
                </c:pt>
                <c:pt idx="1509">
                  <c:v>11.20801</c:v>
                </c:pt>
                <c:pt idx="1510">
                  <c:v>11.02549</c:v>
                </c:pt>
                <c:pt idx="1511">
                  <c:v>11.05503</c:v>
                </c:pt>
                <c:pt idx="1512">
                  <c:v>11.21189</c:v>
                </c:pt>
                <c:pt idx="1513">
                  <c:v>11.281560000000001</c:v>
                </c:pt>
                <c:pt idx="1514">
                  <c:v>11.313040000000001</c:v>
                </c:pt>
                <c:pt idx="1515">
                  <c:v>11.371119999999999</c:v>
                </c:pt>
                <c:pt idx="1516">
                  <c:v>11.25393</c:v>
                </c:pt>
                <c:pt idx="1517">
                  <c:v>11.53317</c:v>
                </c:pt>
                <c:pt idx="1518">
                  <c:v>11.840400000000001</c:v>
                </c:pt>
                <c:pt idx="1519">
                  <c:v>11.336169999999999</c:v>
                </c:pt>
                <c:pt idx="1520">
                  <c:v>11.504429999999999</c:v>
                </c:pt>
                <c:pt idx="1521">
                  <c:v>11.141299999999999</c:v>
                </c:pt>
                <c:pt idx="1522">
                  <c:v>11.236700000000001</c:v>
                </c:pt>
                <c:pt idx="1523">
                  <c:v>11.10364</c:v>
                </c:pt>
                <c:pt idx="1524">
                  <c:v>11.37815</c:v>
                </c:pt>
                <c:pt idx="1525">
                  <c:v>11.196440000000001</c:v>
                </c:pt>
                <c:pt idx="1526">
                  <c:v>11.15375</c:v>
                </c:pt>
                <c:pt idx="1527">
                  <c:v>11.211679999999999</c:v>
                </c:pt>
                <c:pt idx="1528">
                  <c:v>11.186669999999999</c:v>
                </c:pt>
                <c:pt idx="1529">
                  <c:v>11.117279999999999</c:v>
                </c:pt>
                <c:pt idx="1530">
                  <c:v>11.21711</c:v>
                </c:pt>
                <c:pt idx="1531">
                  <c:v>11.048080000000001</c:v>
                </c:pt>
                <c:pt idx="1532">
                  <c:v>11.002660000000001</c:v>
                </c:pt>
                <c:pt idx="1533">
                  <c:v>11.0694</c:v>
                </c:pt>
                <c:pt idx="1534">
                  <c:v>10.955109999999999</c:v>
                </c:pt>
                <c:pt idx="1535">
                  <c:v>10.803850000000001</c:v>
                </c:pt>
                <c:pt idx="1536">
                  <c:v>10.62304</c:v>
                </c:pt>
                <c:pt idx="1537">
                  <c:v>10.703860000000001</c:v>
                </c:pt>
                <c:pt idx="1538">
                  <c:v>10.601850000000001</c:v>
                </c:pt>
                <c:pt idx="1539">
                  <c:v>10.695930000000001</c:v>
                </c:pt>
                <c:pt idx="1540">
                  <c:v>10.78619</c:v>
                </c:pt>
                <c:pt idx="1541">
                  <c:v>10.89527</c:v>
                </c:pt>
                <c:pt idx="1542">
                  <c:v>10.91151</c:v>
                </c:pt>
                <c:pt idx="1543">
                  <c:v>10.643409999999999</c:v>
                </c:pt>
                <c:pt idx="1544">
                  <c:v>10.706429999999999</c:v>
                </c:pt>
                <c:pt idx="1545">
                  <c:v>10.82099</c:v>
                </c:pt>
                <c:pt idx="1546">
                  <c:v>10.8392</c:v>
                </c:pt>
                <c:pt idx="1547">
                  <c:v>11.047280000000001</c:v>
                </c:pt>
                <c:pt idx="1548">
                  <c:v>11.075850000000001</c:v>
                </c:pt>
                <c:pt idx="1549">
                  <c:v>10.97532</c:v>
                </c:pt>
                <c:pt idx="1550">
                  <c:v>10.91398</c:v>
                </c:pt>
                <c:pt idx="1551">
                  <c:v>10.71804</c:v>
                </c:pt>
                <c:pt idx="1552">
                  <c:v>10.6797</c:v>
                </c:pt>
                <c:pt idx="1553">
                  <c:v>10.831160000000001</c:v>
                </c:pt>
                <c:pt idx="1554">
                  <c:v>10.70955</c:v>
                </c:pt>
                <c:pt idx="1555">
                  <c:v>10.780189999999999</c:v>
                </c:pt>
                <c:pt idx="1556">
                  <c:v>10.69289</c:v>
                </c:pt>
                <c:pt idx="1557">
                  <c:v>10.67459</c:v>
                </c:pt>
                <c:pt idx="1558">
                  <c:v>10.7021</c:v>
                </c:pt>
                <c:pt idx="1559">
                  <c:v>10.834070000000001</c:v>
                </c:pt>
                <c:pt idx="1560">
                  <c:v>10.781319999999999</c:v>
                </c:pt>
                <c:pt idx="1561">
                  <c:v>10.870810000000001</c:v>
                </c:pt>
                <c:pt idx="1562">
                  <c:v>10.905810000000001</c:v>
                </c:pt>
                <c:pt idx="1563">
                  <c:v>11.011290000000001</c:v>
                </c:pt>
                <c:pt idx="1564">
                  <c:v>11.164210000000001</c:v>
                </c:pt>
                <c:pt idx="1565">
                  <c:v>11.36271</c:v>
                </c:pt>
                <c:pt idx="1566">
                  <c:v>11.246869999999999</c:v>
                </c:pt>
                <c:pt idx="1567">
                  <c:v>11.25665</c:v>
                </c:pt>
                <c:pt idx="1568">
                  <c:v>11.19824</c:v>
                </c:pt>
                <c:pt idx="1569">
                  <c:v>11.122210000000001</c:v>
                </c:pt>
                <c:pt idx="1570">
                  <c:v>11.100849999999999</c:v>
                </c:pt>
                <c:pt idx="1571">
                  <c:v>11.103149999999999</c:v>
                </c:pt>
                <c:pt idx="1572">
                  <c:v>11.22673</c:v>
                </c:pt>
                <c:pt idx="1573">
                  <c:v>11.003170000000001</c:v>
                </c:pt>
                <c:pt idx="1574">
                  <c:v>10.93914</c:v>
                </c:pt>
                <c:pt idx="1575">
                  <c:v>10.95956</c:v>
                </c:pt>
                <c:pt idx="1576">
                  <c:v>10.88017</c:v>
                </c:pt>
                <c:pt idx="1577">
                  <c:v>10.58188</c:v>
                </c:pt>
                <c:pt idx="1578">
                  <c:v>10.64334</c:v>
                </c:pt>
                <c:pt idx="1579">
                  <c:v>10.673690000000001</c:v>
                </c:pt>
                <c:pt idx="1580">
                  <c:v>10.666840000000001</c:v>
                </c:pt>
                <c:pt idx="1581">
                  <c:v>10.71448</c:v>
                </c:pt>
                <c:pt idx="1582">
                  <c:v>10.790839999999999</c:v>
                </c:pt>
                <c:pt idx="1583">
                  <c:v>10.950060000000001</c:v>
                </c:pt>
                <c:pt idx="1584">
                  <c:v>10.92014</c:v>
                </c:pt>
                <c:pt idx="1585">
                  <c:v>10.904870000000001</c:v>
                </c:pt>
                <c:pt idx="1586">
                  <c:v>10.91666</c:v>
                </c:pt>
                <c:pt idx="1587">
                  <c:v>10.891030000000001</c:v>
                </c:pt>
                <c:pt idx="1588">
                  <c:v>10.918749999999999</c:v>
                </c:pt>
                <c:pt idx="1589">
                  <c:v>10.781409999999999</c:v>
                </c:pt>
                <c:pt idx="1590">
                  <c:v>10.91344</c:v>
                </c:pt>
                <c:pt idx="1591">
                  <c:v>10.800560000000001</c:v>
                </c:pt>
                <c:pt idx="1592">
                  <c:v>10.680149999999999</c:v>
                </c:pt>
                <c:pt idx="1593">
                  <c:v>10.61016</c:v>
                </c:pt>
                <c:pt idx="1594">
                  <c:v>10.633089999999999</c:v>
                </c:pt>
                <c:pt idx="1595">
                  <c:v>10.45173</c:v>
                </c:pt>
                <c:pt idx="1596">
                  <c:v>10.59305</c:v>
                </c:pt>
                <c:pt idx="1597">
                  <c:v>10.66929</c:v>
                </c:pt>
                <c:pt idx="1598">
                  <c:v>10.55791</c:v>
                </c:pt>
                <c:pt idx="1599">
                  <c:v>10.72303</c:v>
                </c:pt>
                <c:pt idx="1600">
                  <c:v>10.74583</c:v>
                </c:pt>
                <c:pt idx="1601">
                  <c:v>10.78059</c:v>
                </c:pt>
                <c:pt idx="1602">
                  <c:v>10.90019</c:v>
                </c:pt>
                <c:pt idx="1603">
                  <c:v>10.90245</c:v>
                </c:pt>
                <c:pt idx="1604">
                  <c:v>11.01695</c:v>
                </c:pt>
                <c:pt idx="1605">
                  <c:v>10.902139999999999</c:v>
                </c:pt>
                <c:pt idx="1606">
                  <c:v>11.025460000000001</c:v>
                </c:pt>
                <c:pt idx="1607">
                  <c:v>11.092370000000001</c:v>
                </c:pt>
                <c:pt idx="1608">
                  <c:v>11.09609</c:v>
                </c:pt>
                <c:pt idx="1609">
                  <c:v>10.81738</c:v>
                </c:pt>
                <c:pt idx="1610">
                  <c:v>10.92718</c:v>
                </c:pt>
                <c:pt idx="1611">
                  <c:v>11.10505</c:v>
                </c:pt>
                <c:pt idx="1612">
                  <c:v>11.153790000000001</c:v>
                </c:pt>
                <c:pt idx="1613">
                  <c:v>11.10089</c:v>
                </c:pt>
                <c:pt idx="1614">
                  <c:v>11.05958</c:v>
                </c:pt>
                <c:pt idx="1615">
                  <c:v>11.02328</c:v>
                </c:pt>
                <c:pt idx="1616">
                  <c:v>10.88273</c:v>
                </c:pt>
                <c:pt idx="1617">
                  <c:v>11.109159999999999</c:v>
                </c:pt>
                <c:pt idx="1618">
                  <c:v>11.15192</c:v>
                </c:pt>
                <c:pt idx="1619">
                  <c:v>11.26614</c:v>
                </c:pt>
                <c:pt idx="1620">
                  <c:v>11.25901</c:v>
                </c:pt>
                <c:pt idx="1621">
                  <c:v>11.239039999999999</c:v>
                </c:pt>
                <c:pt idx="1622">
                  <c:v>11.272030000000001</c:v>
                </c:pt>
                <c:pt idx="1623">
                  <c:v>11.300739999999999</c:v>
                </c:pt>
                <c:pt idx="1624">
                  <c:v>11.27355</c:v>
                </c:pt>
                <c:pt idx="1625">
                  <c:v>11.257009999999999</c:v>
                </c:pt>
                <c:pt idx="1626">
                  <c:v>11.218</c:v>
                </c:pt>
                <c:pt idx="1627">
                  <c:v>11.23625</c:v>
                </c:pt>
                <c:pt idx="1628">
                  <c:v>10.96053</c:v>
                </c:pt>
                <c:pt idx="1629">
                  <c:v>11.176690000000001</c:v>
                </c:pt>
                <c:pt idx="1630">
                  <c:v>11.194179999999999</c:v>
                </c:pt>
                <c:pt idx="1631">
                  <c:v>11.21016</c:v>
                </c:pt>
                <c:pt idx="1632">
                  <c:v>11.42047</c:v>
                </c:pt>
                <c:pt idx="1633">
                  <c:v>11.242979999999999</c:v>
                </c:pt>
                <c:pt idx="1634">
                  <c:v>11.238289999999999</c:v>
                </c:pt>
                <c:pt idx="1635">
                  <c:v>11.10853</c:v>
                </c:pt>
                <c:pt idx="1636">
                  <c:v>11.13325</c:v>
                </c:pt>
                <c:pt idx="1637">
                  <c:v>11.180490000000001</c:v>
                </c:pt>
                <c:pt idx="1638">
                  <c:v>11.19162</c:v>
                </c:pt>
                <c:pt idx="1639">
                  <c:v>11.28501</c:v>
                </c:pt>
                <c:pt idx="1640">
                  <c:v>11.42521</c:v>
                </c:pt>
                <c:pt idx="1641">
                  <c:v>11.41793</c:v>
                </c:pt>
                <c:pt idx="1642">
                  <c:v>11.506959999999999</c:v>
                </c:pt>
                <c:pt idx="1643">
                  <c:v>11.509779999999999</c:v>
                </c:pt>
                <c:pt idx="1644">
                  <c:v>11.352830000000001</c:v>
                </c:pt>
                <c:pt idx="1645">
                  <c:v>11.44581</c:v>
                </c:pt>
                <c:pt idx="1646">
                  <c:v>11.462630000000001</c:v>
                </c:pt>
                <c:pt idx="1647">
                  <c:v>11.411720000000001</c:v>
                </c:pt>
                <c:pt idx="1648">
                  <c:v>11.251099999999999</c:v>
                </c:pt>
                <c:pt idx="1649">
                  <c:v>10.82892</c:v>
                </c:pt>
                <c:pt idx="1650">
                  <c:v>10.877090000000001</c:v>
                </c:pt>
                <c:pt idx="1651">
                  <c:v>10.79392</c:v>
                </c:pt>
                <c:pt idx="1652">
                  <c:v>10.719849999999999</c:v>
                </c:pt>
                <c:pt idx="1653">
                  <c:v>10.31837</c:v>
                </c:pt>
                <c:pt idx="1654">
                  <c:v>9.4134499999999992</c:v>
                </c:pt>
                <c:pt idx="1655">
                  <c:v>10.11922</c:v>
                </c:pt>
                <c:pt idx="1656">
                  <c:v>9.8512799999999991</c:v>
                </c:pt>
                <c:pt idx="1657">
                  <c:v>10.7288</c:v>
                </c:pt>
                <c:pt idx="1658">
                  <c:v>10.42184</c:v>
                </c:pt>
                <c:pt idx="1659">
                  <c:v>10.55467</c:v>
                </c:pt>
                <c:pt idx="1660">
                  <c:v>10.69331</c:v>
                </c:pt>
                <c:pt idx="1661">
                  <c:v>10.65742</c:v>
                </c:pt>
                <c:pt idx="1662">
                  <c:v>10.81227</c:v>
                </c:pt>
                <c:pt idx="1663">
                  <c:v>10.94162</c:v>
                </c:pt>
                <c:pt idx="1664">
                  <c:v>10.89687</c:v>
                </c:pt>
                <c:pt idx="1665">
                  <c:v>10.8581</c:v>
                </c:pt>
                <c:pt idx="1666">
                  <c:v>10.977359999999999</c:v>
                </c:pt>
                <c:pt idx="1667">
                  <c:v>11.070180000000001</c:v>
                </c:pt>
                <c:pt idx="1668">
                  <c:v>11.156129999999999</c:v>
                </c:pt>
                <c:pt idx="1669">
                  <c:v>11.370749999999999</c:v>
                </c:pt>
                <c:pt idx="1670">
                  <c:v>11.39396</c:v>
                </c:pt>
                <c:pt idx="1671">
                  <c:v>11.418329999999999</c:v>
                </c:pt>
                <c:pt idx="1672">
                  <c:v>11.27843</c:v>
                </c:pt>
                <c:pt idx="1673">
                  <c:v>11.37893</c:v>
                </c:pt>
                <c:pt idx="1674">
                  <c:v>11.41919</c:v>
                </c:pt>
                <c:pt idx="1675">
                  <c:v>11.53439</c:v>
                </c:pt>
                <c:pt idx="1676">
                  <c:v>11.506550000000001</c:v>
                </c:pt>
                <c:pt idx="1677">
                  <c:v>11.329739999999999</c:v>
                </c:pt>
                <c:pt idx="1678">
                  <c:v>11.515079999999999</c:v>
                </c:pt>
                <c:pt idx="1679">
                  <c:v>11.28354</c:v>
                </c:pt>
                <c:pt idx="1680">
                  <c:v>11.506130000000001</c:v>
                </c:pt>
                <c:pt idx="1681">
                  <c:v>11.540649999999999</c:v>
                </c:pt>
                <c:pt idx="1682">
                  <c:v>11.50883</c:v>
                </c:pt>
                <c:pt idx="1683">
                  <c:v>11.48147</c:v>
                </c:pt>
                <c:pt idx="1684">
                  <c:v>11.53735</c:v>
                </c:pt>
                <c:pt idx="1685">
                  <c:v>11.576549999999999</c:v>
                </c:pt>
                <c:pt idx="1686">
                  <c:v>11.63104</c:v>
                </c:pt>
                <c:pt idx="1687">
                  <c:v>11.525169999999999</c:v>
                </c:pt>
                <c:pt idx="1688">
                  <c:v>11.72186</c:v>
                </c:pt>
                <c:pt idx="1689">
                  <c:v>11.790319999999999</c:v>
                </c:pt>
                <c:pt idx="1690">
                  <c:v>11.733650000000001</c:v>
                </c:pt>
                <c:pt idx="1691">
                  <c:v>11.6859</c:v>
                </c:pt>
                <c:pt idx="1692">
                  <c:v>11.9605</c:v>
                </c:pt>
                <c:pt idx="1693">
                  <c:v>11.911250000000001</c:v>
                </c:pt>
                <c:pt idx="1694">
                  <c:v>11.869249999999999</c:v>
                </c:pt>
                <c:pt idx="1695">
                  <c:v>11.75005</c:v>
                </c:pt>
                <c:pt idx="1696">
                  <c:v>11.92394</c:v>
                </c:pt>
                <c:pt idx="1697">
                  <c:v>11.71279</c:v>
                </c:pt>
                <c:pt idx="1698">
                  <c:v>11.659560000000001</c:v>
                </c:pt>
                <c:pt idx="1699">
                  <c:v>11.786860000000001</c:v>
                </c:pt>
                <c:pt idx="1700">
                  <c:v>11.7476</c:v>
                </c:pt>
                <c:pt idx="1701">
                  <c:v>11.773529999999999</c:v>
                </c:pt>
                <c:pt idx="1702">
                  <c:v>11.82718</c:v>
                </c:pt>
                <c:pt idx="1703">
                  <c:v>11.67149</c:v>
                </c:pt>
                <c:pt idx="1704">
                  <c:v>11.75334</c:v>
                </c:pt>
                <c:pt idx="1705">
                  <c:v>11.708679999999999</c:v>
                </c:pt>
                <c:pt idx="1706">
                  <c:v>11.851929999999999</c:v>
                </c:pt>
                <c:pt idx="1707">
                  <c:v>11.67845</c:v>
                </c:pt>
                <c:pt idx="1708">
                  <c:v>11.57579</c:v>
                </c:pt>
                <c:pt idx="1709">
                  <c:v>11.48846</c:v>
                </c:pt>
                <c:pt idx="1710">
                  <c:v>11.71494</c:v>
                </c:pt>
                <c:pt idx="1711">
                  <c:v>11.65887</c:v>
                </c:pt>
                <c:pt idx="1712">
                  <c:v>11.856669999999999</c:v>
                </c:pt>
                <c:pt idx="1713">
                  <c:v>11.99361</c:v>
                </c:pt>
                <c:pt idx="1714">
                  <c:v>12.086729999999999</c:v>
                </c:pt>
                <c:pt idx="1715">
                  <c:v>12.021789999999999</c:v>
                </c:pt>
                <c:pt idx="1716">
                  <c:v>11.98382</c:v>
                </c:pt>
                <c:pt idx="1717">
                  <c:v>11.892010000000001</c:v>
                </c:pt>
                <c:pt idx="1718">
                  <c:v>11.929489999999999</c:v>
                </c:pt>
                <c:pt idx="1719">
                  <c:v>11.71828</c:v>
                </c:pt>
                <c:pt idx="1720">
                  <c:v>11.67806</c:v>
                </c:pt>
                <c:pt idx="1721">
                  <c:v>11.742990000000001</c:v>
                </c:pt>
                <c:pt idx="1722">
                  <c:v>11.66771</c:v>
                </c:pt>
                <c:pt idx="1723">
                  <c:v>11.636380000000001</c:v>
                </c:pt>
                <c:pt idx="1724">
                  <c:v>11.60249</c:v>
                </c:pt>
                <c:pt idx="1725">
                  <c:v>11.5304</c:v>
                </c:pt>
                <c:pt idx="1726">
                  <c:v>11.57095</c:v>
                </c:pt>
                <c:pt idx="1727">
                  <c:v>11.606389999999999</c:v>
                </c:pt>
                <c:pt idx="1728">
                  <c:v>11.57888</c:v>
                </c:pt>
                <c:pt idx="1729">
                  <c:v>11.699260000000001</c:v>
                </c:pt>
                <c:pt idx="1730">
                  <c:v>11.76885</c:v>
                </c:pt>
                <c:pt idx="1731">
                  <c:v>12.18244</c:v>
                </c:pt>
                <c:pt idx="1732">
                  <c:v>12.38758</c:v>
                </c:pt>
                <c:pt idx="1733">
                  <c:v>12.18299</c:v>
                </c:pt>
                <c:pt idx="1734">
                  <c:v>12.025589999999999</c:v>
                </c:pt>
                <c:pt idx="1735">
                  <c:v>11.913539999999999</c:v>
                </c:pt>
                <c:pt idx="1736">
                  <c:v>11.926410000000001</c:v>
                </c:pt>
                <c:pt idx="1737">
                  <c:v>11.88354</c:v>
                </c:pt>
                <c:pt idx="1738">
                  <c:v>12.1128</c:v>
                </c:pt>
                <c:pt idx="1739">
                  <c:v>12.01975</c:v>
                </c:pt>
                <c:pt idx="1740">
                  <c:v>12.06094</c:v>
                </c:pt>
                <c:pt idx="1741">
                  <c:v>12.203569999999999</c:v>
                </c:pt>
                <c:pt idx="1742">
                  <c:v>12.293010000000001</c:v>
                </c:pt>
                <c:pt idx="1743">
                  <c:v>12.43413</c:v>
                </c:pt>
                <c:pt idx="1744">
                  <c:v>12.413119999999999</c:v>
                </c:pt>
                <c:pt idx="1745">
                  <c:v>12.64481</c:v>
                </c:pt>
                <c:pt idx="1746">
                  <c:v>12.794779999999999</c:v>
                </c:pt>
                <c:pt idx="1747">
                  <c:v>12.59643</c:v>
                </c:pt>
                <c:pt idx="1748">
                  <c:v>12.89382</c:v>
                </c:pt>
                <c:pt idx="1749">
                  <c:v>12.891310000000001</c:v>
                </c:pt>
                <c:pt idx="1750">
                  <c:v>12.870039999999999</c:v>
                </c:pt>
                <c:pt idx="1751">
                  <c:v>12.827220000000001</c:v>
                </c:pt>
                <c:pt idx="1752">
                  <c:v>12.64486</c:v>
                </c:pt>
                <c:pt idx="1753">
                  <c:v>12.85463</c:v>
                </c:pt>
                <c:pt idx="1754">
                  <c:v>12.804790000000001</c:v>
                </c:pt>
                <c:pt idx="1755">
                  <c:v>12.67292</c:v>
                </c:pt>
                <c:pt idx="1756">
                  <c:v>12.653090000000001</c:v>
                </c:pt>
                <c:pt idx="1757">
                  <c:v>12.78858</c:v>
                </c:pt>
                <c:pt idx="1758">
                  <c:v>12.71637</c:v>
                </c:pt>
                <c:pt idx="1759">
                  <c:v>12.616820000000001</c:v>
                </c:pt>
                <c:pt idx="1760">
                  <c:v>12.607799999999999</c:v>
                </c:pt>
                <c:pt idx="1761">
                  <c:v>12.475820000000001</c:v>
                </c:pt>
                <c:pt idx="1762">
                  <c:v>12.564679999999999</c:v>
                </c:pt>
                <c:pt idx="1763">
                  <c:v>12.80345</c:v>
                </c:pt>
                <c:pt idx="1764">
                  <c:v>12.8972</c:v>
                </c:pt>
                <c:pt idx="1765">
                  <c:v>12.85763</c:v>
                </c:pt>
                <c:pt idx="1766">
                  <c:v>12.937900000000001</c:v>
                </c:pt>
                <c:pt idx="1767">
                  <c:v>13.00067</c:v>
                </c:pt>
                <c:pt idx="1768">
                  <c:v>13.00604</c:v>
                </c:pt>
                <c:pt idx="1769">
                  <c:v>13.03694</c:v>
                </c:pt>
                <c:pt idx="1770">
                  <c:v>13.15361</c:v>
                </c:pt>
                <c:pt idx="1771">
                  <c:v>13.07709</c:v>
                </c:pt>
                <c:pt idx="1772">
                  <c:v>12.994260000000001</c:v>
                </c:pt>
                <c:pt idx="1773">
                  <c:v>12.950240000000001</c:v>
                </c:pt>
                <c:pt idx="1774">
                  <c:v>13.0268</c:v>
                </c:pt>
                <c:pt idx="1775">
                  <c:v>13.024150000000001</c:v>
                </c:pt>
                <c:pt idx="1776">
                  <c:v>12.987069999999999</c:v>
                </c:pt>
                <c:pt idx="1777">
                  <c:v>12.94965</c:v>
                </c:pt>
                <c:pt idx="1778">
                  <c:v>12.958310000000001</c:v>
                </c:pt>
                <c:pt idx="1779">
                  <c:v>12.822279999999999</c:v>
                </c:pt>
                <c:pt idx="1780">
                  <c:v>12.928290000000001</c:v>
                </c:pt>
                <c:pt idx="1781">
                  <c:v>12.81183</c:v>
                </c:pt>
                <c:pt idx="1782">
                  <c:v>12.79116</c:v>
                </c:pt>
                <c:pt idx="1783">
                  <c:v>12.95595</c:v>
                </c:pt>
                <c:pt idx="1784">
                  <c:v>13.16872</c:v>
                </c:pt>
                <c:pt idx="1785">
                  <c:v>13.078239999999999</c:v>
                </c:pt>
                <c:pt idx="1786">
                  <c:v>12.99173</c:v>
                </c:pt>
                <c:pt idx="1787">
                  <c:v>13.06701</c:v>
                </c:pt>
                <c:pt idx="1788">
                  <c:v>12.92934</c:v>
                </c:pt>
                <c:pt idx="1789">
                  <c:v>12.896229999999999</c:v>
                </c:pt>
                <c:pt idx="1790">
                  <c:v>12.67024</c:v>
                </c:pt>
                <c:pt idx="1791">
                  <c:v>12.91793</c:v>
                </c:pt>
                <c:pt idx="1792">
                  <c:v>13.08366</c:v>
                </c:pt>
                <c:pt idx="1793">
                  <c:v>12.93291</c:v>
                </c:pt>
                <c:pt idx="1794">
                  <c:v>13.26254</c:v>
                </c:pt>
                <c:pt idx="1795">
                  <c:v>13.16222</c:v>
                </c:pt>
                <c:pt idx="1796">
                  <c:v>13.22307</c:v>
                </c:pt>
                <c:pt idx="1797">
                  <c:v>13.06453</c:v>
                </c:pt>
                <c:pt idx="1798">
                  <c:v>13.12322</c:v>
                </c:pt>
                <c:pt idx="1799">
                  <c:v>13.3393</c:v>
                </c:pt>
                <c:pt idx="1800">
                  <c:v>13.29504</c:v>
                </c:pt>
                <c:pt idx="1801">
                  <c:v>13.30001</c:v>
                </c:pt>
                <c:pt idx="1802">
                  <c:v>13.22146</c:v>
                </c:pt>
                <c:pt idx="1803">
                  <c:v>13.368</c:v>
                </c:pt>
                <c:pt idx="1804">
                  <c:v>13.363670000000001</c:v>
                </c:pt>
                <c:pt idx="1805">
                  <c:v>13.2935</c:v>
                </c:pt>
                <c:pt idx="1806">
                  <c:v>13.0692</c:v>
                </c:pt>
                <c:pt idx="1807">
                  <c:v>13.36007</c:v>
                </c:pt>
                <c:pt idx="1808">
                  <c:v>13.28354</c:v>
                </c:pt>
                <c:pt idx="1809">
                  <c:v>13.276590000000001</c:v>
                </c:pt>
                <c:pt idx="1810">
                  <c:v>13.29496</c:v>
                </c:pt>
                <c:pt idx="1811">
                  <c:v>13.40835</c:v>
                </c:pt>
                <c:pt idx="1812">
                  <c:v>13.518700000000001</c:v>
                </c:pt>
                <c:pt idx="1813">
                  <c:v>13.39991</c:v>
                </c:pt>
                <c:pt idx="1814">
                  <c:v>13.290330000000001</c:v>
                </c:pt>
                <c:pt idx="1815">
                  <c:v>12.841049999999999</c:v>
                </c:pt>
                <c:pt idx="1816">
                  <c:v>12.72756</c:v>
                </c:pt>
                <c:pt idx="1817">
                  <c:v>12.894360000000001</c:v>
                </c:pt>
                <c:pt idx="1818">
                  <c:v>12.931190000000001</c:v>
                </c:pt>
                <c:pt idx="1819">
                  <c:v>12.902340000000001</c:v>
                </c:pt>
                <c:pt idx="1820">
                  <c:v>12.951129999999999</c:v>
                </c:pt>
                <c:pt idx="1821">
                  <c:v>13.17238</c:v>
                </c:pt>
                <c:pt idx="1822">
                  <c:v>13.22973</c:v>
                </c:pt>
                <c:pt idx="1823">
                  <c:v>13.262740000000001</c:v>
                </c:pt>
                <c:pt idx="1824">
                  <c:v>13.16811</c:v>
                </c:pt>
                <c:pt idx="1825">
                  <c:v>13.148</c:v>
                </c:pt>
                <c:pt idx="1826">
                  <c:v>13.20445</c:v>
                </c:pt>
                <c:pt idx="1827">
                  <c:v>13.500579999999999</c:v>
                </c:pt>
                <c:pt idx="1828">
                  <c:v>13.318250000000001</c:v>
                </c:pt>
                <c:pt idx="1829">
                  <c:v>13.34869</c:v>
                </c:pt>
                <c:pt idx="1830">
                  <c:v>13.256679999999999</c:v>
                </c:pt>
                <c:pt idx="1831">
                  <c:v>13.316549999999999</c:v>
                </c:pt>
                <c:pt idx="1832">
                  <c:v>13.291180000000001</c:v>
                </c:pt>
                <c:pt idx="1833">
                  <c:v>13.51768</c:v>
                </c:pt>
                <c:pt idx="1834">
                  <c:v>13.569850000000001</c:v>
                </c:pt>
                <c:pt idx="1835">
                  <c:v>13.37429</c:v>
                </c:pt>
                <c:pt idx="1836">
                  <c:v>13.30499</c:v>
                </c:pt>
                <c:pt idx="1837">
                  <c:v>13.22038</c:v>
                </c:pt>
                <c:pt idx="1838">
                  <c:v>13.17231</c:v>
                </c:pt>
                <c:pt idx="1839">
                  <c:v>13.33076</c:v>
                </c:pt>
                <c:pt idx="1840">
                  <c:v>13.44014</c:v>
                </c:pt>
                <c:pt idx="1841">
                  <c:v>13.400510000000001</c:v>
                </c:pt>
                <c:pt idx="1842">
                  <c:v>13.43614</c:v>
                </c:pt>
                <c:pt idx="1843">
                  <c:v>13.413930000000001</c:v>
                </c:pt>
                <c:pt idx="1844">
                  <c:v>13.44441</c:v>
                </c:pt>
                <c:pt idx="1845">
                  <c:v>13.36863</c:v>
                </c:pt>
                <c:pt idx="1846">
                  <c:v>13.32686</c:v>
                </c:pt>
                <c:pt idx="1847">
                  <c:v>13.331110000000001</c:v>
                </c:pt>
                <c:pt idx="1848">
                  <c:v>13.33196</c:v>
                </c:pt>
                <c:pt idx="1849">
                  <c:v>13.675789999999999</c:v>
                </c:pt>
                <c:pt idx="1850">
                  <c:v>13.89087</c:v>
                </c:pt>
                <c:pt idx="1851">
                  <c:v>13.755660000000001</c:v>
                </c:pt>
                <c:pt idx="1852">
                  <c:v>13.611610000000001</c:v>
                </c:pt>
                <c:pt idx="1853">
                  <c:v>13.63522</c:v>
                </c:pt>
                <c:pt idx="1854">
                  <c:v>13.631769999999999</c:v>
                </c:pt>
                <c:pt idx="1855">
                  <c:v>13.924289999999999</c:v>
                </c:pt>
                <c:pt idx="1856">
                  <c:v>14.17395</c:v>
                </c:pt>
                <c:pt idx="1857">
                  <c:v>14.243819999999999</c:v>
                </c:pt>
                <c:pt idx="1858">
                  <c:v>14.21773</c:v>
                </c:pt>
                <c:pt idx="1859">
                  <c:v>14.217449999999999</c:v>
                </c:pt>
                <c:pt idx="1860">
                  <c:v>14.09003</c:v>
                </c:pt>
                <c:pt idx="1861">
                  <c:v>13.925509999999999</c:v>
                </c:pt>
                <c:pt idx="1862">
                  <c:v>14.01004</c:v>
                </c:pt>
                <c:pt idx="1863">
                  <c:v>14.23931</c:v>
                </c:pt>
                <c:pt idx="1864">
                  <c:v>14.13977</c:v>
                </c:pt>
                <c:pt idx="1865">
                  <c:v>14.303039999999999</c:v>
                </c:pt>
                <c:pt idx="1866">
                  <c:v>14.1389</c:v>
                </c:pt>
                <c:pt idx="1867">
                  <c:v>14.24605</c:v>
                </c:pt>
                <c:pt idx="1868">
                  <c:v>14.194750000000001</c:v>
                </c:pt>
                <c:pt idx="1869">
                  <c:v>13.96987</c:v>
                </c:pt>
                <c:pt idx="1870">
                  <c:v>14.414630000000001</c:v>
                </c:pt>
                <c:pt idx="1871">
                  <c:v>14.341839999999999</c:v>
                </c:pt>
                <c:pt idx="1872">
                  <c:v>14.279170000000001</c:v>
                </c:pt>
                <c:pt idx="1873">
                  <c:v>14.455349999999999</c:v>
                </c:pt>
                <c:pt idx="1874">
                  <c:v>14.91061</c:v>
                </c:pt>
                <c:pt idx="1875">
                  <c:v>15.36003</c:v>
                </c:pt>
                <c:pt idx="1876">
                  <c:v>15.51581</c:v>
                </c:pt>
                <c:pt idx="1877">
                  <c:v>15.59563</c:v>
                </c:pt>
                <c:pt idx="1878">
                  <c:v>15.358129999999999</c:v>
                </c:pt>
                <c:pt idx="1879">
                  <c:v>15.137370000000001</c:v>
                </c:pt>
                <c:pt idx="1880">
                  <c:v>15.01197</c:v>
                </c:pt>
                <c:pt idx="1881">
                  <c:v>15.08832</c:v>
                </c:pt>
                <c:pt idx="1882">
                  <c:v>15.20987</c:v>
                </c:pt>
                <c:pt idx="1883">
                  <c:v>15.03008</c:v>
                </c:pt>
                <c:pt idx="1884">
                  <c:v>15.08947</c:v>
                </c:pt>
                <c:pt idx="1885">
                  <c:v>14.97279</c:v>
                </c:pt>
                <c:pt idx="1886">
                  <c:v>15.0467</c:v>
                </c:pt>
                <c:pt idx="1887">
                  <c:v>15.210940000000001</c:v>
                </c:pt>
                <c:pt idx="1888">
                  <c:v>15.43685</c:v>
                </c:pt>
                <c:pt idx="1889">
                  <c:v>15.14127</c:v>
                </c:pt>
                <c:pt idx="1890">
                  <c:v>14.602270000000001</c:v>
                </c:pt>
                <c:pt idx="1891">
                  <c:v>14.15826</c:v>
                </c:pt>
                <c:pt idx="1892">
                  <c:v>14.350910000000001</c:v>
                </c:pt>
                <c:pt idx="1893">
                  <c:v>14.403169999999999</c:v>
                </c:pt>
                <c:pt idx="1894">
                  <c:v>13.79894</c:v>
                </c:pt>
                <c:pt idx="1895">
                  <c:v>14.22057</c:v>
                </c:pt>
                <c:pt idx="1896">
                  <c:v>14.243</c:v>
                </c:pt>
                <c:pt idx="1897">
                  <c:v>14.045019999999999</c:v>
                </c:pt>
                <c:pt idx="1898">
                  <c:v>13.924289999999999</c:v>
                </c:pt>
                <c:pt idx="1899">
                  <c:v>13.87744</c:v>
                </c:pt>
                <c:pt idx="1900">
                  <c:v>13.967599999999999</c:v>
                </c:pt>
                <c:pt idx="1901">
                  <c:v>14.271229999999999</c:v>
                </c:pt>
                <c:pt idx="1902">
                  <c:v>13.998519999999999</c:v>
                </c:pt>
                <c:pt idx="1903">
                  <c:v>13.87369</c:v>
                </c:pt>
                <c:pt idx="1904">
                  <c:v>13.454269999999999</c:v>
                </c:pt>
                <c:pt idx="1905">
                  <c:v>13.667479999999999</c:v>
                </c:pt>
                <c:pt idx="1906">
                  <c:v>13.667479999999999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FB-4915-889B-CD8D21FEA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86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7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472788724671597E-2"/>
          <c:y val="0.20352564102564102"/>
          <c:w val="0.84275704654478523"/>
          <c:h val="0.562691239316239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신흥국!$B$17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45337853026076E-5"/>
                  <c:y val="-6.7840500963067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68D-4A15-A63F-C99C47E41DCB}"/>
                </c:ext>
              </c:extLst>
            </c:dLbl>
            <c:dLbl>
              <c:idx val="9"/>
              <c:layout>
                <c:manualLayout>
                  <c:x val="0"/>
                  <c:y val="1.3732424254056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8D-4A15-A63F-C99C47E41DCB}"/>
                </c:ext>
              </c:extLst>
            </c:dLbl>
            <c:dLbl>
              <c:idx val="10"/>
              <c:layout>
                <c:manualLayout>
                  <c:x val="0"/>
                  <c:y val="2.05986363810846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68D-4A15-A63F-C99C47E41DCB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신흥국!$O$3:$O$13</c:f>
              <c:strCache>
                <c:ptCount val="11"/>
                <c:pt idx="0">
                  <c:v>에너지</c:v>
                </c:pt>
                <c:pt idx="1">
                  <c:v>유틸리티</c:v>
                </c:pt>
                <c:pt idx="2">
                  <c:v>IT</c:v>
                </c:pt>
                <c:pt idx="3">
                  <c:v>컴스</c:v>
                </c:pt>
                <c:pt idx="4">
                  <c:v>MSCI EM</c:v>
                </c:pt>
                <c:pt idx="5">
                  <c:v>산업</c:v>
                </c:pt>
                <c:pt idx="6">
                  <c:v>필수소비</c:v>
                </c:pt>
                <c:pt idx="7">
                  <c:v>금융</c:v>
                </c:pt>
                <c:pt idx="8">
                  <c:v>경기소비</c:v>
                </c:pt>
                <c:pt idx="9">
                  <c:v>헬스케어</c:v>
                </c:pt>
                <c:pt idx="10">
                  <c:v>소재</c:v>
                </c:pt>
              </c:strCache>
            </c:strRef>
          </c:cat>
          <c:val>
            <c:numRef>
              <c:f>신흥국!$P$3:$P$13</c:f>
              <c:numCache>
                <c:formatCode>0.00</c:formatCode>
                <c:ptCount val="11"/>
                <c:pt idx="0">
                  <c:v>1.7656813969368841</c:v>
                </c:pt>
                <c:pt idx="1">
                  <c:v>-4.6998109045067764</c:v>
                </c:pt>
                <c:pt idx="2">
                  <c:v>-5.0040125294467828</c:v>
                </c:pt>
                <c:pt idx="3">
                  <c:v>-7.8762723589287447</c:v>
                </c:pt>
                <c:pt idx="4">
                  <c:v>-8.7698237189612627</c:v>
                </c:pt>
                <c:pt idx="5">
                  <c:v>-9.0762197525025528</c:v>
                </c:pt>
                <c:pt idx="6">
                  <c:v>-9.8809961967856879</c:v>
                </c:pt>
                <c:pt idx="7">
                  <c:v>-11.364616578970072</c:v>
                </c:pt>
                <c:pt idx="8">
                  <c:v>-11.524927553373956</c:v>
                </c:pt>
                <c:pt idx="9">
                  <c:v>-12.199820679962201</c:v>
                </c:pt>
                <c:pt idx="10">
                  <c:v>-16.698695443290575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68D-4A15-A63F-C99C47E41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8081235082829338E-2"/>
              <c:y val="7.381880877166709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3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신흥국!$C$19</c:f>
              <c:strCache>
                <c:ptCount val="1"/>
                <c:pt idx="0">
                  <c:v>MSCI EM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신흥국!$B$23:$B$1995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  <c:pt idx="1887">
                  <c:v>46079</c:v>
                </c:pt>
                <c:pt idx="1888">
                  <c:v>46080</c:v>
                </c:pt>
                <c:pt idx="1889">
                  <c:v>46083</c:v>
                </c:pt>
                <c:pt idx="1890">
                  <c:v>46084</c:v>
                </c:pt>
                <c:pt idx="1891">
                  <c:v>46085</c:v>
                </c:pt>
                <c:pt idx="1892">
                  <c:v>46086</c:v>
                </c:pt>
                <c:pt idx="1893">
                  <c:v>46087</c:v>
                </c:pt>
                <c:pt idx="1894">
                  <c:v>46090</c:v>
                </c:pt>
                <c:pt idx="1895">
                  <c:v>46091</c:v>
                </c:pt>
                <c:pt idx="1896">
                  <c:v>46092</c:v>
                </c:pt>
                <c:pt idx="1897">
                  <c:v>46093</c:v>
                </c:pt>
                <c:pt idx="1898">
                  <c:v>46094</c:v>
                </c:pt>
                <c:pt idx="1899">
                  <c:v>46097</c:v>
                </c:pt>
                <c:pt idx="1900">
                  <c:v>46098</c:v>
                </c:pt>
                <c:pt idx="1901">
                  <c:v>46099</c:v>
                </c:pt>
                <c:pt idx="1902">
                  <c:v>46100</c:v>
                </c:pt>
                <c:pt idx="1903">
                  <c:v>46101</c:v>
                </c:pt>
                <c:pt idx="1904">
                  <c:v>46104</c:v>
                </c:pt>
                <c:pt idx="1905">
                  <c:v>46105</c:v>
                </c:pt>
                <c:pt idx="1906">
                  <c:v>46106</c:v>
                </c:pt>
              </c:numCache>
            </c:numRef>
          </c:cat>
          <c:val>
            <c:numRef>
              <c:f>신흥국!$C$23:$C$1995</c:f>
              <c:numCache>
                <c:formatCode>General</c:formatCode>
                <c:ptCount val="1973"/>
                <c:pt idx="0">
                  <c:v>1014.25</c:v>
                </c:pt>
                <c:pt idx="1">
                  <c:v>1001.91</c:v>
                </c:pt>
                <c:pt idx="2">
                  <c:v>978.93</c:v>
                </c:pt>
                <c:pt idx="3">
                  <c:v>981.37</c:v>
                </c:pt>
                <c:pt idx="4">
                  <c:v>962.79</c:v>
                </c:pt>
                <c:pt idx="5">
                  <c:v>964.8</c:v>
                </c:pt>
                <c:pt idx="6">
                  <c:v>978.9</c:v>
                </c:pt>
                <c:pt idx="7">
                  <c:v>985.52</c:v>
                </c:pt>
                <c:pt idx="8">
                  <c:v>971.9</c:v>
                </c:pt>
                <c:pt idx="9">
                  <c:v>967.82</c:v>
                </c:pt>
                <c:pt idx="10">
                  <c:v>962.98</c:v>
                </c:pt>
                <c:pt idx="11">
                  <c:v>967.65</c:v>
                </c:pt>
                <c:pt idx="12">
                  <c:v>959.79</c:v>
                </c:pt>
                <c:pt idx="13">
                  <c:v>957.33</c:v>
                </c:pt>
                <c:pt idx="14">
                  <c:v>952.84</c:v>
                </c:pt>
                <c:pt idx="15">
                  <c:v>950.27</c:v>
                </c:pt>
                <c:pt idx="16">
                  <c:v>950.15</c:v>
                </c:pt>
                <c:pt idx="17">
                  <c:v>952.33</c:v>
                </c:pt>
                <c:pt idx="18">
                  <c:v>962.63</c:v>
                </c:pt>
                <c:pt idx="19">
                  <c:v>965.78</c:v>
                </c:pt>
                <c:pt idx="20">
                  <c:v>966.04</c:v>
                </c:pt>
                <c:pt idx="21">
                  <c:v>955.78</c:v>
                </c:pt>
                <c:pt idx="22">
                  <c:v>949.57</c:v>
                </c:pt>
                <c:pt idx="23">
                  <c:v>964.97</c:v>
                </c:pt>
                <c:pt idx="24">
                  <c:v>977.96</c:v>
                </c:pt>
                <c:pt idx="25">
                  <c:v>975.51</c:v>
                </c:pt>
                <c:pt idx="26">
                  <c:v>994.41</c:v>
                </c:pt>
                <c:pt idx="27">
                  <c:v>998.67</c:v>
                </c:pt>
                <c:pt idx="28">
                  <c:v>1001.11</c:v>
                </c:pt>
                <c:pt idx="29">
                  <c:v>992.71</c:v>
                </c:pt>
                <c:pt idx="30">
                  <c:v>1005.11</c:v>
                </c:pt>
                <c:pt idx="31">
                  <c:v>1009.39</c:v>
                </c:pt>
                <c:pt idx="32">
                  <c:v>1008.99</c:v>
                </c:pt>
                <c:pt idx="33">
                  <c:v>1018</c:v>
                </c:pt>
                <c:pt idx="34">
                  <c:v>1018.45</c:v>
                </c:pt>
                <c:pt idx="35">
                  <c:v>1010.63</c:v>
                </c:pt>
                <c:pt idx="36">
                  <c:v>1011.56</c:v>
                </c:pt>
                <c:pt idx="37">
                  <c:v>1019.44</c:v>
                </c:pt>
                <c:pt idx="38">
                  <c:v>1032.3399999999999</c:v>
                </c:pt>
                <c:pt idx="39">
                  <c:v>1028.06</c:v>
                </c:pt>
                <c:pt idx="40">
                  <c:v>1029.75</c:v>
                </c:pt>
                <c:pt idx="41">
                  <c:v>1036.6300000000001</c:v>
                </c:pt>
                <c:pt idx="42">
                  <c:v>1049.93</c:v>
                </c:pt>
                <c:pt idx="43">
                  <c:v>1050.2</c:v>
                </c:pt>
                <c:pt idx="44">
                  <c:v>1048.05</c:v>
                </c:pt>
                <c:pt idx="45">
                  <c:v>1051.9000000000001</c:v>
                </c:pt>
                <c:pt idx="46">
                  <c:v>1048.46</c:v>
                </c:pt>
                <c:pt idx="47">
                  <c:v>1041.97</c:v>
                </c:pt>
                <c:pt idx="48">
                  <c:v>1036.03</c:v>
                </c:pt>
                <c:pt idx="49">
                  <c:v>1035.4100000000001</c:v>
                </c:pt>
                <c:pt idx="50">
                  <c:v>1042.1300000000001</c:v>
                </c:pt>
                <c:pt idx="51">
                  <c:v>1041.8399999999999</c:v>
                </c:pt>
                <c:pt idx="52">
                  <c:v>1039.19</c:v>
                </c:pt>
                <c:pt idx="53">
                  <c:v>1030.6400000000001</c:v>
                </c:pt>
                <c:pt idx="54">
                  <c:v>1036.73</c:v>
                </c:pt>
                <c:pt idx="55">
                  <c:v>1036.97</c:v>
                </c:pt>
                <c:pt idx="56">
                  <c:v>1049.32</c:v>
                </c:pt>
                <c:pt idx="57">
                  <c:v>1050.99</c:v>
                </c:pt>
                <c:pt idx="58">
                  <c:v>1058.6500000000001</c:v>
                </c:pt>
                <c:pt idx="59">
                  <c:v>1067.6400000000001</c:v>
                </c:pt>
                <c:pt idx="60">
                  <c:v>1064.94</c:v>
                </c:pt>
                <c:pt idx="61">
                  <c:v>1061.26</c:v>
                </c:pt>
                <c:pt idx="62">
                  <c:v>1050.95</c:v>
                </c:pt>
                <c:pt idx="63">
                  <c:v>1051.54</c:v>
                </c:pt>
                <c:pt idx="64">
                  <c:v>1053.6199999999999</c:v>
                </c:pt>
                <c:pt idx="65">
                  <c:v>1055.1199999999999</c:v>
                </c:pt>
                <c:pt idx="66">
                  <c:v>1055.68</c:v>
                </c:pt>
                <c:pt idx="67">
                  <c:v>1043.56</c:v>
                </c:pt>
                <c:pt idx="68">
                  <c:v>1030.1300000000001</c:v>
                </c:pt>
                <c:pt idx="69">
                  <c:v>1041.1500000000001</c:v>
                </c:pt>
                <c:pt idx="70">
                  <c:v>1051.52</c:v>
                </c:pt>
                <c:pt idx="71">
                  <c:v>1050.46</c:v>
                </c:pt>
                <c:pt idx="72">
                  <c:v>1048.2</c:v>
                </c:pt>
                <c:pt idx="73">
                  <c:v>1057.3</c:v>
                </c:pt>
                <c:pt idx="74">
                  <c:v>1069.26</c:v>
                </c:pt>
                <c:pt idx="75">
                  <c:v>1070.95</c:v>
                </c:pt>
                <c:pt idx="76">
                  <c:v>1068.47</c:v>
                </c:pt>
                <c:pt idx="77">
                  <c:v>1069.68</c:v>
                </c:pt>
                <c:pt idx="78">
                  <c:v>1059.6300000000001</c:v>
                </c:pt>
                <c:pt idx="79">
                  <c:v>1047.71</c:v>
                </c:pt>
                <c:pt idx="80">
                  <c:v>1050.45</c:v>
                </c:pt>
                <c:pt idx="81">
                  <c:v>1044.0999999999999</c:v>
                </c:pt>
                <c:pt idx="82">
                  <c:v>1045.21</c:v>
                </c:pt>
                <c:pt idx="83">
                  <c:v>1058.1300000000001</c:v>
                </c:pt>
                <c:pt idx="84">
                  <c:v>1070.0899999999999</c:v>
                </c:pt>
                <c:pt idx="85">
                  <c:v>1071.1400000000001</c:v>
                </c:pt>
                <c:pt idx="86">
                  <c:v>1079.8</c:v>
                </c:pt>
                <c:pt idx="87">
                  <c:v>1080.73</c:v>
                </c:pt>
                <c:pt idx="88">
                  <c:v>1085.1400000000001</c:v>
                </c:pt>
                <c:pt idx="89">
                  <c:v>1088.5</c:v>
                </c:pt>
                <c:pt idx="90">
                  <c:v>1093.44</c:v>
                </c:pt>
                <c:pt idx="91">
                  <c:v>1096.05</c:v>
                </c:pt>
                <c:pt idx="92">
                  <c:v>1087.49</c:v>
                </c:pt>
                <c:pt idx="93">
                  <c:v>1089.0899999999999</c:v>
                </c:pt>
                <c:pt idx="94">
                  <c:v>1086.22</c:v>
                </c:pt>
                <c:pt idx="95">
                  <c:v>1093.55</c:v>
                </c:pt>
                <c:pt idx="96">
                  <c:v>1096.3900000000001</c:v>
                </c:pt>
                <c:pt idx="97">
                  <c:v>1092.52</c:v>
                </c:pt>
                <c:pt idx="98">
                  <c:v>1092.52</c:v>
                </c:pt>
                <c:pt idx="99">
                  <c:v>1089.03</c:v>
                </c:pt>
                <c:pt idx="100">
                  <c:v>1089.76</c:v>
                </c:pt>
                <c:pt idx="101">
                  <c:v>1084.52</c:v>
                </c:pt>
                <c:pt idx="102">
                  <c:v>1076.71</c:v>
                </c:pt>
                <c:pt idx="103">
                  <c:v>1078.06</c:v>
                </c:pt>
                <c:pt idx="104">
                  <c:v>1082.9100000000001</c:v>
                </c:pt>
                <c:pt idx="105">
                  <c:v>1079.24</c:v>
                </c:pt>
                <c:pt idx="106">
                  <c:v>1080.48</c:v>
                </c:pt>
                <c:pt idx="107">
                  <c:v>1078.95</c:v>
                </c:pt>
                <c:pt idx="108">
                  <c:v>1082.77</c:v>
                </c:pt>
                <c:pt idx="109">
                  <c:v>1062.6400000000001</c:v>
                </c:pt>
                <c:pt idx="110">
                  <c:v>1057.05</c:v>
                </c:pt>
                <c:pt idx="111">
                  <c:v>1050.94</c:v>
                </c:pt>
                <c:pt idx="112">
                  <c:v>1028.4000000000001</c:v>
                </c:pt>
                <c:pt idx="113">
                  <c:v>1033.44</c:v>
                </c:pt>
                <c:pt idx="114">
                  <c:v>1016.49</c:v>
                </c:pt>
                <c:pt idx="115">
                  <c:v>1014.48</c:v>
                </c:pt>
                <c:pt idx="116">
                  <c:v>1015.97</c:v>
                </c:pt>
                <c:pt idx="117">
                  <c:v>1011.15</c:v>
                </c:pt>
                <c:pt idx="118">
                  <c:v>996.39</c:v>
                </c:pt>
                <c:pt idx="119">
                  <c:v>994.08</c:v>
                </c:pt>
                <c:pt idx="120">
                  <c:v>998.97</c:v>
                </c:pt>
                <c:pt idx="121">
                  <c:v>998</c:v>
                </c:pt>
                <c:pt idx="122">
                  <c:v>984.81</c:v>
                </c:pt>
                <c:pt idx="123">
                  <c:v>986.65</c:v>
                </c:pt>
                <c:pt idx="124">
                  <c:v>989.15</c:v>
                </c:pt>
                <c:pt idx="125">
                  <c:v>988.16</c:v>
                </c:pt>
                <c:pt idx="126">
                  <c:v>985.44</c:v>
                </c:pt>
                <c:pt idx="127">
                  <c:v>994.93</c:v>
                </c:pt>
                <c:pt idx="128">
                  <c:v>998</c:v>
                </c:pt>
                <c:pt idx="129">
                  <c:v>1008.34</c:v>
                </c:pt>
                <c:pt idx="130">
                  <c:v>1005.43</c:v>
                </c:pt>
                <c:pt idx="131">
                  <c:v>1004.68</c:v>
                </c:pt>
                <c:pt idx="132">
                  <c:v>1002.75</c:v>
                </c:pt>
                <c:pt idx="133">
                  <c:v>1007.39</c:v>
                </c:pt>
                <c:pt idx="134">
                  <c:v>1022.03</c:v>
                </c:pt>
                <c:pt idx="135">
                  <c:v>1031.8499999999999</c:v>
                </c:pt>
                <c:pt idx="136">
                  <c:v>1026.24</c:v>
                </c:pt>
                <c:pt idx="137">
                  <c:v>1022.08</c:v>
                </c:pt>
                <c:pt idx="138">
                  <c:v>1015.08</c:v>
                </c:pt>
                <c:pt idx="139">
                  <c:v>1010.97</c:v>
                </c:pt>
                <c:pt idx="140">
                  <c:v>1023.91</c:v>
                </c:pt>
                <c:pt idx="141">
                  <c:v>1038.27</c:v>
                </c:pt>
                <c:pt idx="142">
                  <c:v>1053.78</c:v>
                </c:pt>
                <c:pt idx="143">
                  <c:v>1053.22</c:v>
                </c:pt>
                <c:pt idx="144">
                  <c:v>1053.06</c:v>
                </c:pt>
                <c:pt idx="145">
                  <c:v>1045.3</c:v>
                </c:pt>
                <c:pt idx="146">
                  <c:v>1047.9100000000001</c:v>
                </c:pt>
                <c:pt idx="147">
                  <c:v>1054.8599999999999</c:v>
                </c:pt>
                <c:pt idx="148">
                  <c:v>1054.8599999999999</c:v>
                </c:pt>
                <c:pt idx="149">
                  <c:v>1064.0899999999999</c:v>
                </c:pt>
                <c:pt idx="150">
                  <c:v>1063.6400000000001</c:v>
                </c:pt>
                <c:pt idx="151">
                  <c:v>1059.6300000000001</c:v>
                </c:pt>
                <c:pt idx="152">
                  <c:v>1064.6300000000001</c:v>
                </c:pt>
                <c:pt idx="153">
                  <c:v>1059.93</c:v>
                </c:pt>
                <c:pt idx="154">
                  <c:v>1046.25</c:v>
                </c:pt>
                <c:pt idx="155">
                  <c:v>1042.47</c:v>
                </c:pt>
                <c:pt idx="156">
                  <c:v>1048.95</c:v>
                </c:pt>
                <c:pt idx="157">
                  <c:v>1055.1500000000001</c:v>
                </c:pt>
                <c:pt idx="158">
                  <c:v>1050.9100000000001</c:v>
                </c:pt>
                <c:pt idx="159">
                  <c:v>1057.75</c:v>
                </c:pt>
                <c:pt idx="160">
                  <c:v>1060.3800000000001</c:v>
                </c:pt>
                <c:pt idx="161">
                  <c:v>1054.9000000000001</c:v>
                </c:pt>
                <c:pt idx="162">
                  <c:v>1051.72</c:v>
                </c:pt>
                <c:pt idx="163">
                  <c:v>1057.49</c:v>
                </c:pt>
                <c:pt idx="164">
                  <c:v>1053.81</c:v>
                </c:pt>
                <c:pt idx="165">
                  <c:v>1055.49</c:v>
                </c:pt>
                <c:pt idx="166">
                  <c:v>1055.3399999999999</c:v>
                </c:pt>
                <c:pt idx="167">
                  <c:v>1054.29</c:v>
                </c:pt>
                <c:pt idx="168">
                  <c:v>1048.6600000000001</c:v>
                </c:pt>
                <c:pt idx="169">
                  <c:v>1045.73</c:v>
                </c:pt>
                <c:pt idx="170">
                  <c:v>1043.1500000000001</c:v>
                </c:pt>
                <c:pt idx="171">
                  <c:v>1037.01</c:v>
                </c:pt>
                <c:pt idx="172">
                  <c:v>1024.56</c:v>
                </c:pt>
                <c:pt idx="173">
                  <c:v>1003.76</c:v>
                </c:pt>
                <c:pt idx="174">
                  <c:v>973</c:v>
                </c:pt>
                <c:pt idx="175">
                  <c:v>972.67</c:v>
                </c:pt>
                <c:pt idx="176">
                  <c:v>972.65</c:v>
                </c:pt>
                <c:pt idx="177">
                  <c:v>984.3</c:v>
                </c:pt>
                <c:pt idx="178">
                  <c:v>981.19</c:v>
                </c:pt>
                <c:pt idx="179">
                  <c:v>974.48</c:v>
                </c:pt>
                <c:pt idx="180">
                  <c:v>968.87</c:v>
                </c:pt>
                <c:pt idx="181">
                  <c:v>964.43</c:v>
                </c:pt>
                <c:pt idx="182">
                  <c:v>963.52</c:v>
                </c:pt>
                <c:pt idx="183">
                  <c:v>970.27</c:v>
                </c:pt>
                <c:pt idx="184">
                  <c:v>977.73</c:v>
                </c:pt>
                <c:pt idx="185">
                  <c:v>980.11</c:v>
                </c:pt>
                <c:pt idx="186">
                  <c:v>983.14</c:v>
                </c:pt>
                <c:pt idx="187">
                  <c:v>975.66</c:v>
                </c:pt>
                <c:pt idx="188">
                  <c:v>973.66</c:v>
                </c:pt>
                <c:pt idx="189">
                  <c:v>960.81</c:v>
                </c:pt>
                <c:pt idx="190">
                  <c:v>964.59</c:v>
                </c:pt>
                <c:pt idx="191">
                  <c:v>965.35</c:v>
                </c:pt>
                <c:pt idx="192">
                  <c:v>970.08</c:v>
                </c:pt>
                <c:pt idx="193">
                  <c:v>984.33</c:v>
                </c:pt>
                <c:pt idx="194">
                  <c:v>983.76</c:v>
                </c:pt>
                <c:pt idx="195">
                  <c:v>973.27</c:v>
                </c:pt>
                <c:pt idx="196">
                  <c:v>990.61</c:v>
                </c:pt>
                <c:pt idx="197">
                  <c:v>1003.01</c:v>
                </c:pt>
                <c:pt idx="198">
                  <c:v>1007.96</c:v>
                </c:pt>
                <c:pt idx="199">
                  <c:v>1010.58</c:v>
                </c:pt>
                <c:pt idx="200">
                  <c:v>1008.13</c:v>
                </c:pt>
                <c:pt idx="201">
                  <c:v>1017.04</c:v>
                </c:pt>
                <c:pt idx="202">
                  <c:v>1022.33</c:v>
                </c:pt>
                <c:pt idx="203">
                  <c:v>1026.6099999999999</c:v>
                </c:pt>
                <c:pt idx="204">
                  <c:v>1027.08</c:v>
                </c:pt>
                <c:pt idx="205">
                  <c:v>1018.93</c:v>
                </c:pt>
                <c:pt idx="206">
                  <c:v>1021.36</c:v>
                </c:pt>
                <c:pt idx="207">
                  <c:v>1016.57</c:v>
                </c:pt>
                <c:pt idx="208">
                  <c:v>1021.27</c:v>
                </c:pt>
                <c:pt idx="209">
                  <c:v>1015.23</c:v>
                </c:pt>
                <c:pt idx="210">
                  <c:v>1011.35</c:v>
                </c:pt>
                <c:pt idx="211">
                  <c:v>1005.56</c:v>
                </c:pt>
                <c:pt idx="212">
                  <c:v>1009.3</c:v>
                </c:pt>
                <c:pt idx="213">
                  <c:v>1001.5</c:v>
                </c:pt>
                <c:pt idx="214">
                  <c:v>1001</c:v>
                </c:pt>
                <c:pt idx="215">
                  <c:v>998.48</c:v>
                </c:pt>
                <c:pt idx="216">
                  <c:v>989.2</c:v>
                </c:pt>
                <c:pt idx="217">
                  <c:v>992.28</c:v>
                </c:pt>
                <c:pt idx="218">
                  <c:v>996.58</c:v>
                </c:pt>
                <c:pt idx="219">
                  <c:v>994.16</c:v>
                </c:pt>
                <c:pt idx="220">
                  <c:v>993.95</c:v>
                </c:pt>
                <c:pt idx="221">
                  <c:v>993.01</c:v>
                </c:pt>
                <c:pt idx="222">
                  <c:v>996.5</c:v>
                </c:pt>
                <c:pt idx="223">
                  <c:v>1011.54</c:v>
                </c:pt>
                <c:pt idx="224">
                  <c:v>1017.45</c:v>
                </c:pt>
                <c:pt idx="225">
                  <c:v>1019.25</c:v>
                </c:pt>
                <c:pt idx="226">
                  <c:v>1024.08</c:v>
                </c:pt>
                <c:pt idx="227">
                  <c:v>1028.3900000000001</c:v>
                </c:pt>
                <c:pt idx="228">
                  <c:v>1024.02</c:v>
                </c:pt>
                <c:pt idx="229">
                  <c:v>1028.51</c:v>
                </c:pt>
                <c:pt idx="230">
                  <c:v>1034.08</c:v>
                </c:pt>
                <c:pt idx="231">
                  <c:v>1030.95</c:v>
                </c:pt>
                <c:pt idx="232">
                  <c:v>1037.4100000000001</c:v>
                </c:pt>
                <c:pt idx="233">
                  <c:v>1035.8399999999999</c:v>
                </c:pt>
                <c:pt idx="234">
                  <c:v>1042.97</c:v>
                </c:pt>
                <c:pt idx="235">
                  <c:v>1043.73</c:v>
                </c:pt>
                <c:pt idx="236">
                  <c:v>1041.5</c:v>
                </c:pt>
                <c:pt idx="237">
                  <c:v>1041.98</c:v>
                </c:pt>
                <c:pt idx="238">
                  <c:v>1049.19</c:v>
                </c:pt>
                <c:pt idx="239">
                  <c:v>1064.55</c:v>
                </c:pt>
                <c:pt idx="240">
                  <c:v>1071.22</c:v>
                </c:pt>
                <c:pt idx="241">
                  <c:v>1068.8699999999999</c:v>
                </c:pt>
                <c:pt idx="242">
                  <c:v>1073.57</c:v>
                </c:pt>
                <c:pt idx="243">
                  <c:v>1064.8499999999999</c:v>
                </c:pt>
                <c:pt idx="244">
                  <c:v>1052.8800000000001</c:v>
                </c:pt>
                <c:pt idx="245">
                  <c:v>1055.83</c:v>
                </c:pt>
                <c:pt idx="246">
                  <c:v>1043.83</c:v>
                </c:pt>
                <c:pt idx="247">
                  <c:v>1042.25</c:v>
                </c:pt>
                <c:pt idx="248">
                  <c:v>1048.79</c:v>
                </c:pt>
                <c:pt idx="249">
                  <c:v>1052.1199999999999</c:v>
                </c:pt>
                <c:pt idx="250">
                  <c:v>1057.1600000000001</c:v>
                </c:pt>
                <c:pt idx="251">
                  <c:v>1052</c:v>
                </c:pt>
                <c:pt idx="252">
                  <c:v>1044.58</c:v>
                </c:pt>
                <c:pt idx="253">
                  <c:v>1048.55</c:v>
                </c:pt>
                <c:pt idx="254">
                  <c:v>1053.47</c:v>
                </c:pt>
                <c:pt idx="255">
                  <c:v>1047.8399999999999</c:v>
                </c:pt>
                <c:pt idx="256">
                  <c:v>1052.93</c:v>
                </c:pt>
                <c:pt idx="257">
                  <c:v>1050.3900000000001</c:v>
                </c:pt>
                <c:pt idx="258">
                  <c:v>1040.05</c:v>
                </c:pt>
                <c:pt idx="259">
                  <c:v>1040.22</c:v>
                </c:pt>
                <c:pt idx="260">
                  <c:v>1037.3800000000001</c:v>
                </c:pt>
                <c:pt idx="261">
                  <c:v>1036.57</c:v>
                </c:pt>
                <c:pt idx="262">
                  <c:v>1042.8499999999999</c:v>
                </c:pt>
                <c:pt idx="263">
                  <c:v>1048.96</c:v>
                </c:pt>
                <c:pt idx="264">
                  <c:v>1051.1099999999999</c:v>
                </c:pt>
                <c:pt idx="265">
                  <c:v>1049.5</c:v>
                </c:pt>
                <c:pt idx="266">
                  <c:v>1058.23</c:v>
                </c:pt>
                <c:pt idx="267">
                  <c:v>1070.71</c:v>
                </c:pt>
                <c:pt idx="268">
                  <c:v>1086.9100000000001</c:v>
                </c:pt>
                <c:pt idx="269">
                  <c:v>1087.96</c:v>
                </c:pt>
                <c:pt idx="270">
                  <c:v>1102.6099999999999</c:v>
                </c:pt>
                <c:pt idx="271">
                  <c:v>1109.18</c:v>
                </c:pt>
                <c:pt idx="272">
                  <c:v>1106.6300000000001</c:v>
                </c:pt>
                <c:pt idx="273">
                  <c:v>1107.6400000000001</c:v>
                </c:pt>
                <c:pt idx="274">
                  <c:v>1111.6400000000001</c:v>
                </c:pt>
                <c:pt idx="275">
                  <c:v>1109.07</c:v>
                </c:pt>
                <c:pt idx="276">
                  <c:v>1109.1400000000001</c:v>
                </c:pt>
                <c:pt idx="277">
                  <c:v>1112.08</c:v>
                </c:pt>
                <c:pt idx="278">
                  <c:v>1118.6099999999999</c:v>
                </c:pt>
                <c:pt idx="279">
                  <c:v>1118.42</c:v>
                </c:pt>
                <c:pt idx="280">
                  <c:v>1114.6600000000001</c:v>
                </c:pt>
                <c:pt idx="281">
                  <c:v>1114.6400000000001</c:v>
                </c:pt>
                <c:pt idx="282">
                  <c:v>1128.01</c:v>
                </c:pt>
                <c:pt idx="283">
                  <c:v>1123.8699999999999</c:v>
                </c:pt>
                <c:pt idx="284">
                  <c:v>1112.53</c:v>
                </c:pt>
                <c:pt idx="285">
                  <c:v>1115.8399999999999</c:v>
                </c:pt>
                <c:pt idx="286">
                  <c:v>1111.4000000000001</c:v>
                </c:pt>
                <c:pt idx="287">
                  <c:v>1129.3699999999999</c:v>
                </c:pt>
                <c:pt idx="288">
                  <c:v>1133.6300000000001</c:v>
                </c:pt>
                <c:pt idx="289">
                  <c:v>1144</c:v>
                </c:pt>
                <c:pt idx="290">
                  <c:v>1143.8599999999999</c:v>
                </c:pt>
                <c:pt idx="291">
                  <c:v>1137.98</c:v>
                </c:pt>
                <c:pt idx="292">
                  <c:v>1140.6199999999999</c:v>
                </c:pt>
                <c:pt idx="293">
                  <c:v>1146.83</c:v>
                </c:pt>
                <c:pt idx="294">
                  <c:v>1145.68</c:v>
                </c:pt>
                <c:pt idx="295">
                  <c:v>1126.8499999999999</c:v>
                </c:pt>
                <c:pt idx="296">
                  <c:v>1133.4000000000001</c:v>
                </c:pt>
                <c:pt idx="297">
                  <c:v>1122.19</c:v>
                </c:pt>
                <c:pt idx="298">
                  <c:v>1119.3900000000001</c:v>
                </c:pt>
                <c:pt idx="299">
                  <c:v>1102.98</c:v>
                </c:pt>
                <c:pt idx="300">
                  <c:v>1101.72</c:v>
                </c:pt>
                <c:pt idx="301">
                  <c:v>1097.51</c:v>
                </c:pt>
                <c:pt idx="302">
                  <c:v>1072.79</c:v>
                </c:pt>
                <c:pt idx="303">
                  <c:v>1062.3399999999999</c:v>
                </c:pt>
                <c:pt idx="304">
                  <c:v>1060.32</c:v>
                </c:pt>
                <c:pt idx="305">
                  <c:v>1085.3900000000001</c:v>
                </c:pt>
                <c:pt idx="306">
                  <c:v>1089.4000000000001</c:v>
                </c:pt>
                <c:pt idx="307">
                  <c:v>1102.3900000000001</c:v>
                </c:pt>
                <c:pt idx="308">
                  <c:v>1091.6500000000001</c:v>
                </c:pt>
                <c:pt idx="309">
                  <c:v>1086.93</c:v>
                </c:pt>
                <c:pt idx="310">
                  <c:v>1099.4100000000001</c:v>
                </c:pt>
                <c:pt idx="311">
                  <c:v>1109.7</c:v>
                </c:pt>
                <c:pt idx="312">
                  <c:v>1106.07</c:v>
                </c:pt>
                <c:pt idx="313">
                  <c:v>1106.3</c:v>
                </c:pt>
                <c:pt idx="314">
                  <c:v>1107.99</c:v>
                </c:pt>
                <c:pt idx="315">
                  <c:v>1095.6600000000001</c:v>
                </c:pt>
                <c:pt idx="316">
                  <c:v>1103.69</c:v>
                </c:pt>
                <c:pt idx="317">
                  <c:v>1095.32</c:v>
                </c:pt>
                <c:pt idx="318">
                  <c:v>1084.22</c:v>
                </c:pt>
                <c:pt idx="319">
                  <c:v>1055.32</c:v>
                </c:pt>
                <c:pt idx="320">
                  <c:v>1056.54</c:v>
                </c:pt>
                <c:pt idx="321">
                  <c:v>1043.31</c:v>
                </c:pt>
                <c:pt idx="322">
                  <c:v>1030.67</c:v>
                </c:pt>
                <c:pt idx="323">
                  <c:v>1005.52</c:v>
                </c:pt>
                <c:pt idx="324">
                  <c:v>1017.03</c:v>
                </c:pt>
                <c:pt idx="325">
                  <c:v>1027.82</c:v>
                </c:pt>
                <c:pt idx="326">
                  <c:v>1037.81</c:v>
                </c:pt>
                <c:pt idx="327">
                  <c:v>1039.3399999999999</c:v>
                </c:pt>
                <c:pt idx="328">
                  <c:v>1012.08</c:v>
                </c:pt>
                <c:pt idx="329">
                  <c:v>947.92</c:v>
                </c:pt>
                <c:pt idx="330">
                  <c:v>964.55</c:v>
                </c:pt>
                <c:pt idx="331">
                  <c:v>946.62</c:v>
                </c:pt>
                <c:pt idx="332">
                  <c:v>883.13</c:v>
                </c:pt>
                <c:pt idx="333">
                  <c:v>891.19</c:v>
                </c:pt>
                <c:pt idx="334">
                  <c:v>833.18</c:v>
                </c:pt>
                <c:pt idx="335">
                  <c:v>826.68</c:v>
                </c:pt>
                <c:pt idx="336">
                  <c:v>787.81</c:v>
                </c:pt>
                <c:pt idx="337">
                  <c:v>766.41</c:v>
                </c:pt>
                <c:pt idx="338">
                  <c:v>803.23</c:v>
                </c:pt>
                <c:pt idx="339">
                  <c:v>758.2</c:v>
                </c:pt>
                <c:pt idx="340">
                  <c:v>801.66</c:v>
                </c:pt>
                <c:pt idx="341">
                  <c:v>836.54</c:v>
                </c:pt>
                <c:pt idx="342">
                  <c:v>851.28</c:v>
                </c:pt>
                <c:pt idx="343">
                  <c:v>842.54</c:v>
                </c:pt>
                <c:pt idx="344">
                  <c:v>832.02</c:v>
                </c:pt>
                <c:pt idx="345">
                  <c:v>848.58</c:v>
                </c:pt>
                <c:pt idx="346">
                  <c:v>827.26</c:v>
                </c:pt>
                <c:pt idx="347">
                  <c:v>838.53</c:v>
                </c:pt>
                <c:pt idx="348">
                  <c:v>831.72</c:v>
                </c:pt>
                <c:pt idx="349">
                  <c:v>853.83</c:v>
                </c:pt>
                <c:pt idx="350">
                  <c:v>878.15</c:v>
                </c:pt>
                <c:pt idx="351">
                  <c:v>873.85</c:v>
                </c:pt>
                <c:pt idx="352">
                  <c:v>887.58</c:v>
                </c:pt>
                <c:pt idx="353">
                  <c:v>888.16</c:v>
                </c:pt>
                <c:pt idx="354">
                  <c:v>883.14</c:v>
                </c:pt>
                <c:pt idx="355">
                  <c:v>896.29</c:v>
                </c:pt>
                <c:pt idx="356">
                  <c:v>888.14</c:v>
                </c:pt>
                <c:pt idx="357">
                  <c:v>884.86</c:v>
                </c:pt>
                <c:pt idx="358">
                  <c:v>901.31</c:v>
                </c:pt>
                <c:pt idx="359">
                  <c:v>899.33</c:v>
                </c:pt>
                <c:pt idx="360">
                  <c:v>878.24</c:v>
                </c:pt>
                <c:pt idx="361">
                  <c:v>888.64</c:v>
                </c:pt>
                <c:pt idx="362">
                  <c:v>891.81</c:v>
                </c:pt>
                <c:pt idx="363">
                  <c:v>879.41</c:v>
                </c:pt>
                <c:pt idx="364">
                  <c:v>895.33</c:v>
                </c:pt>
                <c:pt idx="365">
                  <c:v>902.7</c:v>
                </c:pt>
                <c:pt idx="366">
                  <c:v>919.66</c:v>
                </c:pt>
                <c:pt idx="367">
                  <c:v>924.94</c:v>
                </c:pt>
                <c:pt idx="368">
                  <c:v>916.77</c:v>
                </c:pt>
                <c:pt idx="369">
                  <c:v>887.98</c:v>
                </c:pt>
                <c:pt idx="370">
                  <c:v>895.74</c:v>
                </c:pt>
                <c:pt idx="371">
                  <c:v>898.7</c:v>
                </c:pt>
                <c:pt idx="372">
                  <c:v>896.89</c:v>
                </c:pt>
                <c:pt idx="373">
                  <c:v>911.65</c:v>
                </c:pt>
                <c:pt idx="374">
                  <c:v>915.9</c:v>
                </c:pt>
                <c:pt idx="375">
                  <c:v>909.31</c:v>
                </c:pt>
                <c:pt idx="376">
                  <c:v>909.2</c:v>
                </c:pt>
                <c:pt idx="377">
                  <c:v>900.87</c:v>
                </c:pt>
                <c:pt idx="378">
                  <c:v>901.16</c:v>
                </c:pt>
                <c:pt idx="379">
                  <c:v>912.57</c:v>
                </c:pt>
                <c:pt idx="380">
                  <c:v>925.22</c:v>
                </c:pt>
                <c:pt idx="381">
                  <c:v>931.5</c:v>
                </c:pt>
                <c:pt idx="382">
                  <c:v>930.01</c:v>
                </c:pt>
                <c:pt idx="383">
                  <c:v>905.25</c:v>
                </c:pt>
                <c:pt idx="384">
                  <c:v>911.41</c:v>
                </c:pt>
                <c:pt idx="385">
                  <c:v>926.65</c:v>
                </c:pt>
                <c:pt idx="386">
                  <c:v>927.36</c:v>
                </c:pt>
                <c:pt idx="387">
                  <c:v>925.34</c:v>
                </c:pt>
                <c:pt idx="388">
                  <c:v>930.35</c:v>
                </c:pt>
                <c:pt idx="389">
                  <c:v>951.48</c:v>
                </c:pt>
                <c:pt idx="390">
                  <c:v>967.48</c:v>
                </c:pt>
                <c:pt idx="391">
                  <c:v>988.02</c:v>
                </c:pt>
                <c:pt idx="392">
                  <c:v>988.8</c:v>
                </c:pt>
                <c:pt idx="393">
                  <c:v>1002.65</c:v>
                </c:pt>
                <c:pt idx="394">
                  <c:v>1007.46</c:v>
                </c:pt>
                <c:pt idx="395">
                  <c:v>1009.61</c:v>
                </c:pt>
                <c:pt idx="396">
                  <c:v>1012.51</c:v>
                </c:pt>
                <c:pt idx="397">
                  <c:v>993.59</c:v>
                </c:pt>
                <c:pt idx="398">
                  <c:v>987.01</c:v>
                </c:pt>
                <c:pt idx="399">
                  <c:v>966.32</c:v>
                </c:pt>
                <c:pt idx="400">
                  <c:v>989.87</c:v>
                </c:pt>
                <c:pt idx="401">
                  <c:v>994.62</c:v>
                </c:pt>
                <c:pt idx="402">
                  <c:v>995.18</c:v>
                </c:pt>
                <c:pt idx="403">
                  <c:v>1001.36</c:v>
                </c:pt>
                <c:pt idx="404">
                  <c:v>1000.19</c:v>
                </c:pt>
                <c:pt idx="405">
                  <c:v>1014.62</c:v>
                </c:pt>
                <c:pt idx="406">
                  <c:v>1010.79</c:v>
                </c:pt>
                <c:pt idx="407">
                  <c:v>1004.44</c:v>
                </c:pt>
                <c:pt idx="408">
                  <c:v>998.9</c:v>
                </c:pt>
                <c:pt idx="409">
                  <c:v>993.96</c:v>
                </c:pt>
                <c:pt idx="410">
                  <c:v>995.1</c:v>
                </c:pt>
                <c:pt idx="411">
                  <c:v>1001.08</c:v>
                </c:pt>
                <c:pt idx="412">
                  <c:v>1023.48</c:v>
                </c:pt>
                <c:pt idx="413">
                  <c:v>1033.0899999999999</c:v>
                </c:pt>
                <c:pt idx="414">
                  <c:v>1060.5</c:v>
                </c:pt>
                <c:pt idx="415">
                  <c:v>1052.54</c:v>
                </c:pt>
                <c:pt idx="416">
                  <c:v>1070.1400000000001</c:v>
                </c:pt>
                <c:pt idx="417">
                  <c:v>1079.69</c:v>
                </c:pt>
                <c:pt idx="418">
                  <c:v>1069.27</c:v>
                </c:pt>
                <c:pt idx="419">
                  <c:v>1071.3599999999999</c:v>
                </c:pt>
                <c:pt idx="420">
                  <c:v>1059.52</c:v>
                </c:pt>
                <c:pt idx="421">
                  <c:v>1066.29</c:v>
                </c:pt>
                <c:pt idx="422">
                  <c:v>1045.93</c:v>
                </c:pt>
                <c:pt idx="423">
                  <c:v>1055.06</c:v>
                </c:pt>
                <c:pt idx="424">
                  <c:v>1064.5</c:v>
                </c:pt>
                <c:pt idx="425">
                  <c:v>1085.8599999999999</c:v>
                </c:pt>
                <c:pt idx="426">
                  <c:v>1077.78</c:v>
                </c:pt>
                <c:pt idx="427">
                  <c:v>1077.5999999999999</c:v>
                </c:pt>
                <c:pt idx="428">
                  <c:v>1060.47</c:v>
                </c:pt>
                <c:pt idx="429">
                  <c:v>1073.1400000000001</c:v>
                </c:pt>
                <c:pt idx="430">
                  <c:v>1082.02</c:v>
                </c:pt>
                <c:pt idx="431">
                  <c:v>1086.6199999999999</c:v>
                </c:pt>
                <c:pt idx="432">
                  <c:v>1082.06</c:v>
                </c:pt>
                <c:pt idx="433">
                  <c:v>1078.92</c:v>
                </c:pt>
                <c:pt idx="434">
                  <c:v>1077.8699999999999</c:v>
                </c:pt>
                <c:pt idx="435">
                  <c:v>1089.58</c:v>
                </c:pt>
                <c:pt idx="436">
                  <c:v>1103.03</c:v>
                </c:pt>
                <c:pt idx="437">
                  <c:v>1106.58</c:v>
                </c:pt>
                <c:pt idx="438">
                  <c:v>1089.32</c:v>
                </c:pt>
                <c:pt idx="439">
                  <c:v>1086.45</c:v>
                </c:pt>
                <c:pt idx="440">
                  <c:v>1091.23</c:v>
                </c:pt>
                <c:pt idx="441">
                  <c:v>1093.98</c:v>
                </c:pt>
                <c:pt idx="442">
                  <c:v>1096.18</c:v>
                </c:pt>
                <c:pt idx="443">
                  <c:v>1093.1600000000001</c:v>
                </c:pt>
                <c:pt idx="444">
                  <c:v>1099.96</c:v>
                </c:pt>
                <c:pt idx="445">
                  <c:v>1104.96</c:v>
                </c:pt>
                <c:pt idx="446">
                  <c:v>1099.4100000000001</c:v>
                </c:pt>
                <c:pt idx="447">
                  <c:v>1080.54</c:v>
                </c:pt>
                <c:pt idx="448">
                  <c:v>1091.8499999999999</c:v>
                </c:pt>
                <c:pt idx="449">
                  <c:v>1108.23</c:v>
                </c:pt>
                <c:pt idx="450">
                  <c:v>1114.72</c:v>
                </c:pt>
                <c:pt idx="451">
                  <c:v>1119.3399999999999</c:v>
                </c:pt>
                <c:pt idx="452">
                  <c:v>1117.22</c:v>
                </c:pt>
                <c:pt idx="453">
                  <c:v>1121.5999999999999</c:v>
                </c:pt>
                <c:pt idx="454">
                  <c:v>1101.5</c:v>
                </c:pt>
                <c:pt idx="455">
                  <c:v>1120.02</c:v>
                </c:pt>
                <c:pt idx="456">
                  <c:v>1118.9000000000001</c:v>
                </c:pt>
                <c:pt idx="457">
                  <c:v>1108.8499999999999</c:v>
                </c:pt>
                <c:pt idx="458">
                  <c:v>1099.5</c:v>
                </c:pt>
                <c:pt idx="459">
                  <c:v>1094.56</c:v>
                </c:pt>
                <c:pt idx="460">
                  <c:v>1087.51</c:v>
                </c:pt>
                <c:pt idx="461">
                  <c:v>1085.75</c:v>
                </c:pt>
                <c:pt idx="462">
                  <c:v>1085.31</c:v>
                </c:pt>
                <c:pt idx="463">
                  <c:v>1091.79</c:v>
                </c:pt>
                <c:pt idx="464">
                  <c:v>1104.27</c:v>
                </c:pt>
                <c:pt idx="465">
                  <c:v>1112.6199999999999</c:v>
                </c:pt>
                <c:pt idx="466">
                  <c:v>1116.99</c:v>
                </c:pt>
                <c:pt idx="467">
                  <c:v>1106.82</c:v>
                </c:pt>
                <c:pt idx="468">
                  <c:v>1108.53</c:v>
                </c:pt>
                <c:pt idx="469">
                  <c:v>1090.3499999999999</c:v>
                </c:pt>
                <c:pt idx="470">
                  <c:v>1082.8699999999999</c:v>
                </c:pt>
                <c:pt idx="471">
                  <c:v>1077.7</c:v>
                </c:pt>
                <c:pt idx="472">
                  <c:v>1057.74</c:v>
                </c:pt>
                <c:pt idx="473">
                  <c:v>1059.0999999999999</c:v>
                </c:pt>
                <c:pt idx="474">
                  <c:v>1069.8800000000001</c:v>
                </c:pt>
                <c:pt idx="475">
                  <c:v>1068.79</c:v>
                </c:pt>
                <c:pt idx="476">
                  <c:v>1082</c:v>
                </c:pt>
                <c:pt idx="477">
                  <c:v>1084.83</c:v>
                </c:pt>
                <c:pt idx="478">
                  <c:v>1081.71</c:v>
                </c:pt>
                <c:pt idx="479">
                  <c:v>1091.3800000000001</c:v>
                </c:pt>
                <c:pt idx="480">
                  <c:v>1102.47</c:v>
                </c:pt>
                <c:pt idx="481">
                  <c:v>1107.9000000000001</c:v>
                </c:pt>
                <c:pt idx="482">
                  <c:v>1117.44</c:v>
                </c:pt>
                <c:pt idx="483">
                  <c:v>1122.51</c:v>
                </c:pt>
                <c:pt idx="484">
                  <c:v>1137.17</c:v>
                </c:pt>
                <c:pt idx="485">
                  <c:v>1136.42</c:v>
                </c:pt>
                <c:pt idx="486">
                  <c:v>1135.56</c:v>
                </c:pt>
                <c:pt idx="487">
                  <c:v>1120.54</c:v>
                </c:pt>
                <c:pt idx="488">
                  <c:v>1124.08</c:v>
                </c:pt>
                <c:pt idx="489">
                  <c:v>1127.28</c:v>
                </c:pt>
                <c:pt idx="490">
                  <c:v>1133.94</c:v>
                </c:pt>
                <c:pt idx="491">
                  <c:v>1137.9100000000001</c:v>
                </c:pt>
                <c:pt idx="492">
                  <c:v>1136.54</c:v>
                </c:pt>
                <c:pt idx="493">
                  <c:v>1136.45</c:v>
                </c:pt>
                <c:pt idx="494">
                  <c:v>1130.6500000000001</c:v>
                </c:pt>
                <c:pt idx="495">
                  <c:v>1133.99</c:v>
                </c:pt>
                <c:pt idx="496">
                  <c:v>1120.75</c:v>
                </c:pt>
                <c:pt idx="497">
                  <c:v>1120.0999999999999</c:v>
                </c:pt>
                <c:pt idx="498">
                  <c:v>1103.46</c:v>
                </c:pt>
                <c:pt idx="499">
                  <c:v>1114.76</c:v>
                </c:pt>
                <c:pt idx="500">
                  <c:v>1120.8800000000001</c:v>
                </c:pt>
                <c:pt idx="501">
                  <c:v>1135.26</c:v>
                </c:pt>
                <c:pt idx="502">
                  <c:v>1166.23</c:v>
                </c:pt>
                <c:pt idx="503">
                  <c:v>1176.3599999999999</c:v>
                </c:pt>
                <c:pt idx="504">
                  <c:v>1192.3699999999999</c:v>
                </c:pt>
                <c:pt idx="505">
                  <c:v>1179.92</c:v>
                </c:pt>
                <c:pt idx="506">
                  <c:v>1178.8599999999999</c:v>
                </c:pt>
                <c:pt idx="507">
                  <c:v>1182.0999999999999</c:v>
                </c:pt>
                <c:pt idx="508">
                  <c:v>1188.3499999999999</c:v>
                </c:pt>
                <c:pt idx="509">
                  <c:v>1203.04</c:v>
                </c:pt>
                <c:pt idx="510">
                  <c:v>1201.43</c:v>
                </c:pt>
                <c:pt idx="511">
                  <c:v>1207.55</c:v>
                </c:pt>
                <c:pt idx="512">
                  <c:v>1200.44</c:v>
                </c:pt>
                <c:pt idx="513">
                  <c:v>1209.26</c:v>
                </c:pt>
                <c:pt idx="514">
                  <c:v>1220.52</c:v>
                </c:pt>
                <c:pt idx="515">
                  <c:v>1225.99</c:v>
                </c:pt>
                <c:pt idx="516">
                  <c:v>1218.29</c:v>
                </c:pt>
                <c:pt idx="517">
                  <c:v>1229.58</c:v>
                </c:pt>
                <c:pt idx="518">
                  <c:v>1230.72</c:v>
                </c:pt>
                <c:pt idx="519">
                  <c:v>1205.07</c:v>
                </c:pt>
                <c:pt idx="520">
                  <c:v>1224</c:v>
                </c:pt>
                <c:pt idx="521">
                  <c:v>1228.71</c:v>
                </c:pt>
                <c:pt idx="522">
                  <c:v>1239.46</c:v>
                </c:pt>
                <c:pt idx="523">
                  <c:v>1251.04</c:v>
                </c:pt>
                <c:pt idx="524">
                  <c:v>1253.3900000000001</c:v>
                </c:pt>
                <c:pt idx="525">
                  <c:v>1254.23</c:v>
                </c:pt>
                <c:pt idx="526">
                  <c:v>1255.8499999999999</c:v>
                </c:pt>
                <c:pt idx="527">
                  <c:v>1255.03</c:v>
                </c:pt>
                <c:pt idx="528">
                  <c:v>1257.6600000000001</c:v>
                </c:pt>
                <c:pt idx="529">
                  <c:v>1250.45</c:v>
                </c:pt>
                <c:pt idx="530">
                  <c:v>1250.21</c:v>
                </c:pt>
                <c:pt idx="531">
                  <c:v>1263.82</c:v>
                </c:pt>
                <c:pt idx="532">
                  <c:v>1272.96</c:v>
                </c:pt>
                <c:pt idx="533">
                  <c:v>1268.3599999999999</c:v>
                </c:pt>
                <c:pt idx="534">
                  <c:v>1257.01</c:v>
                </c:pt>
                <c:pt idx="535">
                  <c:v>1248.7</c:v>
                </c:pt>
                <c:pt idx="536">
                  <c:v>1258.0999999999999</c:v>
                </c:pt>
                <c:pt idx="537">
                  <c:v>1253.53</c:v>
                </c:pt>
                <c:pt idx="538">
                  <c:v>1255.2</c:v>
                </c:pt>
                <c:pt idx="539">
                  <c:v>1252.33</c:v>
                </c:pt>
                <c:pt idx="540">
                  <c:v>1266.77</c:v>
                </c:pt>
                <c:pt idx="541">
                  <c:v>1289.03</c:v>
                </c:pt>
                <c:pt idx="542">
                  <c:v>1291.26</c:v>
                </c:pt>
                <c:pt idx="543">
                  <c:v>1291.75</c:v>
                </c:pt>
                <c:pt idx="544">
                  <c:v>1304.43</c:v>
                </c:pt>
                <c:pt idx="545">
                  <c:v>1319.97</c:v>
                </c:pt>
                <c:pt idx="546">
                  <c:v>1315.33</c:v>
                </c:pt>
                <c:pt idx="547">
                  <c:v>1322.3</c:v>
                </c:pt>
                <c:pt idx="548">
                  <c:v>1353.53</c:v>
                </c:pt>
                <c:pt idx="549">
                  <c:v>1349.6</c:v>
                </c:pt>
                <c:pt idx="550">
                  <c:v>1353.57</c:v>
                </c:pt>
                <c:pt idx="551">
                  <c:v>1364.07</c:v>
                </c:pt>
                <c:pt idx="552">
                  <c:v>1370.76</c:v>
                </c:pt>
                <c:pt idx="553">
                  <c:v>1358.03</c:v>
                </c:pt>
                <c:pt idx="554">
                  <c:v>1358.98</c:v>
                </c:pt>
                <c:pt idx="555">
                  <c:v>1381.31</c:v>
                </c:pt>
                <c:pt idx="556">
                  <c:v>1400.97</c:v>
                </c:pt>
                <c:pt idx="557">
                  <c:v>1406.07</c:v>
                </c:pt>
                <c:pt idx="558">
                  <c:v>1392.85</c:v>
                </c:pt>
                <c:pt idx="559">
                  <c:v>1410.2</c:v>
                </c:pt>
                <c:pt idx="560">
                  <c:v>1388.76</c:v>
                </c:pt>
                <c:pt idx="561">
                  <c:v>1371.42</c:v>
                </c:pt>
                <c:pt idx="562">
                  <c:v>1350.59</c:v>
                </c:pt>
                <c:pt idx="563">
                  <c:v>1329.57</c:v>
                </c:pt>
                <c:pt idx="564">
                  <c:v>1361.09</c:v>
                </c:pt>
                <c:pt idx="565">
                  <c:v>1381.19</c:v>
                </c:pt>
                <c:pt idx="566">
                  <c:v>1392.64</c:v>
                </c:pt>
                <c:pt idx="567">
                  <c:v>1387.61</c:v>
                </c:pt>
                <c:pt idx="568">
                  <c:v>1395.35</c:v>
                </c:pt>
                <c:pt idx="569">
                  <c:v>1399.81</c:v>
                </c:pt>
                <c:pt idx="570">
                  <c:v>1409.14</c:v>
                </c:pt>
                <c:pt idx="571">
                  <c:v>1422.94</c:v>
                </c:pt>
                <c:pt idx="572">
                  <c:v>1427.89</c:v>
                </c:pt>
                <c:pt idx="573">
                  <c:v>1428.87</c:v>
                </c:pt>
                <c:pt idx="574">
                  <c:v>1437.72</c:v>
                </c:pt>
                <c:pt idx="575">
                  <c:v>1442.17</c:v>
                </c:pt>
                <c:pt idx="576">
                  <c:v>1444.93</c:v>
                </c:pt>
                <c:pt idx="577">
                  <c:v>1425.13</c:v>
                </c:pt>
                <c:pt idx="578">
                  <c:v>1430.03</c:v>
                </c:pt>
                <c:pt idx="579">
                  <c:v>1397.67</c:v>
                </c:pt>
                <c:pt idx="580">
                  <c:v>1398.2</c:v>
                </c:pt>
                <c:pt idx="581">
                  <c:v>1376.76</c:v>
                </c:pt>
                <c:pt idx="582">
                  <c:v>1383.81</c:v>
                </c:pt>
                <c:pt idx="583">
                  <c:v>1339.26</c:v>
                </c:pt>
                <c:pt idx="584">
                  <c:v>1362.47</c:v>
                </c:pt>
                <c:pt idx="585">
                  <c:v>1359.65</c:v>
                </c:pt>
                <c:pt idx="586">
                  <c:v>1378.02</c:v>
                </c:pt>
                <c:pt idx="587">
                  <c:v>1346.34</c:v>
                </c:pt>
                <c:pt idx="588">
                  <c:v>1339.31</c:v>
                </c:pt>
                <c:pt idx="589">
                  <c:v>1308.1400000000001</c:v>
                </c:pt>
                <c:pt idx="590">
                  <c:v>1317.85</c:v>
                </c:pt>
                <c:pt idx="591">
                  <c:v>1324.9</c:v>
                </c:pt>
                <c:pt idx="592">
                  <c:v>1357.6</c:v>
                </c:pt>
                <c:pt idx="593">
                  <c:v>1348.2</c:v>
                </c:pt>
                <c:pt idx="594">
                  <c:v>1340.25</c:v>
                </c:pt>
                <c:pt idx="595">
                  <c:v>1349.07</c:v>
                </c:pt>
                <c:pt idx="596">
                  <c:v>1342.8</c:v>
                </c:pt>
                <c:pt idx="597">
                  <c:v>1347.33</c:v>
                </c:pt>
                <c:pt idx="598">
                  <c:v>1336.84</c:v>
                </c:pt>
                <c:pt idx="599">
                  <c:v>1336.27</c:v>
                </c:pt>
                <c:pt idx="600">
                  <c:v>1323.77</c:v>
                </c:pt>
                <c:pt idx="601">
                  <c:v>1298.44</c:v>
                </c:pt>
                <c:pt idx="602">
                  <c:v>1288.42</c:v>
                </c:pt>
                <c:pt idx="603">
                  <c:v>1307.48</c:v>
                </c:pt>
                <c:pt idx="604">
                  <c:v>1310.1099999999999</c:v>
                </c:pt>
                <c:pt idx="605">
                  <c:v>1319.5</c:v>
                </c:pt>
                <c:pt idx="606">
                  <c:v>1316.43</c:v>
                </c:pt>
                <c:pt idx="607">
                  <c:v>1335.24</c:v>
                </c:pt>
                <c:pt idx="608">
                  <c:v>1338.23</c:v>
                </c:pt>
                <c:pt idx="609">
                  <c:v>1338.79</c:v>
                </c:pt>
                <c:pt idx="610">
                  <c:v>1346.91</c:v>
                </c:pt>
                <c:pt idx="611">
                  <c:v>1338.76</c:v>
                </c:pt>
                <c:pt idx="612">
                  <c:v>1343.36</c:v>
                </c:pt>
                <c:pt idx="613">
                  <c:v>1330.36</c:v>
                </c:pt>
                <c:pt idx="614">
                  <c:v>1322.31</c:v>
                </c:pt>
                <c:pt idx="615">
                  <c:v>1323.95</c:v>
                </c:pt>
                <c:pt idx="616">
                  <c:v>1336.59</c:v>
                </c:pt>
                <c:pt idx="617">
                  <c:v>1341.09</c:v>
                </c:pt>
                <c:pt idx="618">
                  <c:v>1348.69</c:v>
                </c:pt>
                <c:pt idx="619">
                  <c:v>1348.55</c:v>
                </c:pt>
                <c:pt idx="620">
                  <c:v>1347.61</c:v>
                </c:pt>
                <c:pt idx="621">
                  <c:v>1336.86</c:v>
                </c:pt>
                <c:pt idx="622">
                  <c:v>1341.43</c:v>
                </c:pt>
                <c:pt idx="623">
                  <c:v>1353.02</c:v>
                </c:pt>
                <c:pt idx="624">
                  <c:v>1360.64</c:v>
                </c:pt>
                <c:pt idx="625">
                  <c:v>1361.96</c:v>
                </c:pt>
                <c:pt idx="626">
                  <c:v>1364.96</c:v>
                </c:pt>
                <c:pt idx="627">
                  <c:v>1364.54</c:v>
                </c:pt>
                <c:pt idx="628">
                  <c:v>1347.61</c:v>
                </c:pt>
                <c:pt idx="629">
                  <c:v>1338.89</c:v>
                </c:pt>
                <c:pt idx="630">
                  <c:v>1334.99</c:v>
                </c:pt>
                <c:pt idx="631">
                  <c:v>1333.05</c:v>
                </c:pt>
                <c:pt idx="632">
                  <c:v>1340.8</c:v>
                </c:pt>
                <c:pt idx="633">
                  <c:v>1348.57</c:v>
                </c:pt>
                <c:pt idx="634">
                  <c:v>1346.35</c:v>
                </c:pt>
                <c:pt idx="635">
                  <c:v>1329.08</c:v>
                </c:pt>
                <c:pt idx="636">
                  <c:v>1315.25</c:v>
                </c:pt>
                <c:pt idx="637">
                  <c:v>1292.78</c:v>
                </c:pt>
                <c:pt idx="638">
                  <c:v>1307.53</c:v>
                </c:pt>
                <c:pt idx="639">
                  <c:v>1311.45</c:v>
                </c:pt>
                <c:pt idx="640">
                  <c:v>1333.18</c:v>
                </c:pt>
                <c:pt idx="641">
                  <c:v>1327.54</c:v>
                </c:pt>
                <c:pt idx="642">
                  <c:v>1329.31</c:v>
                </c:pt>
                <c:pt idx="643">
                  <c:v>1330.04</c:v>
                </c:pt>
                <c:pt idx="644">
                  <c:v>1326.68</c:v>
                </c:pt>
                <c:pt idx="645">
                  <c:v>1345.49</c:v>
                </c:pt>
                <c:pt idx="646">
                  <c:v>1351.95</c:v>
                </c:pt>
                <c:pt idx="647">
                  <c:v>1354.31</c:v>
                </c:pt>
                <c:pt idx="648">
                  <c:v>1360.78</c:v>
                </c:pt>
                <c:pt idx="649">
                  <c:v>1376.21</c:v>
                </c:pt>
                <c:pt idx="650">
                  <c:v>1390.85</c:v>
                </c:pt>
                <c:pt idx="651">
                  <c:v>1388.47</c:v>
                </c:pt>
                <c:pt idx="652">
                  <c:v>1383.57</c:v>
                </c:pt>
                <c:pt idx="653">
                  <c:v>1381.56</c:v>
                </c:pt>
                <c:pt idx="654">
                  <c:v>1380.59</c:v>
                </c:pt>
                <c:pt idx="655">
                  <c:v>1377.43</c:v>
                </c:pt>
                <c:pt idx="656">
                  <c:v>1372.8</c:v>
                </c:pt>
                <c:pt idx="657">
                  <c:v>1378.85</c:v>
                </c:pt>
                <c:pt idx="658">
                  <c:v>1381.99</c:v>
                </c:pt>
                <c:pt idx="659">
                  <c:v>1383.19</c:v>
                </c:pt>
                <c:pt idx="660">
                  <c:v>1378.27</c:v>
                </c:pt>
                <c:pt idx="661">
                  <c:v>1370</c:v>
                </c:pt>
                <c:pt idx="662">
                  <c:v>1362.88</c:v>
                </c:pt>
                <c:pt idx="663">
                  <c:v>1361.25</c:v>
                </c:pt>
                <c:pt idx="664">
                  <c:v>1350.52</c:v>
                </c:pt>
                <c:pt idx="665">
                  <c:v>1346.84</c:v>
                </c:pt>
                <c:pt idx="666">
                  <c:v>1360.5</c:v>
                </c:pt>
                <c:pt idx="667">
                  <c:v>1367.39</c:v>
                </c:pt>
                <c:pt idx="668">
                  <c:v>1379.59</c:v>
                </c:pt>
                <c:pt idx="669">
                  <c:v>1380.9</c:v>
                </c:pt>
                <c:pt idx="670">
                  <c:v>1377.15</c:v>
                </c:pt>
                <c:pt idx="671">
                  <c:v>1374.64</c:v>
                </c:pt>
                <c:pt idx="672">
                  <c:v>1368.22</c:v>
                </c:pt>
                <c:pt idx="673">
                  <c:v>1355.38</c:v>
                </c:pt>
                <c:pt idx="674">
                  <c:v>1354.47</c:v>
                </c:pt>
                <c:pt idx="675">
                  <c:v>1346.58</c:v>
                </c:pt>
                <c:pt idx="676">
                  <c:v>1340.68</c:v>
                </c:pt>
                <c:pt idx="677">
                  <c:v>1316.25</c:v>
                </c:pt>
                <c:pt idx="678">
                  <c:v>1318.17</c:v>
                </c:pt>
                <c:pt idx="679">
                  <c:v>1326.83</c:v>
                </c:pt>
                <c:pt idx="680">
                  <c:v>1339.51</c:v>
                </c:pt>
                <c:pt idx="681">
                  <c:v>1338.13</c:v>
                </c:pt>
                <c:pt idx="682">
                  <c:v>1348.48</c:v>
                </c:pt>
                <c:pt idx="683">
                  <c:v>1340.08</c:v>
                </c:pt>
                <c:pt idx="684">
                  <c:v>1317.22</c:v>
                </c:pt>
                <c:pt idx="685">
                  <c:v>1311.07</c:v>
                </c:pt>
                <c:pt idx="686">
                  <c:v>1312.15</c:v>
                </c:pt>
                <c:pt idx="687">
                  <c:v>1326.38</c:v>
                </c:pt>
                <c:pt idx="688">
                  <c:v>1311.3</c:v>
                </c:pt>
                <c:pt idx="689">
                  <c:v>1279.99</c:v>
                </c:pt>
                <c:pt idx="690">
                  <c:v>1252.43</c:v>
                </c:pt>
                <c:pt idx="691">
                  <c:v>1268.21</c:v>
                </c:pt>
                <c:pt idx="692">
                  <c:v>1295.4100000000001</c:v>
                </c:pt>
                <c:pt idx="693">
                  <c:v>1277.8</c:v>
                </c:pt>
                <c:pt idx="694">
                  <c:v>1293.1099999999999</c:v>
                </c:pt>
                <c:pt idx="695">
                  <c:v>1294.18</c:v>
                </c:pt>
                <c:pt idx="696">
                  <c:v>1303.99</c:v>
                </c:pt>
                <c:pt idx="697">
                  <c:v>1300.0899999999999</c:v>
                </c:pt>
                <c:pt idx="698">
                  <c:v>1292.53</c:v>
                </c:pt>
                <c:pt idx="699">
                  <c:v>1294.2</c:v>
                </c:pt>
                <c:pt idx="700">
                  <c:v>1300.33</c:v>
                </c:pt>
                <c:pt idx="701">
                  <c:v>1297.58</c:v>
                </c:pt>
                <c:pt idx="702">
                  <c:v>1290.9100000000001</c:v>
                </c:pt>
                <c:pt idx="703">
                  <c:v>1280.8599999999999</c:v>
                </c:pt>
                <c:pt idx="704">
                  <c:v>1272.19</c:v>
                </c:pt>
                <c:pt idx="705">
                  <c:v>1255.78</c:v>
                </c:pt>
                <c:pt idx="706">
                  <c:v>1261.5999999999999</c:v>
                </c:pt>
                <c:pt idx="707">
                  <c:v>1232.4100000000001</c:v>
                </c:pt>
                <c:pt idx="708">
                  <c:v>1220.78</c:v>
                </c:pt>
                <c:pt idx="709">
                  <c:v>1237.53</c:v>
                </c:pt>
                <c:pt idx="710">
                  <c:v>1270.01</c:v>
                </c:pt>
                <c:pt idx="711">
                  <c:v>1275.31</c:v>
                </c:pt>
                <c:pt idx="712">
                  <c:v>1266.1300000000001</c:v>
                </c:pt>
                <c:pt idx="713">
                  <c:v>1272.67</c:v>
                </c:pt>
                <c:pt idx="714">
                  <c:v>1285.3900000000001</c:v>
                </c:pt>
                <c:pt idx="715">
                  <c:v>1308.67</c:v>
                </c:pt>
                <c:pt idx="716">
                  <c:v>1312.44</c:v>
                </c:pt>
                <c:pt idx="717">
                  <c:v>1311.91</c:v>
                </c:pt>
                <c:pt idx="718">
                  <c:v>1315.91</c:v>
                </c:pt>
                <c:pt idx="719">
                  <c:v>1324.37</c:v>
                </c:pt>
                <c:pt idx="720">
                  <c:v>1325.65</c:v>
                </c:pt>
                <c:pt idx="721">
                  <c:v>1313.6</c:v>
                </c:pt>
                <c:pt idx="722">
                  <c:v>1299.97</c:v>
                </c:pt>
                <c:pt idx="723">
                  <c:v>1308.94</c:v>
                </c:pt>
                <c:pt idx="724">
                  <c:v>1301.54</c:v>
                </c:pt>
                <c:pt idx="725">
                  <c:v>1296.1500000000001</c:v>
                </c:pt>
                <c:pt idx="726">
                  <c:v>1288.68</c:v>
                </c:pt>
                <c:pt idx="727">
                  <c:v>1276.78</c:v>
                </c:pt>
                <c:pt idx="728">
                  <c:v>1279.3499999999999</c:v>
                </c:pt>
                <c:pt idx="729">
                  <c:v>1258.23</c:v>
                </c:pt>
                <c:pt idx="730">
                  <c:v>1261.4000000000001</c:v>
                </c:pt>
                <c:pt idx="731">
                  <c:v>1262.79</c:v>
                </c:pt>
                <c:pt idx="732">
                  <c:v>1272.52</c:v>
                </c:pt>
                <c:pt idx="733">
                  <c:v>1265.0999999999999</c:v>
                </c:pt>
                <c:pt idx="734">
                  <c:v>1267.3599999999999</c:v>
                </c:pt>
                <c:pt idx="735">
                  <c:v>1260.8900000000001</c:v>
                </c:pt>
                <c:pt idx="736">
                  <c:v>1251.28</c:v>
                </c:pt>
                <c:pt idx="737">
                  <c:v>1253.0999999999999</c:v>
                </c:pt>
                <c:pt idx="738">
                  <c:v>1246.5999999999999</c:v>
                </c:pt>
                <c:pt idx="739">
                  <c:v>1236.4100000000001</c:v>
                </c:pt>
                <c:pt idx="740">
                  <c:v>1236.51</c:v>
                </c:pt>
                <c:pt idx="741">
                  <c:v>1227.1300000000001</c:v>
                </c:pt>
                <c:pt idx="742">
                  <c:v>1253.28</c:v>
                </c:pt>
                <c:pt idx="743">
                  <c:v>1257.04</c:v>
                </c:pt>
                <c:pt idx="744">
                  <c:v>1265.6500000000001</c:v>
                </c:pt>
                <c:pt idx="745">
                  <c:v>1253.6300000000001</c:v>
                </c:pt>
                <c:pt idx="746">
                  <c:v>1260.23</c:v>
                </c:pt>
                <c:pt idx="747">
                  <c:v>1266.67</c:v>
                </c:pt>
                <c:pt idx="748">
                  <c:v>1283.67</c:v>
                </c:pt>
                <c:pt idx="749">
                  <c:v>1283.02</c:v>
                </c:pt>
                <c:pt idx="750">
                  <c:v>1294.57</c:v>
                </c:pt>
                <c:pt idx="751">
                  <c:v>1301.1300000000001</c:v>
                </c:pt>
                <c:pt idx="752">
                  <c:v>1293</c:v>
                </c:pt>
                <c:pt idx="753">
                  <c:v>1293.1400000000001</c:v>
                </c:pt>
                <c:pt idx="754">
                  <c:v>1297.26</c:v>
                </c:pt>
                <c:pt idx="755">
                  <c:v>1296.06</c:v>
                </c:pt>
                <c:pt idx="756">
                  <c:v>1282.8900000000001</c:v>
                </c:pt>
                <c:pt idx="757">
                  <c:v>1276.07</c:v>
                </c:pt>
                <c:pt idx="758">
                  <c:v>1264.75</c:v>
                </c:pt>
                <c:pt idx="759">
                  <c:v>1264.54</c:v>
                </c:pt>
                <c:pt idx="760">
                  <c:v>1263.96</c:v>
                </c:pt>
                <c:pt idx="761">
                  <c:v>1262.46</c:v>
                </c:pt>
                <c:pt idx="762">
                  <c:v>1268.45</c:v>
                </c:pt>
                <c:pt idx="763">
                  <c:v>1264.07</c:v>
                </c:pt>
                <c:pt idx="764">
                  <c:v>1268.82</c:v>
                </c:pt>
                <c:pt idx="765">
                  <c:v>1272.95</c:v>
                </c:pt>
                <c:pt idx="766">
                  <c:v>1274.3900000000001</c:v>
                </c:pt>
                <c:pt idx="767">
                  <c:v>1281.4000000000001</c:v>
                </c:pt>
                <c:pt idx="768">
                  <c:v>1285.48</c:v>
                </c:pt>
                <c:pt idx="769">
                  <c:v>1286.82</c:v>
                </c:pt>
                <c:pt idx="770">
                  <c:v>1290.55</c:v>
                </c:pt>
                <c:pt idx="771">
                  <c:v>1286.8699999999999</c:v>
                </c:pt>
                <c:pt idx="772">
                  <c:v>1273.8699999999999</c:v>
                </c:pt>
                <c:pt idx="773">
                  <c:v>1269.22</c:v>
                </c:pt>
                <c:pt idx="774">
                  <c:v>1261.56</c:v>
                </c:pt>
                <c:pt idx="775">
                  <c:v>1255.3900000000001</c:v>
                </c:pt>
                <c:pt idx="776">
                  <c:v>1253.1500000000001</c:v>
                </c:pt>
                <c:pt idx="777">
                  <c:v>1254.69</c:v>
                </c:pt>
                <c:pt idx="778">
                  <c:v>1223.1300000000001</c:v>
                </c:pt>
                <c:pt idx="779">
                  <c:v>1218.99</c:v>
                </c:pt>
                <c:pt idx="780">
                  <c:v>1212.42</c:v>
                </c:pt>
                <c:pt idx="781">
                  <c:v>1226.81</c:v>
                </c:pt>
                <c:pt idx="782">
                  <c:v>1236.19</c:v>
                </c:pt>
                <c:pt idx="783">
                  <c:v>1224.6400000000001</c:v>
                </c:pt>
                <c:pt idx="784">
                  <c:v>1213.96</c:v>
                </c:pt>
                <c:pt idx="785">
                  <c:v>1235.56</c:v>
                </c:pt>
                <c:pt idx="786">
                  <c:v>1241.01</c:v>
                </c:pt>
                <c:pt idx="787">
                  <c:v>1247.71</c:v>
                </c:pt>
                <c:pt idx="788">
                  <c:v>1238.54</c:v>
                </c:pt>
                <c:pt idx="789">
                  <c:v>1230.6099999999999</c:v>
                </c:pt>
                <c:pt idx="790">
                  <c:v>1222.0999999999999</c:v>
                </c:pt>
                <c:pt idx="791">
                  <c:v>1214.5</c:v>
                </c:pt>
                <c:pt idx="792">
                  <c:v>1223.8900000000001</c:v>
                </c:pt>
                <c:pt idx="793">
                  <c:v>1216.3</c:v>
                </c:pt>
                <c:pt idx="794">
                  <c:v>1190.08</c:v>
                </c:pt>
                <c:pt idx="795">
                  <c:v>1203.6600000000001</c:v>
                </c:pt>
                <c:pt idx="796">
                  <c:v>1209.8800000000001</c:v>
                </c:pt>
                <c:pt idx="797">
                  <c:v>1219.5899999999999</c:v>
                </c:pt>
                <c:pt idx="798">
                  <c:v>1220.55</c:v>
                </c:pt>
                <c:pt idx="799">
                  <c:v>1221.76</c:v>
                </c:pt>
                <c:pt idx="800">
                  <c:v>1227.1199999999999</c:v>
                </c:pt>
                <c:pt idx="801">
                  <c:v>1217.93</c:v>
                </c:pt>
                <c:pt idx="802">
                  <c:v>1222.75</c:v>
                </c:pt>
                <c:pt idx="803">
                  <c:v>1232.01</c:v>
                </c:pt>
                <c:pt idx="804">
                  <c:v>1233.5</c:v>
                </c:pt>
                <c:pt idx="805">
                  <c:v>1234.95</c:v>
                </c:pt>
                <c:pt idx="806">
                  <c:v>1222.74</c:v>
                </c:pt>
                <c:pt idx="807">
                  <c:v>1217.07</c:v>
                </c:pt>
                <c:pt idx="808">
                  <c:v>1226.0999999999999</c:v>
                </c:pt>
                <c:pt idx="809">
                  <c:v>1232.27</c:v>
                </c:pt>
                <c:pt idx="810">
                  <c:v>1243.04</c:v>
                </c:pt>
                <c:pt idx="811">
                  <c:v>1267.3399999999999</c:v>
                </c:pt>
                <c:pt idx="812">
                  <c:v>1263.3</c:v>
                </c:pt>
                <c:pt idx="813">
                  <c:v>1257.46</c:v>
                </c:pt>
                <c:pt idx="814">
                  <c:v>1254.4000000000001</c:v>
                </c:pt>
                <c:pt idx="815">
                  <c:v>1241.58</c:v>
                </c:pt>
                <c:pt idx="816">
                  <c:v>1239.83</c:v>
                </c:pt>
                <c:pt idx="817">
                  <c:v>1255.74</c:v>
                </c:pt>
                <c:pt idx="818">
                  <c:v>1244.31</c:v>
                </c:pt>
                <c:pt idx="819">
                  <c:v>1222.1600000000001</c:v>
                </c:pt>
                <c:pt idx="820">
                  <c:v>1210.45</c:v>
                </c:pt>
                <c:pt idx="821">
                  <c:v>1211.45</c:v>
                </c:pt>
                <c:pt idx="822">
                  <c:v>1192.06</c:v>
                </c:pt>
                <c:pt idx="823">
                  <c:v>1191.1400000000001</c:v>
                </c:pt>
                <c:pt idx="824">
                  <c:v>1208.23</c:v>
                </c:pt>
                <c:pt idx="825">
                  <c:v>1214.01</c:v>
                </c:pt>
                <c:pt idx="826">
                  <c:v>1213.23</c:v>
                </c:pt>
                <c:pt idx="827">
                  <c:v>1210.27</c:v>
                </c:pt>
                <c:pt idx="828">
                  <c:v>1221.0999999999999</c:v>
                </c:pt>
                <c:pt idx="829">
                  <c:v>1219.33</c:v>
                </c:pt>
                <c:pt idx="830">
                  <c:v>1219.81</c:v>
                </c:pt>
                <c:pt idx="831">
                  <c:v>1239.79</c:v>
                </c:pt>
                <c:pt idx="832">
                  <c:v>1251.0899999999999</c:v>
                </c:pt>
                <c:pt idx="833">
                  <c:v>1240.51</c:v>
                </c:pt>
                <c:pt idx="834">
                  <c:v>1220.42</c:v>
                </c:pt>
                <c:pt idx="835">
                  <c:v>1229.05</c:v>
                </c:pt>
                <c:pt idx="836">
                  <c:v>1244.19</c:v>
                </c:pt>
                <c:pt idx="837">
                  <c:v>1242.92</c:v>
                </c:pt>
                <c:pt idx="838">
                  <c:v>1231.77</c:v>
                </c:pt>
                <c:pt idx="839">
                  <c:v>1219.46</c:v>
                </c:pt>
                <c:pt idx="840">
                  <c:v>1206.6300000000001</c:v>
                </c:pt>
                <c:pt idx="841">
                  <c:v>1206.8599999999999</c:v>
                </c:pt>
                <c:pt idx="842">
                  <c:v>1154.8599999999999</c:v>
                </c:pt>
                <c:pt idx="843">
                  <c:v>1171.99</c:v>
                </c:pt>
                <c:pt idx="844">
                  <c:v>1171.31</c:v>
                </c:pt>
                <c:pt idx="845">
                  <c:v>1176.43</c:v>
                </c:pt>
                <c:pt idx="846">
                  <c:v>1168.4100000000001</c:v>
                </c:pt>
                <c:pt idx="847">
                  <c:v>1172.56</c:v>
                </c:pt>
                <c:pt idx="848">
                  <c:v>1144.9100000000001</c:v>
                </c:pt>
                <c:pt idx="849">
                  <c:v>1107.3</c:v>
                </c:pt>
                <c:pt idx="850">
                  <c:v>1096.05</c:v>
                </c:pt>
                <c:pt idx="851">
                  <c:v>1090.67</c:v>
                </c:pt>
                <c:pt idx="852">
                  <c:v>1102.74</c:v>
                </c:pt>
                <c:pt idx="853">
                  <c:v>1085.6600000000001</c:v>
                </c:pt>
                <c:pt idx="854">
                  <c:v>1055.01</c:v>
                </c:pt>
                <c:pt idx="855">
                  <c:v>1026.77</c:v>
                </c:pt>
                <c:pt idx="856">
                  <c:v>1081</c:v>
                </c:pt>
                <c:pt idx="857">
                  <c:v>1120.93</c:v>
                </c:pt>
                <c:pt idx="858">
                  <c:v>1122.98</c:v>
                </c:pt>
                <c:pt idx="859">
                  <c:v>1115.26</c:v>
                </c:pt>
                <c:pt idx="860">
                  <c:v>1131.4100000000001</c:v>
                </c:pt>
                <c:pt idx="861">
                  <c:v>1140.72</c:v>
                </c:pt>
                <c:pt idx="862">
                  <c:v>1136.95</c:v>
                </c:pt>
                <c:pt idx="863">
                  <c:v>1125.01</c:v>
                </c:pt>
                <c:pt idx="864">
                  <c:v>1124.82</c:v>
                </c:pt>
                <c:pt idx="865">
                  <c:v>1136.45</c:v>
                </c:pt>
                <c:pt idx="866">
                  <c:v>1149.3</c:v>
                </c:pt>
                <c:pt idx="867">
                  <c:v>1141.79</c:v>
                </c:pt>
                <c:pt idx="868">
                  <c:v>1145.8499999999999</c:v>
                </c:pt>
                <c:pt idx="869">
                  <c:v>1161.6500000000001</c:v>
                </c:pt>
                <c:pt idx="870">
                  <c:v>1156.75</c:v>
                </c:pt>
                <c:pt idx="871">
                  <c:v>1142.5</c:v>
                </c:pt>
                <c:pt idx="872">
                  <c:v>1126.06</c:v>
                </c:pt>
                <c:pt idx="873">
                  <c:v>1127.93</c:v>
                </c:pt>
                <c:pt idx="874">
                  <c:v>1111.76</c:v>
                </c:pt>
                <c:pt idx="875">
                  <c:v>1110.4000000000001</c:v>
                </c:pt>
                <c:pt idx="876">
                  <c:v>1119.32</c:v>
                </c:pt>
                <c:pt idx="877">
                  <c:v>1117.3599999999999</c:v>
                </c:pt>
                <c:pt idx="878">
                  <c:v>1112.9000000000001</c:v>
                </c:pt>
                <c:pt idx="879">
                  <c:v>1106.68</c:v>
                </c:pt>
                <c:pt idx="880">
                  <c:v>1096</c:v>
                </c:pt>
                <c:pt idx="881">
                  <c:v>1095.6300000000001</c:v>
                </c:pt>
                <c:pt idx="882">
                  <c:v>1086.93</c:v>
                </c:pt>
                <c:pt idx="883">
                  <c:v>1075.5999999999999</c:v>
                </c:pt>
                <c:pt idx="884">
                  <c:v>1046.04</c:v>
                </c:pt>
                <c:pt idx="885">
                  <c:v>1049.3900000000001</c:v>
                </c:pt>
                <c:pt idx="886">
                  <c:v>1043.74</c:v>
                </c:pt>
                <c:pt idx="887">
                  <c:v>1053.82</c:v>
                </c:pt>
                <c:pt idx="888">
                  <c:v>1076.19</c:v>
                </c:pt>
                <c:pt idx="889">
                  <c:v>1072.56</c:v>
                </c:pt>
                <c:pt idx="890">
                  <c:v>1069.24</c:v>
                </c:pt>
                <c:pt idx="891">
                  <c:v>1063.8399999999999</c:v>
                </c:pt>
                <c:pt idx="892">
                  <c:v>1058.72</c:v>
                </c:pt>
                <c:pt idx="893">
                  <c:v>1031.5</c:v>
                </c:pt>
                <c:pt idx="894">
                  <c:v>1014.68</c:v>
                </c:pt>
                <c:pt idx="895">
                  <c:v>1007.22</c:v>
                </c:pt>
                <c:pt idx="896">
                  <c:v>1011.22</c:v>
                </c:pt>
                <c:pt idx="897">
                  <c:v>987.82</c:v>
                </c:pt>
                <c:pt idx="898">
                  <c:v>1004.52</c:v>
                </c:pt>
                <c:pt idx="899">
                  <c:v>1007.5</c:v>
                </c:pt>
                <c:pt idx="900">
                  <c:v>1030.83</c:v>
                </c:pt>
                <c:pt idx="901">
                  <c:v>1033.19</c:v>
                </c:pt>
                <c:pt idx="902">
                  <c:v>1014.89</c:v>
                </c:pt>
                <c:pt idx="903">
                  <c:v>1035.31</c:v>
                </c:pt>
                <c:pt idx="904">
                  <c:v>1034.51</c:v>
                </c:pt>
                <c:pt idx="905">
                  <c:v>1016.99</c:v>
                </c:pt>
                <c:pt idx="906">
                  <c:v>1019.59</c:v>
                </c:pt>
                <c:pt idx="907">
                  <c:v>1022.96</c:v>
                </c:pt>
                <c:pt idx="908">
                  <c:v>1043.17</c:v>
                </c:pt>
                <c:pt idx="909">
                  <c:v>1065.0899999999999</c:v>
                </c:pt>
                <c:pt idx="910">
                  <c:v>1077.67</c:v>
                </c:pt>
                <c:pt idx="911">
                  <c:v>1067.8599999999999</c:v>
                </c:pt>
                <c:pt idx="912">
                  <c:v>1061.44</c:v>
                </c:pt>
                <c:pt idx="913">
                  <c:v>1060.74</c:v>
                </c:pt>
                <c:pt idx="914">
                  <c:v>1071.33</c:v>
                </c:pt>
                <c:pt idx="915">
                  <c:v>1061.02</c:v>
                </c:pt>
                <c:pt idx="916">
                  <c:v>1073.74</c:v>
                </c:pt>
                <c:pt idx="917">
                  <c:v>1067.1500000000001</c:v>
                </c:pt>
                <c:pt idx="918">
                  <c:v>1054.6400000000001</c:v>
                </c:pt>
                <c:pt idx="919">
                  <c:v>1016.46</c:v>
                </c:pt>
                <c:pt idx="920">
                  <c:v>1017.87</c:v>
                </c:pt>
                <c:pt idx="921">
                  <c:v>1020.1</c:v>
                </c:pt>
                <c:pt idx="922">
                  <c:v>1008.11</c:v>
                </c:pt>
                <c:pt idx="923">
                  <c:v>1004.63</c:v>
                </c:pt>
                <c:pt idx="924">
                  <c:v>1000.42</c:v>
                </c:pt>
                <c:pt idx="925">
                  <c:v>1016.98</c:v>
                </c:pt>
                <c:pt idx="926">
                  <c:v>993.59</c:v>
                </c:pt>
                <c:pt idx="927">
                  <c:v>995.34</c:v>
                </c:pt>
                <c:pt idx="928">
                  <c:v>1011.18</c:v>
                </c:pt>
                <c:pt idx="929">
                  <c:v>1027.55</c:v>
                </c:pt>
                <c:pt idx="930">
                  <c:v>1030.07</c:v>
                </c:pt>
                <c:pt idx="931">
                  <c:v>1013.2</c:v>
                </c:pt>
                <c:pt idx="932">
                  <c:v>1000.67</c:v>
                </c:pt>
                <c:pt idx="933">
                  <c:v>992.84</c:v>
                </c:pt>
                <c:pt idx="934">
                  <c:v>992.8</c:v>
                </c:pt>
                <c:pt idx="935">
                  <c:v>991.47</c:v>
                </c:pt>
                <c:pt idx="936">
                  <c:v>981.01</c:v>
                </c:pt>
                <c:pt idx="937">
                  <c:v>994.34</c:v>
                </c:pt>
                <c:pt idx="938">
                  <c:v>999.57</c:v>
                </c:pt>
                <c:pt idx="939">
                  <c:v>981.15</c:v>
                </c:pt>
                <c:pt idx="940">
                  <c:v>967.31</c:v>
                </c:pt>
                <c:pt idx="941">
                  <c:v>970.46</c:v>
                </c:pt>
                <c:pt idx="942">
                  <c:v>965.45</c:v>
                </c:pt>
                <c:pt idx="943">
                  <c:v>961.85</c:v>
                </c:pt>
                <c:pt idx="944">
                  <c:v>980.48</c:v>
                </c:pt>
                <c:pt idx="945">
                  <c:v>979.94</c:v>
                </c:pt>
                <c:pt idx="946">
                  <c:v>986.56</c:v>
                </c:pt>
                <c:pt idx="947">
                  <c:v>990.69</c:v>
                </c:pt>
                <c:pt idx="948">
                  <c:v>990.37</c:v>
                </c:pt>
                <c:pt idx="949">
                  <c:v>987.08</c:v>
                </c:pt>
                <c:pt idx="950">
                  <c:v>989.92</c:v>
                </c:pt>
                <c:pt idx="951">
                  <c:v>989.89</c:v>
                </c:pt>
                <c:pt idx="952">
                  <c:v>997.61</c:v>
                </c:pt>
                <c:pt idx="953">
                  <c:v>993.78</c:v>
                </c:pt>
                <c:pt idx="954">
                  <c:v>995.04</c:v>
                </c:pt>
                <c:pt idx="955">
                  <c:v>984.32</c:v>
                </c:pt>
                <c:pt idx="956">
                  <c:v>985.81</c:v>
                </c:pt>
                <c:pt idx="957">
                  <c:v>994.59</c:v>
                </c:pt>
                <c:pt idx="958">
                  <c:v>1002.87</c:v>
                </c:pt>
                <c:pt idx="959">
                  <c:v>1001.79</c:v>
                </c:pt>
                <c:pt idx="960">
                  <c:v>1001.69</c:v>
                </c:pt>
                <c:pt idx="961">
                  <c:v>997.2</c:v>
                </c:pt>
                <c:pt idx="962">
                  <c:v>1014.29</c:v>
                </c:pt>
                <c:pt idx="963">
                  <c:v>1016.83</c:v>
                </c:pt>
                <c:pt idx="964">
                  <c:v>1015</c:v>
                </c:pt>
                <c:pt idx="965">
                  <c:v>1014.22</c:v>
                </c:pt>
                <c:pt idx="966">
                  <c:v>1015.59</c:v>
                </c:pt>
                <c:pt idx="967">
                  <c:v>1009.58</c:v>
                </c:pt>
                <c:pt idx="968">
                  <c:v>1001.46</c:v>
                </c:pt>
                <c:pt idx="969">
                  <c:v>991.9</c:v>
                </c:pt>
                <c:pt idx="970">
                  <c:v>989.54</c:v>
                </c:pt>
                <c:pt idx="971">
                  <c:v>985.13</c:v>
                </c:pt>
                <c:pt idx="972">
                  <c:v>1003.44</c:v>
                </c:pt>
                <c:pt idx="973">
                  <c:v>1006.5</c:v>
                </c:pt>
                <c:pt idx="974">
                  <c:v>991.65</c:v>
                </c:pt>
                <c:pt idx="975">
                  <c:v>992.76</c:v>
                </c:pt>
                <c:pt idx="976">
                  <c:v>994.11</c:v>
                </c:pt>
                <c:pt idx="977">
                  <c:v>976.14</c:v>
                </c:pt>
                <c:pt idx="978">
                  <c:v>972.02</c:v>
                </c:pt>
                <c:pt idx="979">
                  <c:v>967.8</c:v>
                </c:pt>
                <c:pt idx="980">
                  <c:v>965.24</c:v>
                </c:pt>
                <c:pt idx="981">
                  <c:v>956.51</c:v>
                </c:pt>
                <c:pt idx="982">
                  <c:v>957.22</c:v>
                </c:pt>
                <c:pt idx="983">
                  <c:v>970.29</c:v>
                </c:pt>
                <c:pt idx="984">
                  <c:v>979.05</c:v>
                </c:pt>
                <c:pt idx="985">
                  <c:v>979.91</c:v>
                </c:pt>
                <c:pt idx="986">
                  <c:v>962.55</c:v>
                </c:pt>
                <c:pt idx="987">
                  <c:v>958.58</c:v>
                </c:pt>
                <c:pt idx="988">
                  <c:v>944.12</c:v>
                </c:pt>
                <c:pt idx="989">
                  <c:v>938.53</c:v>
                </c:pt>
                <c:pt idx="990">
                  <c:v>946.17</c:v>
                </c:pt>
                <c:pt idx="991">
                  <c:v>932.08</c:v>
                </c:pt>
                <c:pt idx="992">
                  <c:v>922.61</c:v>
                </c:pt>
                <c:pt idx="993">
                  <c:v>905.84</c:v>
                </c:pt>
                <c:pt idx="994">
                  <c:v>888.58</c:v>
                </c:pt>
                <c:pt idx="995">
                  <c:v>891.89</c:v>
                </c:pt>
                <c:pt idx="996">
                  <c:v>875.85</c:v>
                </c:pt>
                <c:pt idx="997">
                  <c:v>873.29</c:v>
                </c:pt>
                <c:pt idx="998">
                  <c:v>875.79</c:v>
                </c:pt>
                <c:pt idx="999">
                  <c:v>876.15</c:v>
                </c:pt>
                <c:pt idx="1000">
                  <c:v>893.65</c:v>
                </c:pt>
                <c:pt idx="1001">
                  <c:v>909.52</c:v>
                </c:pt>
                <c:pt idx="1002">
                  <c:v>910.57</c:v>
                </c:pt>
                <c:pt idx="1003">
                  <c:v>897.74</c:v>
                </c:pt>
                <c:pt idx="1004">
                  <c:v>884.81</c:v>
                </c:pt>
                <c:pt idx="1005">
                  <c:v>864.66</c:v>
                </c:pt>
                <c:pt idx="1006">
                  <c:v>865.34</c:v>
                </c:pt>
                <c:pt idx="1007">
                  <c:v>854.53</c:v>
                </c:pt>
                <c:pt idx="1008">
                  <c:v>863.33</c:v>
                </c:pt>
                <c:pt idx="1009">
                  <c:v>865.77</c:v>
                </c:pt>
                <c:pt idx="1010">
                  <c:v>879.07</c:v>
                </c:pt>
                <c:pt idx="1011">
                  <c:v>865.91</c:v>
                </c:pt>
                <c:pt idx="1012">
                  <c:v>864.76</c:v>
                </c:pt>
                <c:pt idx="1013">
                  <c:v>865.04</c:v>
                </c:pt>
                <c:pt idx="1014">
                  <c:v>842.76</c:v>
                </c:pt>
                <c:pt idx="1015">
                  <c:v>844.51</c:v>
                </c:pt>
                <c:pt idx="1016">
                  <c:v>851.81</c:v>
                </c:pt>
                <c:pt idx="1017">
                  <c:v>859.46</c:v>
                </c:pt>
                <c:pt idx="1018">
                  <c:v>845.58</c:v>
                </c:pt>
                <c:pt idx="1019">
                  <c:v>848.16</c:v>
                </c:pt>
                <c:pt idx="1020">
                  <c:v>867.58</c:v>
                </c:pt>
                <c:pt idx="1021">
                  <c:v>873.02</c:v>
                </c:pt>
                <c:pt idx="1022">
                  <c:v>860.9</c:v>
                </c:pt>
                <c:pt idx="1023">
                  <c:v>884.98</c:v>
                </c:pt>
                <c:pt idx="1024">
                  <c:v>897.36</c:v>
                </c:pt>
                <c:pt idx="1025">
                  <c:v>900.02</c:v>
                </c:pt>
                <c:pt idx="1026">
                  <c:v>900.32</c:v>
                </c:pt>
                <c:pt idx="1027">
                  <c:v>889.6</c:v>
                </c:pt>
                <c:pt idx="1028">
                  <c:v>935.73</c:v>
                </c:pt>
                <c:pt idx="1029">
                  <c:v>939.78</c:v>
                </c:pt>
                <c:pt idx="1030">
                  <c:v>960.64</c:v>
                </c:pt>
                <c:pt idx="1031">
                  <c:v>954.31</c:v>
                </c:pt>
                <c:pt idx="1032">
                  <c:v>942.36</c:v>
                </c:pt>
                <c:pt idx="1033">
                  <c:v>943.01</c:v>
                </c:pt>
                <c:pt idx="1034">
                  <c:v>931.05</c:v>
                </c:pt>
                <c:pt idx="1035">
                  <c:v>927.41</c:v>
                </c:pt>
                <c:pt idx="1036">
                  <c:v>932.3</c:v>
                </c:pt>
                <c:pt idx="1037">
                  <c:v>945.57</c:v>
                </c:pt>
                <c:pt idx="1038">
                  <c:v>941.01</c:v>
                </c:pt>
                <c:pt idx="1039">
                  <c:v>930.77</c:v>
                </c:pt>
                <c:pt idx="1040">
                  <c:v>952.94</c:v>
                </c:pt>
                <c:pt idx="1041">
                  <c:v>972.29</c:v>
                </c:pt>
                <c:pt idx="1042">
                  <c:v>978.3</c:v>
                </c:pt>
                <c:pt idx="1043">
                  <c:v>973.85</c:v>
                </c:pt>
                <c:pt idx="1044">
                  <c:v>984.26</c:v>
                </c:pt>
                <c:pt idx="1045">
                  <c:v>972.93</c:v>
                </c:pt>
                <c:pt idx="1046">
                  <c:v>958.77</c:v>
                </c:pt>
                <c:pt idx="1047">
                  <c:v>969.21</c:v>
                </c:pt>
                <c:pt idx="1048">
                  <c:v>978.28</c:v>
                </c:pt>
                <c:pt idx="1049">
                  <c:v>963.58</c:v>
                </c:pt>
                <c:pt idx="1050">
                  <c:v>965.25</c:v>
                </c:pt>
                <c:pt idx="1051">
                  <c:v>973.71</c:v>
                </c:pt>
                <c:pt idx="1052">
                  <c:v>960.22</c:v>
                </c:pt>
                <c:pt idx="1053">
                  <c:v>957.3</c:v>
                </c:pt>
                <c:pt idx="1054">
                  <c:v>957.64</c:v>
                </c:pt>
                <c:pt idx="1055">
                  <c:v>951.08</c:v>
                </c:pt>
                <c:pt idx="1056">
                  <c:v>952.98</c:v>
                </c:pt>
                <c:pt idx="1057">
                  <c:v>964.06</c:v>
                </c:pt>
                <c:pt idx="1058">
                  <c:v>954.78</c:v>
                </c:pt>
                <c:pt idx="1059">
                  <c:v>956.48</c:v>
                </c:pt>
                <c:pt idx="1060">
                  <c:v>959.39</c:v>
                </c:pt>
                <c:pt idx="1061">
                  <c:v>960.18</c:v>
                </c:pt>
                <c:pt idx="1062">
                  <c:v>957.45</c:v>
                </c:pt>
                <c:pt idx="1063">
                  <c:v>956.38</c:v>
                </c:pt>
                <c:pt idx="1064">
                  <c:v>956.12</c:v>
                </c:pt>
                <c:pt idx="1065">
                  <c:v>962.57</c:v>
                </c:pt>
                <c:pt idx="1066">
                  <c:v>974.22</c:v>
                </c:pt>
                <c:pt idx="1067">
                  <c:v>984</c:v>
                </c:pt>
                <c:pt idx="1068">
                  <c:v>988.68</c:v>
                </c:pt>
                <c:pt idx="1069">
                  <c:v>1013.5</c:v>
                </c:pt>
                <c:pt idx="1070">
                  <c:v>1014.02</c:v>
                </c:pt>
                <c:pt idx="1071">
                  <c:v>1016.85</c:v>
                </c:pt>
                <c:pt idx="1072">
                  <c:v>1018.31</c:v>
                </c:pt>
                <c:pt idx="1073">
                  <c:v>1029.8399999999999</c:v>
                </c:pt>
                <c:pt idx="1074">
                  <c:v>1030.9100000000001</c:v>
                </c:pt>
                <c:pt idx="1075">
                  <c:v>1027.3800000000001</c:v>
                </c:pt>
                <c:pt idx="1076">
                  <c:v>1030.06</c:v>
                </c:pt>
                <c:pt idx="1077">
                  <c:v>1027.9100000000001</c:v>
                </c:pt>
                <c:pt idx="1078">
                  <c:v>1036.24</c:v>
                </c:pt>
                <c:pt idx="1079">
                  <c:v>1038.68</c:v>
                </c:pt>
                <c:pt idx="1080">
                  <c:v>1039.2</c:v>
                </c:pt>
                <c:pt idx="1081">
                  <c:v>1041.26</c:v>
                </c:pt>
                <c:pt idx="1082">
                  <c:v>1052.46</c:v>
                </c:pt>
                <c:pt idx="1083">
                  <c:v>1051.19</c:v>
                </c:pt>
                <c:pt idx="1084">
                  <c:v>1044</c:v>
                </c:pt>
                <c:pt idx="1085">
                  <c:v>1031.5</c:v>
                </c:pt>
                <c:pt idx="1086">
                  <c:v>1042.79</c:v>
                </c:pt>
                <c:pt idx="1087">
                  <c:v>1045.56</c:v>
                </c:pt>
                <c:pt idx="1088">
                  <c:v>1038.71</c:v>
                </c:pt>
                <c:pt idx="1089">
                  <c:v>1014.49</c:v>
                </c:pt>
                <c:pt idx="1090">
                  <c:v>1015.51</c:v>
                </c:pt>
                <c:pt idx="1091">
                  <c:v>1020.58</c:v>
                </c:pt>
                <c:pt idx="1092">
                  <c:v>1024.51</c:v>
                </c:pt>
                <c:pt idx="1093">
                  <c:v>1013.67</c:v>
                </c:pt>
                <c:pt idx="1094">
                  <c:v>1013.53</c:v>
                </c:pt>
                <c:pt idx="1095">
                  <c:v>1014.49</c:v>
                </c:pt>
                <c:pt idx="1096">
                  <c:v>1004.87</c:v>
                </c:pt>
                <c:pt idx="1097">
                  <c:v>1011.14</c:v>
                </c:pt>
                <c:pt idx="1098">
                  <c:v>999.42</c:v>
                </c:pt>
                <c:pt idx="1099">
                  <c:v>1005.21</c:v>
                </c:pt>
                <c:pt idx="1100">
                  <c:v>995.19</c:v>
                </c:pt>
                <c:pt idx="1101">
                  <c:v>982.06</c:v>
                </c:pt>
                <c:pt idx="1102">
                  <c:v>987.74</c:v>
                </c:pt>
                <c:pt idx="1103">
                  <c:v>971.87</c:v>
                </c:pt>
                <c:pt idx="1104">
                  <c:v>967.25</c:v>
                </c:pt>
                <c:pt idx="1105">
                  <c:v>964.01</c:v>
                </c:pt>
                <c:pt idx="1106">
                  <c:v>984.19</c:v>
                </c:pt>
                <c:pt idx="1107">
                  <c:v>980.05</c:v>
                </c:pt>
                <c:pt idx="1108">
                  <c:v>988.03</c:v>
                </c:pt>
                <c:pt idx="1109">
                  <c:v>993.74</c:v>
                </c:pt>
                <c:pt idx="1110">
                  <c:v>988.38</c:v>
                </c:pt>
                <c:pt idx="1111">
                  <c:v>978.07</c:v>
                </c:pt>
                <c:pt idx="1112">
                  <c:v>968.39</c:v>
                </c:pt>
                <c:pt idx="1113">
                  <c:v>955.28</c:v>
                </c:pt>
                <c:pt idx="1114">
                  <c:v>961.5</c:v>
                </c:pt>
                <c:pt idx="1115">
                  <c:v>945.12</c:v>
                </c:pt>
                <c:pt idx="1116">
                  <c:v>946.87</c:v>
                </c:pt>
                <c:pt idx="1117">
                  <c:v>941.35</c:v>
                </c:pt>
                <c:pt idx="1118">
                  <c:v>951.56</c:v>
                </c:pt>
                <c:pt idx="1119">
                  <c:v>942.98</c:v>
                </c:pt>
                <c:pt idx="1120">
                  <c:v>952.45</c:v>
                </c:pt>
                <c:pt idx="1121">
                  <c:v>961.48</c:v>
                </c:pt>
                <c:pt idx="1122">
                  <c:v>977.78</c:v>
                </c:pt>
                <c:pt idx="1123">
                  <c:v>972.17</c:v>
                </c:pt>
                <c:pt idx="1124">
                  <c:v>964.01</c:v>
                </c:pt>
                <c:pt idx="1125">
                  <c:v>970.69</c:v>
                </c:pt>
                <c:pt idx="1126">
                  <c:v>980.14</c:v>
                </c:pt>
                <c:pt idx="1127">
                  <c:v>985.77</c:v>
                </c:pt>
                <c:pt idx="1128">
                  <c:v>990.28</c:v>
                </c:pt>
                <c:pt idx="1129">
                  <c:v>989.18</c:v>
                </c:pt>
                <c:pt idx="1130">
                  <c:v>987.62</c:v>
                </c:pt>
                <c:pt idx="1131">
                  <c:v>987.85</c:v>
                </c:pt>
                <c:pt idx="1132">
                  <c:v>984.43</c:v>
                </c:pt>
                <c:pt idx="1133">
                  <c:v>987.07</c:v>
                </c:pt>
                <c:pt idx="1134">
                  <c:v>988.68</c:v>
                </c:pt>
                <c:pt idx="1135">
                  <c:v>996.25</c:v>
                </c:pt>
                <c:pt idx="1136">
                  <c:v>993.58</c:v>
                </c:pt>
                <c:pt idx="1137">
                  <c:v>997.03</c:v>
                </c:pt>
                <c:pt idx="1138">
                  <c:v>1000.49</c:v>
                </c:pt>
                <c:pt idx="1139">
                  <c:v>1003.78</c:v>
                </c:pt>
                <c:pt idx="1140">
                  <c:v>1000.54</c:v>
                </c:pt>
                <c:pt idx="1141">
                  <c:v>990.37</c:v>
                </c:pt>
                <c:pt idx="1142">
                  <c:v>989.79</c:v>
                </c:pt>
                <c:pt idx="1143">
                  <c:v>980.74</c:v>
                </c:pt>
                <c:pt idx="1144">
                  <c:v>977.38</c:v>
                </c:pt>
                <c:pt idx="1145">
                  <c:v>965.6</c:v>
                </c:pt>
                <c:pt idx="1146">
                  <c:v>967.85</c:v>
                </c:pt>
                <c:pt idx="1147">
                  <c:v>972.18</c:v>
                </c:pt>
                <c:pt idx="1148">
                  <c:v>977.05</c:v>
                </c:pt>
                <c:pt idx="1149">
                  <c:v>976.74</c:v>
                </c:pt>
                <c:pt idx="1150">
                  <c:v>973.94</c:v>
                </c:pt>
                <c:pt idx="1151">
                  <c:v>969.62</c:v>
                </c:pt>
                <c:pt idx="1152">
                  <c:v>976.36</c:v>
                </c:pt>
                <c:pt idx="1153">
                  <c:v>981.66</c:v>
                </c:pt>
                <c:pt idx="1154">
                  <c:v>989.44</c:v>
                </c:pt>
                <c:pt idx="1155">
                  <c:v>982.24</c:v>
                </c:pt>
                <c:pt idx="1156">
                  <c:v>979.64</c:v>
                </c:pt>
                <c:pt idx="1157">
                  <c:v>977.82</c:v>
                </c:pt>
                <c:pt idx="1158">
                  <c:v>973</c:v>
                </c:pt>
                <c:pt idx="1159">
                  <c:v>977.48</c:v>
                </c:pt>
                <c:pt idx="1160">
                  <c:v>979.24</c:v>
                </c:pt>
                <c:pt idx="1161">
                  <c:v>975.83</c:v>
                </c:pt>
                <c:pt idx="1162">
                  <c:v>978.16</c:v>
                </c:pt>
                <c:pt idx="1163">
                  <c:v>977.24</c:v>
                </c:pt>
                <c:pt idx="1164">
                  <c:v>983.27</c:v>
                </c:pt>
                <c:pt idx="1165">
                  <c:v>978.6</c:v>
                </c:pt>
                <c:pt idx="1166">
                  <c:v>970.9</c:v>
                </c:pt>
                <c:pt idx="1167">
                  <c:v>964.01</c:v>
                </c:pt>
                <c:pt idx="1168">
                  <c:v>972.86</c:v>
                </c:pt>
                <c:pt idx="1169">
                  <c:v>971.75</c:v>
                </c:pt>
                <c:pt idx="1170">
                  <c:v>970.32</c:v>
                </c:pt>
                <c:pt idx="1171">
                  <c:v>958.53</c:v>
                </c:pt>
                <c:pt idx="1172">
                  <c:v>961.8</c:v>
                </c:pt>
                <c:pt idx="1173">
                  <c:v>984.36</c:v>
                </c:pt>
                <c:pt idx="1174">
                  <c:v>986.69</c:v>
                </c:pt>
                <c:pt idx="1175">
                  <c:v>988.49</c:v>
                </c:pt>
                <c:pt idx="1176">
                  <c:v>995.41</c:v>
                </c:pt>
                <c:pt idx="1177">
                  <c:v>994.08</c:v>
                </c:pt>
                <c:pt idx="1178">
                  <c:v>1002.33</c:v>
                </c:pt>
                <c:pt idx="1179">
                  <c:v>1003.14</c:v>
                </c:pt>
                <c:pt idx="1180">
                  <c:v>1013.25</c:v>
                </c:pt>
                <c:pt idx="1181">
                  <c:v>1014.91</c:v>
                </c:pt>
                <c:pt idx="1182">
                  <c:v>1023.59</c:v>
                </c:pt>
                <c:pt idx="1183">
                  <c:v>1030.03</c:v>
                </c:pt>
                <c:pt idx="1184">
                  <c:v>1023.42</c:v>
                </c:pt>
                <c:pt idx="1185">
                  <c:v>1013.24</c:v>
                </c:pt>
                <c:pt idx="1186">
                  <c:v>1004.27</c:v>
                </c:pt>
                <c:pt idx="1187">
                  <c:v>1001.14</c:v>
                </c:pt>
                <c:pt idx="1188">
                  <c:v>991.91</c:v>
                </c:pt>
                <c:pt idx="1189">
                  <c:v>989.27</c:v>
                </c:pt>
                <c:pt idx="1190">
                  <c:v>995.02</c:v>
                </c:pt>
                <c:pt idx="1191">
                  <c:v>992.06</c:v>
                </c:pt>
                <c:pt idx="1192">
                  <c:v>987.07</c:v>
                </c:pt>
                <c:pt idx="1193">
                  <c:v>989.48</c:v>
                </c:pt>
                <c:pt idx="1194">
                  <c:v>1005.11</c:v>
                </c:pt>
                <c:pt idx="1195">
                  <c:v>1008.05</c:v>
                </c:pt>
                <c:pt idx="1196">
                  <c:v>1001.12</c:v>
                </c:pt>
                <c:pt idx="1197">
                  <c:v>984.69</c:v>
                </c:pt>
                <c:pt idx="1198">
                  <c:v>980.66</c:v>
                </c:pt>
                <c:pt idx="1199">
                  <c:v>981.88</c:v>
                </c:pt>
                <c:pt idx="1200">
                  <c:v>994.89</c:v>
                </c:pt>
                <c:pt idx="1201">
                  <c:v>1005.55</c:v>
                </c:pt>
                <c:pt idx="1202">
                  <c:v>1020.53</c:v>
                </c:pt>
                <c:pt idx="1203">
                  <c:v>1028.49</c:v>
                </c:pt>
                <c:pt idx="1204">
                  <c:v>1027.76</c:v>
                </c:pt>
                <c:pt idx="1205">
                  <c:v>1022.12</c:v>
                </c:pt>
                <c:pt idx="1206">
                  <c:v>1019.59</c:v>
                </c:pt>
                <c:pt idx="1207">
                  <c:v>1018.06</c:v>
                </c:pt>
                <c:pt idx="1208">
                  <c:v>1014.58</c:v>
                </c:pt>
                <c:pt idx="1209">
                  <c:v>1013.45</c:v>
                </c:pt>
                <c:pt idx="1210">
                  <c:v>1032.26</c:v>
                </c:pt>
                <c:pt idx="1211">
                  <c:v>1031.8800000000001</c:v>
                </c:pt>
                <c:pt idx="1212">
                  <c:v>1035.1500000000001</c:v>
                </c:pt>
                <c:pt idx="1213">
                  <c:v>1043.2</c:v>
                </c:pt>
                <c:pt idx="1214">
                  <c:v>1046.9100000000001</c:v>
                </c:pt>
                <c:pt idx="1215">
                  <c:v>1043.0899999999999</c:v>
                </c:pt>
                <c:pt idx="1216">
                  <c:v>1019.99</c:v>
                </c:pt>
                <c:pt idx="1217">
                  <c:v>1015.81</c:v>
                </c:pt>
                <c:pt idx="1218">
                  <c:v>1018.02</c:v>
                </c:pt>
                <c:pt idx="1219">
                  <c:v>1016.31</c:v>
                </c:pt>
                <c:pt idx="1220">
                  <c:v>1003.71</c:v>
                </c:pt>
                <c:pt idx="1221">
                  <c:v>1008.42</c:v>
                </c:pt>
                <c:pt idx="1222">
                  <c:v>1008.34</c:v>
                </c:pt>
                <c:pt idx="1223">
                  <c:v>997.72</c:v>
                </c:pt>
                <c:pt idx="1224">
                  <c:v>986.28</c:v>
                </c:pt>
                <c:pt idx="1225">
                  <c:v>981.8</c:v>
                </c:pt>
                <c:pt idx="1226">
                  <c:v>975.77</c:v>
                </c:pt>
                <c:pt idx="1227">
                  <c:v>973.86</c:v>
                </c:pt>
                <c:pt idx="1228">
                  <c:v>964.44</c:v>
                </c:pt>
                <c:pt idx="1229">
                  <c:v>959.79</c:v>
                </c:pt>
                <c:pt idx="1230">
                  <c:v>966.69</c:v>
                </c:pt>
                <c:pt idx="1231">
                  <c:v>970.2</c:v>
                </c:pt>
                <c:pt idx="1232">
                  <c:v>982.31</c:v>
                </c:pt>
                <c:pt idx="1233">
                  <c:v>971.04</c:v>
                </c:pt>
                <c:pt idx="1234">
                  <c:v>978.09</c:v>
                </c:pt>
                <c:pt idx="1235">
                  <c:v>987.58</c:v>
                </c:pt>
                <c:pt idx="1236">
                  <c:v>988.3</c:v>
                </c:pt>
                <c:pt idx="1237">
                  <c:v>980.33</c:v>
                </c:pt>
                <c:pt idx="1238">
                  <c:v>985.68</c:v>
                </c:pt>
                <c:pt idx="1239">
                  <c:v>995.5</c:v>
                </c:pt>
                <c:pt idx="1240">
                  <c:v>985.84</c:v>
                </c:pt>
                <c:pt idx="1241">
                  <c:v>981.42</c:v>
                </c:pt>
                <c:pt idx="1242">
                  <c:v>973.59</c:v>
                </c:pt>
                <c:pt idx="1243">
                  <c:v>973.86</c:v>
                </c:pt>
                <c:pt idx="1244">
                  <c:v>977.5</c:v>
                </c:pt>
                <c:pt idx="1245">
                  <c:v>975.72</c:v>
                </c:pt>
                <c:pt idx="1246">
                  <c:v>974.56</c:v>
                </c:pt>
                <c:pt idx="1247">
                  <c:v>982.11</c:v>
                </c:pt>
                <c:pt idx="1248">
                  <c:v>984.99</c:v>
                </c:pt>
                <c:pt idx="1249">
                  <c:v>976.17</c:v>
                </c:pt>
                <c:pt idx="1250">
                  <c:v>974.5</c:v>
                </c:pt>
                <c:pt idx="1251">
                  <c:v>970.87</c:v>
                </c:pt>
                <c:pt idx="1252">
                  <c:v>956.25</c:v>
                </c:pt>
                <c:pt idx="1253">
                  <c:v>964.24</c:v>
                </c:pt>
                <c:pt idx="1254">
                  <c:v>957.41</c:v>
                </c:pt>
                <c:pt idx="1255">
                  <c:v>947.18</c:v>
                </c:pt>
                <c:pt idx="1256">
                  <c:v>948.25</c:v>
                </c:pt>
                <c:pt idx="1257">
                  <c:v>944.08</c:v>
                </c:pt>
                <c:pt idx="1258">
                  <c:v>952.78</c:v>
                </c:pt>
                <c:pt idx="1259">
                  <c:v>951.49</c:v>
                </c:pt>
                <c:pt idx="1260">
                  <c:v>939.16</c:v>
                </c:pt>
                <c:pt idx="1261">
                  <c:v>927.86</c:v>
                </c:pt>
                <c:pt idx="1262">
                  <c:v>930.23</c:v>
                </c:pt>
                <c:pt idx="1263">
                  <c:v>937.34</c:v>
                </c:pt>
                <c:pt idx="1264">
                  <c:v>935.42</c:v>
                </c:pt>
                <c:pt idx="1265">
                  <c:v>944.55</c:v>
                </c:pt>
                <c:pt idx="1266">
                  <c:v>956.84</c:v>
                </c:pt>
                <c:pt idx="1267">
                  <c:v>962.69</c:v>
                </c:pt>
                <c:pt idx="1268">
                  <c:v>951.31</c:v>
                </c:pt>
                <c:pt idx="1269">
                  <c:v>946.21</c:v>
                </c:pt>
                <c:pt idx="1270">
                  <c:v>951.21</c:v>
                </c:pt>
                <c:pt idx="1271">
                  <c:v>943.12</c:v>
                </c:pt>
                <c:pt idx="1272">
                  <c:v>930.8</c:v>
                </c:pt>
                <c:pt idx="1273">
                  <c:v>925.58</c:v>
                </c:pt>
                <c:pt idx="1274">
                  <c:v>917.69</c:v>
                </c:pt>
                <c:pt idx="1275">
                  <c:v>920.57</c:v>
                </c:pt>
                <c:pt idx="1276">
                  <c:v>920.78</c:v>
                </c:pt>
                <c:pt idx="1277">
                  <c:v>910.91</c:v>
                </c:pt>
                <c:pt idx="1278">
                  <c:v>919.78</c:v>
                </c:pt>
                <c:pt idx="1279">
                  <c:v>921.9</c:v>
                </c:pt>
                <c:pt idx="1280">
                  <c:v>915.2</c:v>
                </c:pt>
                <c:pt idx="1281">
                  <c:v>915.97</c:v>
                </c:pt>
                <c:pt idx="1282">
                  <c:v>930.62</c:v>
                </c:pt>
                <c:pt idx="1283">
                  <c:v>948.26</c:v>
                </c:pt>
                <c:pt idx="1284">
                  <c:v>968.91</c:v>
                </c:pt>
                <c:pt idx="1285">
                  <c:v>960.66</c:v>
                </c:pt>
                <c:pt idx="1286">
                  <c:v>957.91</c:v>
                </c:pt>
                <c:pt idx="1287">
                  <c:v>956.25</c:v>
                </c:pt>
                <c:pt idx="1288">
                  <c:v>948.32</c:v>
                </c:pt>
                <c:pt idx="1289">
                  <c:v>952.27</c:v>
                </c:pt>
                <c:pt idx="1290">
                  <c:v>959.12</c:v>
                </c:pt>
                <c:pt idx="1291">
                  <c:v>983.51</c:v>
                </c:pt>
                <c:pt idx="1292">
                  <c:v>982.25</c:v>
                </c:pt>
                <c:pt idx="1293">
                  <c:v>976.52</c:v>
                </c:pt>
                <c:pt idx="1294">
                  <c:v>985.41</c:v>
                </c:pt>
                <c:pt idx="1295">
                  <c:v>988.47</c:v>
                </c:pt>
                <c:pt idx="1296">
                  <c:v>983.6</c:v>
                </c:pt>
                <c:pt idx="1297">
                  <c:v>988.08</c:v>
                </c:pt>
                <c:pt idx="1298">
                  <c:v>980.33</c:v>
                </c:pt>
                <c:pt idx="1299">
                  <c:v>977.54</c:v>
                </c:pt>
                <c:pt idx="1300">
                  <c:v>985.47</c:v>
                </c:pt>
                <c:pt idx="1301">
                  <c:v>983.04</c:v>
                </c:pt>
                <c:pt idx="1302">
                  <c:v>987.1</c:v>
                </c:pt>
                <c:pt idx="1303">
                  <c:v>982.14</c:v>
                </c:pt>
                <c:pt idx="1304">
                  <c:v>980.24</c:v>
                </c:pt>
                <c:pt idx="1305">
                  <c:v>972.03</c:v>
                </c:pt>
                <c:pt idx="1306">
                  <c:v>974.98</c:v>
                </c:pt>
                <c:pt idx="1307">
                  <c:v>970.12</c:v>
                </c:pt>
                <c:pt idx="1308">
                  <c:v>975.01</c:v>
                </c:pt>
                <c:pt idx="1309">
                  <c:v>973.23</c:v>
                </c:pt>
                <c:pt idx="1310">
                  <c:v>976.58</c:v>
                </c:pt>
                <c:pt idx="1311">
                  <c:v>973.47</c:v>
                </c:pt>
                <c:pt idx="1312">
                  <c:v>992.51</c:v>
                </c:pt>
                <c:pt idx="1313">
                  <c:v>1000.89</c:v>
                </c:pt>
                <c:pt idx="1314">
                  <c:v>997.91</c:v>
                </c:pt>
                <c:pt idx="1315">
                  <c:v>998.6</c:v>
                </c:pt>
                <c:pt idx="1316">
                  <c:v>997.46</c:v>
                </c:pt>
                <c:pt idx="1317">
                  <c:v>998.32</c:v>
                </c:pt>
                <c:pt idx="1318">
                  <c:v>992.28</c:v>
                </c:pt>
                <c:pt idx="1319">
                  <c:v>993.25</c:v>
                </c:pt>
                <c:pt idx="1320">
                  <c:v>998.53</c:v>
                </c:pt>
                <c:pt idx="1321">
                  <c:v>1009.84</c:v>
                </c:pt>
                <c:pt idx="1322">
                  <c:v>1022.89</c:v>
                </c:pt>
                <c:pt idx="1323">
                  <c:v>1023.74</c:v>
                </c:pt>
                <c:pt idx="1324">
                  <c:v>1024.67</c:v>
                </c:pt>
                <c:pt idx="1325">
                  <c:v>1016.38</c:v>
                </c:pt>
                <c:pt idx="1326">
                  <c:v>1003.13</c:v>
                </c:pt>
                <c:pt idx="1327">
                  <c:v>1004.26</c:v>
                </c:pt>
                <c:pt idx="1328">
                  <c:v>1002.08</c:v>
                </c:pt>
                <c:pt idx="1329">
                  <c:v>996.76</c:v>
                </c:pt>
                <c:pt idx="1330">
                  <c:v>993</c:v>
                </c:pt>
                <c:pt idx="1331">
                  <c:v>988.97</c:v>
                </c:pt>
                <c:pt idx="1332">
                  <c:v>994.75</c:v>
                </c:pt>
                <c:pt idx="1333">
                  <c:v>996.3</c:v>
                </c:pt>
                <c:pt idx="1334">
                  <c:v>995.16</c:v>
                </c:pt>
                <c:pt idx="1335">
                  <c:v>979.72</c:v>
                </c:pt>
                <c:pt idx="1336">
                  <c:v>958.39</c:v>
                </c:pt>
                <c:pt idx="1337">
                  <c:v>961.34</c:v>
                </c:pt>
                <c:pt idx="1338">
                  <c:v>970.91</c:v>
                </c:pt>
                <c:pt idx="1339">
                  <c:v>964.15</c:v>
                </c:pt>
                <c:pt idx="1340">
                  <c:v>969.97</c:v>
                </c:pt>
                <c:pt idx="1341">
                  <c:v>982.34</c:v>
                </c:pt>
                <c:pt idx="1342">
                  <c:v>988.3</c:v>
                </c:pt>
                <c:pt idx="1343">
                  <c:v>985.1</c:v>
                </c:pt>
                <c:pt idx="1344">
                  <c:v>990.18</c:v>
                </c:pt>
                <c:pt idx="1345">
                  <c:v>980.59</c:v>
                </c:pt>
                <c:pt idx="1346">
                  <c:v>975.8</c:v>
                </c:pt>
                <c:pt idx="1347">
                  <c:v>982.12</c:v>
                </c:pt>
                <c:pt idx="1348">
                  <c:v>988.21</c:v>
                </c:pt>
                <c:pt idx="1349">
                  <c:v>983.32</c:v>
                </c:pt>
                <c:pt idx="1350">
                  <c:v>999.86</c:v>
                </c:pt>
                <c:pt idx="1351">
                  <c:v>1002.55</c:v>
                </c:pt>
                <c:pt idx="1352">
                  <c:v>997.54</c:v>
                </c:pt>
                <c:pt idx="1353">
                  <c:v>995.53</c:v>
                </c:pt>
                <c:pt idx="1354">
                  <c:v>996.06</c:v>
                </c:pt>
                <c:pt idx="1355">
                  <c:v>996.78</c:v>
                </c:pt>
                <c:pt idx="1356">
                  <c:v>998.86</c:v>
                </c:pt>
                <c:pt idx="1357">
                  <c:v>1007.7</c:v>
                </c:pt>
                <c:pt idx="1358">
                  <c:v>1016.23</c:v>
                </c:pt>
                <c:pt idx="1359">
                  <c:v>1016.38</c:v>
                </c:pt>
                <c:pt idx="1360">
                  <c:v>1018.99</c:v>
                </c:pt>
                <c:pt idx="1361">
                  <c:v>1020.62</c:v>
                </c:pt>
                <c:pt idx="1362">
                  <c:v>1029.44</c:v>
                </c:pt>
                <c:pt idx="1363">
                  <c:v>1028.31</c:v>
                </c:pt>
                <c:pt idx="1364">
                  <c:v>1024.1099999999999</c:v>
                </c:pt>
                <c:pt idx="1365">
                  <c:v>1027.75</c:v>
                </c:pt>
                <c:pt idx="1366">
                  <c:v>1018.72</c:v>
                </c:pt>
                <c:pt idx="1367">
                  <c:v>1020.94</c:v>
                </c:pt>
                <c:pt idx="1368">
                  <c:v>1024.68</c:v>
                </c:pt>
                <c:pt idx="1369">
                  <c:v>1030.3900000000001</c:v>
                </c:pt>
                <c:pt idx="1370">
                  <c:v>1021.74</c:v>
                </c:pt>
                <c:pt idx="1371">
                  <c:v>1027.95</c:v>
                </c:pt>
                <c:pt idx="1372">
                  <c:v>1030.27</c:v>
                </c:pt>
                <c:pt idx="1373">
                  <c:v>1037.0899999999999</c:v>
                </c:pt>
                <c:pt idx="1374">
                  <c:v>1039.07</c:v>
                </c:pt>
                <c:pt idx="1375">
                  <c:v>1049.07</c:v>
                </c:pt>
                <c:pt idx="1376">
                  <c:v>1046.51</c:v>
                </c:pt>
                <c:pt idx="1377">
                  <c:v>1048.68</c:v>
                </c:pt>
                <c:pt idx="1378">
                  <c:v>1034.74</c:v>
                </c:pt>
                <c:pt idx="1379">
                  <c:v>1038.07</c:v>
                </c:pt>
                <c:pt idx="1380">
                  <c:v>1027.78</c:v>
                </c:pt>
                <c:pt idx="1381">
                  <c:v>1032.1199999999999</c:v>
                </c:pt>
                <c:pt idx="1382">
                  <c:v>1048.3399999999999</c:v>
                </c:pt>
                <c:pt idx="1383">
                  <c:v>1039.32</c:v>
                </c:pt>
                <c:pt idx="1384">
                  <c:v>1036.1300000000001</c:v>
                </c:pt>
                <c:pt idx="1385">
                  <c:v>1040.07</c:v>
                </c:pt>
                <c:pt idx="1386">
                  <c:v>1036.73</c:v>
                </c:pt>
                <c:pt idx="1387">
                  <c:v>1040.3900000000001</c:v>
                </c:pt>
                <c:pt idx="1388">
                  <c:v>1043.2</c:v>
                </c:pt>
                <c:pt idx="1389">
                  <c:v>1042.07</c:v>
                </c:pt>
                <c:pt idx="1390">
                  <c:v>1049.93</c:v>
                </c:pt>
                <c:pt idx="1391">
                  <c:v>1043.23</c:v>
                </c:pt>
                <c:pt idx="1392">
                  <c:v>1048.76</c:v>
                </c:pt>
                <c:pt idx="1393">
                  <c:v>1045.71</c:v>
                </c:pt>
                <c:pt idx="1394">
                  <c:v>1049.1600000000001</c:v>
                </c:pt>
                <c:pt idx="1395">
                  <c:v>1055.3699999999999</c:v>
                </c:pt>
                <c:pt idx="1396">
                  <c:v>1057.8900000000001</c:v>
                </c:pt>
                <c:pt idx="1397">
                  <c:v>1055.0899999999999</c:v>
                </c:pt>
                <c:pt idx="1398">
                  <c:v>1041.7</c:v>
                </c:pt>
                <c:pt idx="1399">
                  <c:v>1030.74</c:v>
                </c:pt>
                <c:pt idx="1400">
                  <c:v>1009.84</c:v>
                </c:pt>
                <c:pt idx="1401">
                  <c:v>1012.46</c:v>
                </c:pt>
                <c:pt idx="1402">
                  <c:v>1018.59</c:v>
                </c:pt>
                <c:pt idx="1403">
                  <c:v>1004.17</c:v>
                </c:pt>
                <c:pt idx="1404">
                  <c:v>1011.84</c:v>
                </c:pt>
                <c:pt idx="1405">
                  <c:v>1019.34</c:v>
                </c:pt>
                <c:pt idx="1406">
                  <c:v>1034.69</c:v>
                </c:pt>
                <c:pt idx="1407">
                  <c:v>1028.6099999999999</c:v>
                </c:pt>
                <c:pt idx="1408">
                  <c:v>1041.52</c:v>
                </c:pt>
                <c:pt idx="1409">
                  <c:v>1051.33</c:v>
                </c:pt>
                <c:pt idx="1410">
                  <c:v>1045.95</c:v>
                </c:pt>
                <c:pt idx="1411">
                  <c:v>1045.52</c:v>
                </c:pt>
                <c:pt idx="1412">
                  <c:v>1052.8599999999999</c:v>
                </c:pt>
                <c:pt idx="1413">
                  <c:v>1061.45</c:v>
                </c:pt>
                <c:pt idx="1414">
                  <c:v>1066.73</c:v>
                </c:pt>
                <c:pt idx="1415">
                  <c:v>1068.26</c:v>
                </c:pt>
                <c:pt idx="1416">
                  <c:v>1066.6199999999999</c:v>
                </c:pt>
                <c:pt idx="1417">
                  <c:v>1063.52</c:v>
                </c:pt>
                <c:pt idx="1418">
                  <c:v>1071.6400000000001</c:v>
                </c:pt>
                <c:pt idx="1419">
                  <c:v>1078.72</c:v>
                </c:pt>
                <c:pt idx="1420">
                  <c:v>1080.96</c:v>
                </c:pt>
                <c:pt idx="1421">
                  <c:v>1084.6500000000001</c:v>
                </c:pt>
                <c:pt idx="1422">
                  <c:v>1098.56</c:v>
                </c:pt>
                <c:pt idx="1423">
                  <c:v>1099.79</c:v>
                </c:pt>
                <c:pt idx="1424">
                  <c:v>1101.9100000000001</c:v>
                </c:pt>
                <c:pt idx="1425">
                  <c:v>1093.3800000000001</c:v>
                </c:pt>
                <c:pt idx="1426">
                  <c:v>1095.29</c:v>
                </c:pt>
                <c:pt idx="1427">
                  <c:v>1091.3699999999999</c:v>
                </c:pt>
                <c:pt idx="1428">
                  <c:v>1082.98</c:v>
                </c:pt>
                <c:pt idx="1429">
                  <c:v>1090.32</c:v>
                </c:pt>
                <c:pt idx="1430">
                  <c:v>1088.01</c:v>
                </c:pt>
                <c:pt idx="1431">
                  <c:v>1072.1099999999999</c:v>
                </c:pt>
                <c:pt idx="1432">
                  <c:v>1058.08</c:v>
                </c:pt>
                <c:pt idx="1433">
                  <c:v>1048.96</c:v>
                </c:pt>
                <c:pt idx="1434">
                  <c:v>1069.31</c:v>
                </c:pt>
                <c:pt idx="1435">
                  <c:v>1051.96</c:v>
                </c:pt>
                <c:pt idx="1436">
                  <c:v>1062.79</c:v>
                </c:pt>
                <c:pt idx="1437">
                  <c:v>1073.26</c:v>
                </c:pt>
                <c:pt idx="1438">
                  <c:v>1073.1400000000001</c:v>
                </c:pt>
                <c:pt idx="1439">
                  <c:v>1070.33</c:v>
                </c:pt>
                <c:pt idx="1440">
                  <c:v>1065.7</c:v>
                </c:pt>
                <c:pt idx="1441">
                  <c:v>1068.55</c:v>
                </c:pt>
                <c:pt idx="1442">
                  <c:v>1075.54</c:v>
                </c:pt>
                <c:pt idx="1443">
                  <c:v>1076.8900000000001</c:v>
                </c:pt>
                <c:pt idx="1444">
                  <c:v>1074.2</c:v>
                </c:pt>
                <c:pt idx="1445">
                  <c:v>1081.81</c:v>
                </c:pt>
                <c:pt idx="1446">
                  <c:v>1095.27</c:v>
                </c:pt>
                <c:pt idx="1447">
                  <c:v>1095.76</c:v>
                </c:pt>
                <c:pt idx="1448">
                  <c:v>1086.93</c:v>
                </c:pt>
                <c:pt idx="1449">
                  <c:v>1084.32</c:v>
                </c:pt>
                <c:pt idx="1450">
                  <c:v>1085.32</c:v>
                </c:pt>
                <c:pt idx="1451">
                  <c:v>1086.2</c:v>
                </c:pt>
                <c:pt idx="1452">
                  <c:v>1081.8699999999999</c:v>
                </c:pt>
                <c:pt idx="1453">
                  <c:v>1086.25</c:v>
                </c:pt>
                <c:pt idx="1454">
                  <c:v>1087.3800000000001</c:v>
                </c:pt>
                <c:pt idx="1455">
                  <c:v>1079.78</c:v>
                </c:pt>
                <c:pt idx="1456">
                  <c:v>1092.3800000000001</c:v>
                </c:pt>
                <c:pt idx="1457">
                  <c:v>1104.18</c:v>
                </c:pt>
                <c:pt idx="1458">
                  <c:v>1104.8800000000001</c:v>
                </c:pt>
                <c:pt idx="1459">
                  <c:v>1107.3</c:v>
                </c:pt>
                <c:pt idx="1460">
                  <c:v>1111.7</c:v>
                </c:pt>
                <c:pt idx="1461">
                  <c:v>1111.22</c:v>
                </c:pt>
                <c:pt idx="1462">
                  <c:v>1124.8599999999999</c:v>
                </c:pt>
                <c:pt idx="1463">
                  <c:v>1123.56</c:v>
                </c:pt>
                <c:pt idx="1464">
                  <c:v>1120.27</c:v>
                </c:pt>
                <c:pt idx="1465">
                  <c:v>1117.3800000000001</c:v>
                </c:pt>
                <c:pt idx="1466">
                  <c:v>1111.46</c:v>
                </c:pt>
                <c:pt idx="1467">
                  <c:v>1105.95</c:v>
                </c:pt>
                <c:pt idx="1468">
                  <c:v>1089.6099999999999</c:v>
                </c:pt>
                <c:pt idx="1469">
                  <c:v>1085.48</c:v>
                </c:pt>
                <c:pt idx="1470">
                  <c:v>1086.96</c:v>
                </c:pt>
                <c:pt idx="1471">
                  <c:v>1082.44</c:v>
                </c:pt>
                <c:pt idx="1472">
                  <c:v>1073.98</c:v>
                </c:pt>
                <c:pt idx="1473">
                  <c:v>1072.28</c:v>
                </c:pt>
                <c:pt idx="1474">
                  <c:v>1077.27</c:v>
                </c:pt>
                <c:pt idx="1475">
                  <c:v>1071.5999999999999</c:v>
                </c:pt>
                <c:pt idx="1476">
                  <c:v>1084.77</c:v>
                </c:pt>
                <c:pt idx="1477">
                  <c:v>1087.8</c:v>
                </c:pt>
                <c:pt idx="1478">
                  <c:v>1061.23</c:v>
                </c:pt>
                <c:pt idx="1479">
                  <c:v>1016.48</c:v>
                </c:pt>
                <c:pt idx="1480">
                  <c:v>1030.8599999999999</c:v>
                </c:pt>
                <c:pt idx="1481">
                  <c:v>1050.3</c:v>
                </c:pt>
                <c:pt idx="1482">
                  <c:v>1046.31</c:v>
                </c:pt>
                <c:pt idx="1483">
                  <c:v>1063.43</c:v>
                </c:pt>
                <c:pt idx="1484">
                  <c:v>1069.1099999999999</c:v>
                </c:pt>
                <c:pt idx="1485">
                  <c:v>1071.01</c:v>
                </c:pt>
                <c:pt idx="1486">
                  <c:v>1076.57</c:v>
                </c:pt>
                <c:pt idx="1487">
                  <c:v>1076</c:v>
                </c:pt>
                <c:pt idx="1488">
                  <c:v>1093.6500000000001</c:v>
                </c:pt>
                <c:pt idx="1489">
                  <c:v>1103.53</c:v>
                </c:pt>
                <c:pt idx="1490">
                  <c:v>1104.45</c:v>
                </c:pt>
                <c:pt idx="1491">
                  <c:v>1100.8900000000001</c:v>
                </c:pt>
                <c:pt idx="1492">
                  <c:v>1100.98</c:v>
                </c:pt>
                <c:pt idx="1493">
                  <c:v>1100.68</c:v>
                </c:pt>
                <c:pt idx="1494">
                  <c:v>1104.28</c:v>
                </c:pt>
                <c:pt idx="1495">
                  <c:v>1099.77</c:v>
                </c:pt>
                <c:pt idx="1496">
                  <c:v>1097.22</c:v>
                </c:pt>
                <c:pt idx="1497">
                  <c:v>1094.96</c:v>
                </c:pt>
                <c:pt idx="1498">
                  <c:v>1099.92</c:v>
                </c:pt>
                <c:pt idx="1499">
                  <c:v>1096.3399999999999</c:v>
                </c:pt>
                <c:pt idx="1500">
                  <c:v>1090.17</c:v>
                </c:pt>
                <c:pt idx="1501">
                  <c:v>1073.5899999999999</c:v>
                </c:pt>
                <c:pt idx="1502">
                  <c:v>1076.0899999999999</c:v>
                </c:pt>
                <c:pt idx="1503">
                  <c:v>1074.8900000000001</c:v>
                </c:pt>
                <c:pt idx="1504">
                  <c:v>1063.44</c:v>
                </c:pt>
                <c:pt idx="1505">
                  <c:v>1062.8800000000001</c:v>
                </c:pt>
                <c:pt idx="1506">
                  <c:v>1058.69</c:v>
                </c:pt>
                <c:pt idx="1507">
                  <c:v>1075.6199999999999</c:v>
                </c:pt>
                <c:pt idx="1508">
                  <c:v>1082.3</c:v>
                </c:pt>
                <c:pt idx="1509">
                  <c:v>1086.02</c:v>
                </c:pt>
                <c:pt idx="1510">
                  <c:v>1090.51</c:v>
                </c:pt>
                <c:pt idx="1511">
                  <c:v>1087.75</c:v>
                </c:pt>
                <c:pt idx="1512">
                  <c:v>1100.1500000000001</c:v>
                </c:pt>
                <c:pt idx="1513">
                  <c:v>1106.44</c:v>
                </c:pt>
                <c:pt idx="1514">
                  <c:v>1110.6600000000001</c:v>
                </c:pt>
                <c:pt idx="1515">
                  <c:v>1132.04</c:v>
                </c:pt>
                <c:pt idx="1516">
                  <c:v>1136.8</c:v>
                </c:pt>
                <c:pt idx="1517">
                  <c:v>1163.3800000000001</c:v>
                </c:pt>
                <c:pt idx="1518">
                  <c:v>1174.52</c:v>
                </c:pt>
                <c:pt idx="1519">
                  <c:v>1170.8499999999999</c:v>
                </c:pt>
                <c:pt idx="1520">
                  <c:v>1172.5899999999999</c:v>
                </c:pt>
                <c:pt idx="1521">
                  <c:v>1187.97</c:v>
                </c:pt>
                <c:pt idx="1522">
                  <c:v>1173.02</c:v>
                </c:pt>
                <c:pt idx="1523">
                  <c:v>1179.3399999999999</c:v>
                </c:pt>
                <c:pt idx="1524">
                  <c:v>1183.78</c:v>
                </c:pt>
                <c:pt idx="1525">
                  <c:v>1156.23</c:v>
                </c:pt>
                <c:pt idx="1526">
                  <c:v>1148.27</c:v>
                </c:pt>
                <c:pt idx="1527">
                  <c:v>1156.96</c:v>
                </c:pt>
                <c:pt idx="1528">
                  <c:v>1159.56</c:v>
                </c:pt>
                <c:pt idx="1529">
                  <c:v>1160.06</c:v>
                </c:pt>
                <c:pt idx="1530">
                  <c:v>1149.73</c:v>
                </c:pt>
                <c:pt idx="1531">
                  <c:v>1144.04</c:v>
                </c:pt>
                <c:pt idx="1532">
                  <c:v>1135.1300000000001</c:v>
                </c:pt>
                <c:pt idx="1533">
                  <c:v>1155.1199999999999</c:v>
                </c:pt>
                <c:pt idx="1534">
                  <c:v>1148.42</c:v>
                </c:pt>
                <c:pt idx="1535">
                  <c:v>1142.19</c:v>
                </c:pt>
                <c:pt idx="1536">
                  <c:v>1141.81</c:v>
                </c:pt>
                <c:pt idx="1537">
                  <c:v>1134.52</c:v>
                </c:pt>
                <c:pt idx="1538">
                  <c:v>1134.8800000000001</c:v>
                </c:pt>
                <c:pt idx="1539">
                  <c:v>1137.94</c:v>
                </c:pt>
                <c:pt idx="1540">
                  <c:v>1136.47</c:v>
                </c:pt>
                <c:pt idx="1541">
                  <c:v>1126.51</c:v>
                </c:pt>
                <c:pt idx="1542">
                  <c:v>1119.52</c:v>
                </c:pt>
                <c:pt idx="1543">
                  <c:v>1122.28</c:v>
                </c:pt>
                <c:pt idx="1544">
                  <c:v>1129.82</c:v>
                </c:pt>
                <c:pt idx="1545">
                  <c:v>1139.1099999999999</c:v>
                </c:pt>
                <c:pt idx="1546">
                  <c:v>1131.8699999999999</c:v>
                </c:pt>
                <c:pt idx="1547">
                  <c:v>1140.54</c:v>
                </c:pt>
                <c:pt idx="1548">
                  <c:v>1135.6500000000001</c:v>
                </c:pt>
                <c:pt idx="1549">
                  <c:v>1125.8900000000001</c:v>
                </c:pt>
                <c:pt idx="1550">
                  <c:v>1103.19</c:v>
                </c:pt>
                <c:pt idx="1551">
                  <c:v>1093.7</c:v>
                </c:pt>
                <c:pt idx="1552">
                  <c:v>1084.4100000000001</c:v>
                </c:pt>
                <c:pt idx="1553">
                  <c:v>1085</c:v>
                </c:pt>
                <c:pt idx="1554">
                  <c:v>1089.72</c:v>
                </c:pt>
                <c:pt idx="1555">
                  <c:v>1094.94</c:v>
                </c:pt>
                <c:pt idx="1556">
                  <c:v>1093.8499999999999</c:v>
                </c:pt>
                <c:pt idx="1557">
                  <c:v>1085.49</c:v>
                </c:pt>
                <c:pt idx="1558">
                  <c:v>1087.27</c:v>
                </c:pt>
                <c:pt idx="1559">
                  <c:v>1092.2</c:v>
                </c:pt>
                <c:pt idx="1560">
                  <c:v>1086.93</c:v>
                </c:pt>
                <c:pt idx="1561">
                  <c:v>1087.58</c:v>
                </c:pt>
                <c:pt idx="1562">
                  <c:v>1079.6500000000001</c:v>
                </c:pt>
                <c:pt idx="1563">
                  <c:v>1078.57</c:v>
                </c:pt>
                <c:pt idx="1564">
                  <c:v>1086.3900000000001</c:v>
                </c:pt>
                <c:pt idx="1565">
                  <c:v>1097.52</c:v>
                </c:pt>
                <c:pt idx="1566">
                  <c:v>1100.49</c:v>
                </c:pt>
                <c:pt idx="1567">
                  <c:v>1102.29</c:v>
                </c:pt>
                <c:pt idx="1568">
                  <c:v>1105.08</c:v>
                </c:pt>
                <c:pt idx="1569">
                  <c:v>1114.04</c:v>
                </c:pt>
                <c:pt idx="1570">
                  <c:v>1111.71</c:v>
                </c:pt>
                <c:pt idx="1571">
                  <c:v>1108.43</c:v>
                </c:pt>
                <c:pt idx="1572">
                  <c:v>1112.94</c:v>
                </c:pt>
                <c:pt idx="1573">
                  <c:v>1107.01</c:v>
                </c:pt>
                <c:pt idx="1574">
                  <c:v>1103.21</c:v>
                </c:pt>
                <c:pt idx="1575">
                  <c:v>1093.2</c:v>
                </c:pt>
                <c:pt idx="1576">
                  <c:v>1095.31</c:v>
                </c:pt>
                <c:pt idx="1577">
                  <c:v>1081.76</c:v>
                </c:pt>
                <c:pt idx="1578">
                  <c:v>1072.25</c:v>
                </c:pt>
                <c:pt idx="1579">
                  <c:v>1081.95</c:v>
                </c:pt>
                <c:pt idx="1580">
                  <c:v>1084.99</c:v>
                </c:pt>
                <c:pt idx="1581">
                  <c:v>1085.8599999999999</c:v>
                </c:pt>
                <c:pt idx="1582">
                  <c:v>1084.69</c:v>
                </c:pt>
                <c:pt idx="1583">
                  <c:v>1082.8699999999999</c:v>
                </c:pt>
                <c:pt idx="1584">
                  <c:v>1078.4000000000001</c:v>
                </c:pt>
                <c:pt idx="1585">
                  <c:v>1075.48</c:v>
                </c:pt>
                <c:pt idx="1586">
                  <c:v>1076.52</c:v>
                </c:pt>
                <c:pt idx="1587">
                  <c:v>1071</c:v>
                </c:pt>
                <c:pt idx="1588">
                  <c:v>1073.21</c:v>
                </c:pt>
                <c:pt idx="1589">
                  <c:v>1078.8900000000001</c:v>
                </c:pt>
                <c:pt idx="1590">
                  <c:v>1080.07</c:v>
                </c:pt>
                <c:pt idx="1591">
                  <c:v>1070.79</c:v>
                </c:pt>
                <c:pt idx="1592">
                  <c:v>1066.47</c:v>
                </c:pt>
                <c:pt idx="1593">
                  <c:v>1057.0999999999999</c:v>
                </c:pt>
                <c:pt idx="1594">
                  <c:v>1039.1099999999999</c:v>
                </c:pt>
                <c:pt idx="1595">
                  <c:v>1053.05</c:v>
                </c:pt>
                <c:pt idx="1596">
                  <c:v>1055.8</c:v>
                </c:pt>
                <c:pt idx="1597">
                  <c:v>1066.67</c:v>
                </c:pt>
                <c:pt idx="1598">
                  <c:v>1070.1199999999999</c:v>
                </c:pt>
                <c:pt idx="1599">
                  <c:v>1080.5</c:v>
                </c:pt>
                <c:pt idx="1600">
                  <c:v>1081.1099999999999</c:v>
                </c:pt>
                <c:pt idx="1601">
                  <c:v>1082.3399999999999</c:v>
                </c:pt>
                <c:pt idx="1602">
                  <c:v>1081.3399999999999</c:v>
                </c:pt>
                <c:pt idx="1603">
                  <c:v>1090.02</c:v>
                </c:pt>
                <c:pt idx="1604">
                  <c:v>1087.54</c:v>
                </c:pt>
                <c:pt idx="1605">
                  <c:v>1089.1300000000001</c:v>
                </c:pt>
                <c:pt idx="1606">
                  <c:v>1092.31</c:v>
                </c:pt>
                <c:pt idx="1607">
                  <c:v>1095.75</c:v>
                </c:pt>
                <c:pt idx="1608">
                  <c:v>1093.3699999999999</c:v>
                </c:pt>
                <c:pt idx="1609">
                  <c:v>1073.72</c:v>
                </c:pt>
                <c:pt idx="1610">
                  <c:v>1092.93</c:v>
                </c:pt>
                <c:pt idx="1611">
                  <c:v>1095.79</c:v>
                </c:pt>
                <c:pt idx="1612">
                  <c:v>1102.25</c:v>
                </c:pt>
                <c:pt idx="1613">
                  <c:v>1108.48</c:v>
                </c:pt>
                <c:pt idx="1614">
                  <c:v>1108.46</c:v>
                </c:pt>
                <c:pt idx="1615">
                  <c:v>1104.6300000000001</c:v>
                </c:pt>
                <c:pt idx="1616">
                  <c:v>1111.01</c:v>
                </c:pt>
                <c:pt idx="1617">
                  <c:v>1113.25</c:v>
                </c:pt>
                <c:pt idx="1618">
                  <c:v>1125.23</c:v>
                </c:pt>
                <c:pt idx="1619">
                  <c:v>1130.6099999999999</c:v>
                </c:pt>
                <c:pt idx="1620">
                  <c:v>1138.92</c:v>
                </c:pt>
                <c:pt idx="1621">
                  <c:v>1136.8699999999999</c:v>
                </c:pt>
                <c:pt idx="1622">
                  <c:v>1132.45</c:v>
                </c:pt>
                <c:pt idx="1623">
                  <c:v>1147.3</c:v>
                </c:pt>
                <c:pt idx="1624">
                  <c:v>1135.74</c:v>
                </c:pt>
                <c:pt idx="1625">
                  <c:v>1122.3800000000001</c:v>
                </c:pt>
                <c:pt idx="1626">
                  <c:v>1135.4100000000001</c:v>
                </c:pt>
                <c:pt idx="1627">
                  <c:v>1124.03</c:v>
                </c:pt>
                <c:pt idx="1628">
                  <c:v>1097.25</c:v>
                </c:pt>
                <c:pt idx="1629">
                  <c:v>1097.3699999999999</c:v>
                </c:pt>
                <c:pt idx="1630">
                  <c:v>1093</c:v>
                </c:pt>
                <c:pt idx="1631">
                  <c:v>1115.55</c:v>
                </c:pt>
                <c:pt idx="1632">
                  <c:v>1131.26</c:v>
                </c:pt>
                <c:pt idx="1633">
                  <c:v>1128.55</c:v>
                </c:pt>
                <c:pt idx="1634">
                  <c:v>1113.06</c:v>
                </c:pt>
                <c:pt idx="1635">
                  <c:v>1109.1600000000001</c:v>
                </c:pt>
                <c:pt idx="1636">
                  <c:v>1111.1300000000001</c:v>
                </c:pt>
                <c:pt idx="1637">
                  <c:v>1106.07</c:v>
                </c:pt>
                <c:pt idx="1638">
                  <c:v>1119.6099999999999</c:v>
                </c:pt>
                <c:pt idx="1639">
                  <c:v>1131.44</c:v>
                </c:pt>
                <c:pt idx="1640">
                  <c:v>1145.17</c:v>
                </c:pt>
                <c:pt idx="1641">
                  <c:v>1143.29</c:v>
                </c:pt>
                <c:pt idx="1642">
                  <c:v>1140.69</c:v>
                </c:pt>
                <c:pt idx="1643">
                  <c:v>1131.3800000000001</c:v>
                </c:pt>
                <c:pt idx="1644">
                  <c:v>1136.01</c:v>
                </c:pt>
                <c:pt idx="1645">
                  <c:v>1129.4100000000001</c:v>
                </c:pt>
                <c:pt idx="1646">
                  <c:v>1131.54</c:v>
                </c:pt>
                <c:pt idx="1647">
                  <c:v>1130.54</c:v>
                </c:pt>
                <c:pt idx="1648">
                  <c:v>1120.72</c:v>
                </c:pt>
                <c:pt idx="1649">
                  <c:v>1101.4000000000001</c:v>
                </c:pt>
                <c:pt idx="1650">
                  <c:v>1110.6600000000001</c:v>
                </c:pt>
                <c:pt idx="1651">
                  <c:v>1111.68</c:v>
                </c:pt>
                <c:pt idx="1652">
                  <c:v>1102.78</c:v>
                </c:pt>
                <c:pt idx="1653">
                  <c:v>1087.5899999999999</c:v>
                </c:pt>
                <c:pt idx="1654">
                  <c:v>1001.49</c:v>
                </c:pt>
                <c:pt idx="1655">
                  <c:v>1002.6</c:v>
                </c:pt>
                <c:pt idx="1656">
                  <c:v>993.45</c:v>
                </c:pt>
                <c:pt idx="1657">
                  <c:v>1028.8599999999999</c:v>
                </c:pt>
                <c:pt idx="1658">
                  <c:v>1045.2</c:v>
                </c:pt>
                <c:pt idx="1659">
                  <c:v>1060.22</c:v>
                </c:pt>
                <c:pt idx="1660">
                  <c:v>1070.26</c:v>
                </c:pt>
                <c:pt idx="1661">
                  <c:v>1059.0999999999999</c:v>
                </c:pt>
                <c:pt idx="1662">
                  <c:v>1067.07</c:v>
                </c:pt>
                <c:pt idx="1663">
                  <c:v>1068.5899999999999</c:v>
                </c:pt>
                <c:pt idx="1664">
                  <c:v>1071.95</c:v>
                </c:pt>
                <c:pt idx="1665">
                  <c:v>1073.79</c:v>
                </c:pt>
                <c:pt idx="1666">
                  <c:v>1096.05</c:v>
                </c:pt>
                <c:pt idx="1667">
                  <c:v>1092.98</c:v>
                </c:pt>
                <c:pt idx="1668">
                  <c:v>1097.0999999999999</c:v>
                </c:pt>
                <c:pt idx="1669">
                  <c:v>1102.57</c:v>
                </c:pt>
                <c:pt idx="1670">
                  <c:v>1105.99</c:v>
                </c:pt>
                <c:pt idx="1671">
                  <c:v>1112.8399999999999</c:v>
                </c:pt>
                <c:pt idx="1672">
                  <c:v>1111.97</c:v>
                </c:pt>
                <c:pt idx="1673">
                  <c:v>1133.27</c:v>
                </c:pt>
                <c:pt idx="1674">
                  <c:v>1139.5899999999999</c:v>
                </c:pt>
                <c:pt idx="1675">
                  <c:v>1137.42</c:v>
                </c:pt>
                <c:pt idx="1676">
                  <c:v>1137.4100000000001</c:v>
                </c:pt>
                <c:pt idx="1677">
                  <c:v>1133.58</c:v>
                </c:pt>
                <c:pt idx="1678">
                  <c:v>1138.4000000000001</c:v>
                </c:pt>
                <c:pt idx="1679">
                  <c:v>1161.8499999999999</c:v>
                </c:pt>
                <c:pt idx="1680">
                  <c:v>1156.82</c:v>
                </c:pt>
                <c:pt idx="1681">
                  <c:v>1173.6500000000001</c:v>
                </c:pt>
                <c:pt idx="1682">
                  <c:v>1173.53</c:v>
                </c:pt>
                <c:pt idx="1683">
                  <c:v>1172.3800000000001</c:v>
                </c:pt>
                <c:pt idx="1684">
                  <c:v>1166.6400000000001</c:v>
                </c:pt>
                <c:pt idx="1685">
                  <c:v>1167.46</c:v>
                </c:pt>
                <c:pt idx="1686">
                  <c:v>1174.56</c:v>
                </c:pt>
                <c:pt idx="1687">
                  <c:v>1165.3800000000001</c:v>
                </c:pt>
                <c:pt idx="1688">
                  <c:v>1170.98</c:v>
                </c:pt>
                <c:pt idx="1689">
                  <c:v>1170.1300000000001</c:v>
                </c:pt>
                <c:pt idx="1690">
                  <c:v>1164.0999999999999</c:v>
                </c:pt>
                <c:pt idx="1691">
                  <c:v>1163.8399999999999</c:v>
                </c:pt>
                <c:pt idx="1692">
                  <c:v>1170.1600000000001</c:v>
                </c:pt>
                <c:pt idx="1693">
                  <c:v>1157.3399999999999</c:v>
                </c:pt>
                <c:pt idx="1694">
                  <c:v>1153.77</c:v>
                </c:pt>
                <c:pt idx="1695">
                  <c:v>1158.1300000000001</c:v>
                </c:pt>
                <c:pt idx="1696">
                  <c:v>1172.45</c:v>
                </c:pt>
                <c:pt idx="1697">
                  <c:v>1182.68</c:v>
                </c:pt>
                <c:pt idx="1698">
                  <c:v>1182.93</c:v>
                </c:pt>
                <c:pt idx="1699">
                  <c:v>1193.78</c:v>
                </c:pt>
                <c:pt idx="1700">
                  <c:v>1201.1300000000001</c:v>
                </c:pt>
                <c:pt idx="1701">
                  <c:v>1208.98</c:v>
                </c:pt>
                <c:pt idx="1702">
                  <c:v>1202.74</c:v>
                </c:pt>
                <c:pt idx="1703">
                  <c:v>1190.03</c:v>
                </c:pt>
                <c:pt idx="1704">
                  <c:v>1198.18</c:v>
                </c:pt>
                <c:pt idx="1705">
                  <c:v>1196.96</c:v>
                </c:pt>
                <c:pt idx="1706">
                  <c:v>1193.45</c:v>
                </c:pt>
                <c:pt idx="1707">
                  <c:v>1177.31</c:v>
                </c:pt>
                <c:pt idx="1708">
                  <c:v>1189.8499999999999</c:v>
                </c:pt>
                <c:pt idx="1709">
                  <c:v>1182.25</c:v>
                </c:pt>
                <c:pt idx="1710">
                  <c:v>1211.8399999999999</c:v>
                </c:pt>
                <c:pt idx="1711">
                  <c:v>1220.72</c:v>
                </c:pt>
                <c:pt idx="1712">
                  <c:v>1226.95</c:v>
                </c:pt>
                <c:pt idx="1713">
                  <c:v>1228.53</c:v>
                </c:pt>
                <c:pt idx="1714">
                  <c:v>1222.78</c:v>
                </c:pt>
                <c:pt idx="1715">
                  <c:v>1229.25</c:v>
                </c:pt>
                <c:pt idx="1716">
                  <c:v>1230.24</c:v>
                </c:pt>
                <c:pt idx="1717">
                  <c:v>1236.97</c:v>
                </c:pt>
                <c:pt idx="1718">
                  <c:v>1231.6300000000001</c:v>
                </c:pt>
                <c:pt idx="1719">
                  <c:v>1226.19</c:v>
                </c:pt>
                <c:pt idx="1720">
                  <c:v>1231.54</c:v>
                </c:pt>
                <c:pt idx="1721">
                  <c:v>1227.8699999999999</c:v>
                </c:pt>
                <c:pt idx="1722">
                  <c:v>1231.26</c:v>
                </c:pt>
                <c:pt idx="1723">
                  <c:v>1229.1300000000001</c:v>
                </c:pt>
                <c:pt idx="1724">
                  <c:v>1228.5899999999999</c:v>
                </c:pt>
                <c:pt idx="1725">
                  <c:v>1240.45</c:v>
                </c:pt>
                <c:pt idx="1726">
                  <c:v>1239.53</c:v>
                </c:pt>
                <c:pt idx="1727">
                  <c:v>1241.25</c:v>
                </c:pt>
                <c:pt idx="1728">
                  <c:v>1249.3800000000001</c:v>
                </c:pt>
                <c:pt idx="1729">
                  <c:v>1253.46</c:v>
                </c:pt>
                <c:pt idx="1730">
                  <c:v>1248.05</c:v>
                </c:pt>
                <c:pt idx="1731">
                  <c:v>1265.1600000000001</c:v>
                </c:pt>
                <c:pt idx="1732">
                  <c:v>1267.29</c:v>
                </c:pt>
                <c:pt idx="1733">
                  <c:v>1257.78</c:v>
                </c:pt>
                <c:pt idx="1734">
                  <c:v>1255.44</c:v>
                </c:pt>
                <c:pt idx="1735">
                  <c:v>1252.31</c:v>
                </c:pt>
                <c:pt idx="1736">
                  <c:v>1252.47</c:v>
                </c:pt>
                <c:pt idx="1737">
                  <c:v>1243.23</c:v>
                </c:pt>
                <c:pt idx="1738">
                  <c:v>1226.18</c:v>
                </c:pt>
                <c:pt idx="1739">
                  <c:v>1237.05</c:v>
                </c:pt>
                <c:pt idx="1740">
                  <c:v>1246.0999999999999</c:v>
                </c:pt>
                <c:pt idx="1741">
                  <c:v>1244.43</c:v>
                </c:pt>
                <c:pt idx="1742">
                  <c:v>1260.46</c:v>
                </c:pt>
                <c:pt idx="1743">
                  <c:v>1253.79</c:v>
                </c:pt>
                <c:pt idx="1744">
                  <c:v>1255.6500000000001</c:v>
                </c:pt>
                <c:pt idx="1745">
                  <c:v>1257.27</c:v>
                </c:pt>
                <c:pt idx="1746">
                  <c:v>1276.97</c:v>
                </c:pt>
                <c:pt idx="1747">
                  <c:v>1271.97</c:v>
                </c:pt>
                <c:pt idx="1748">
                  <c:v>1272.43</c:v>
                </c:pt>
                <c:pt idx="1749">
                  <c:v>1273.0899999999999</c:v>
                </c:pt>
                <c:pt idx="1750">
                  <c:v>1270.73</c:v>
                </c:pt>
                <c:pt idx="1751">
                  <c:v>1259.8800000000001</c:v>
                </c:pt>
                <c:pt idx="1752">
                  <c:v>1261.74</c:v>
                </c:pt>
                <c:pt idx="1753">
                  <c:v>1266.55</c:v>
                </c:pt>
                <c:pt idx="1754">
                  <c:v>1285.46</c:v>
                </c:pt>
                <c:pt idx="1755">
                  <c:v>1274.21</c:v>
                </c:pt>
                <c:pt idx="1756">
                  <c:v>1269.1099999999999</c:v>
                </c:pt>
                <c:pt idx="1757">
                  <c:v>1261.26</c:v>
                </c:pt>
                <c:pt idx="1758">
                  <c:v>1258.44</c:v>
                </c:pt>
                <c:pt idx="1759">
                  <c:v>1266.58</c:v>
                </c:pt>
                <c:pt idx="1760">
                  <c:v>1265.44</c:v>
                </c:pt>
                <c:pt idx="1761">
                  <c:v>1267</c:v>
                </c:pt>
                <c:pt idx="1762">
                  <c:v>1261.56</c:v>
                </c:pt>
                <c:pt idx="1763">
                  <c:v>1276.05</c:v>
                </c:pt>
                <c:pt idx="1764">
                  <c:v>1282.2</c:v>
                </c:pt>
                <c:pt idx="1765">
                  <c:v>1295.3800000000001</c:v>
                </c:pt>
                <c:pt idx="1766">
                  <c:v>1307.49</c:v>
                </c:pt>
                <c:pt idx="1767">
                  <c:v>1310.08</c:v>
                </c:pt>
                <c:pt idx="1768">
                  <c:v>1325.73</c:v>
                </c:pt>
                <c:pt idx="1769">
                  <c:v>1328.79</c:v>
                </c:pt>
                <c:pt idx="1770">
                  <c:v>1339.91</c:v>
                </c:pt>
                <c:pt idx="1771">
                  <c:v>1347.85</c:v>
                </c:pt>
                <c:pt idx="1772">
                  <c:v>1345.83</c:v>
                </c:pt>
                <c:pt idx="1773">
                  <c:v>1340.91</c:v>
                </c:pt>
                <c:pt idx="1774">
                  <c:v>1343.73</c:v>
                </c:pt>
                <c:pt idx="1775">
                  <c:v>1346.55</c:v>
                </c:pt>
                <c:pt idx="1776">
                  <c:v>1351.91</c:v>
                </c:pt>
                <c:pt idx="1777">
                  <c:v>1343.82</c:v>
                </c:pt>
                <c:pt idx="1778">
                  <c:v>1325.58</c:v>
                </c:pt>
                <c:pt idx="1779">
                  <c:v>1339.71</c:v>
                </c:pt>
                <c:pt idx="1780">
                  <c:v>1346.05</c:v>
                </c:pt>
                <c:pt idx="1781">
                  <c:v>1352.73</c:v>
                </c:pt>
                <c:pt idx="1782">
                  <c:v>1367.71</c:v>
                </c:pt>
                <c:pt idx="1783">
                  <c:v>1373.89</c:v>
                </c:pt>
                <c:pt idx="1784">
                  <c:v>1372.25</c:v>
                </c:pt>
                <c:pt idx="1785">
                  <c:v>1375.23</c:v>
                </c:pt>
                <c:pt idx="1786">
                  <c:v>1372.04</c:v>
                </c:pt>
                <c:pt idx="1787">
                  <c:v>1375.9</c:v>
                </c:pt>
                <c:pt idx="1788">
                  <c:v>1365.67</c:v>
                </c:pt>
                <c:pt idx="1789">
                  <c:v>1353.31</c:v>
                </c:pt>
                <c:pt idx="1790">
                  <c:v>1338.98</c:v>
                </c:pt>
                <c:pt idx="1791">
                  <c:v>1365.69</c:v>
                </c:pt>
                <c:pt idx="1792">
                  <c:v>1378.96</c:v>
                </c:pt>
                <c:pt idx="1793">
                  <c:v>1361.6</c:v>
                </c:pt>
                <c:pt idx="1794">
                  <c:v>1383.26</c:v>
                </c:pt>
                <c:pt idx="1795">
                  <c:v>1383.64</c:v>
                </c:pt>
                <c:pt idx="1796">
                  <c:v>1380.07</c:v>
                </c:pt>
                <c:pt idx="1797">
                  <c:v>1381.37</c:v>
                </c:pt>
                <c:pt idx="1798">
                  <c:v>1389.39</c:v>
                </c:pt>
                <c:pt idx="1799">
                  <c:v>1407.94</c:v>
                </c:pt>
                <c:pt idx="1800">
                  <c:v>1402.66</c:v>
                </c:pt>
                <c:pt idx="1801">
                  <c:v>1416.39</c:v>
                </c:pt>
                <c:pt idx="1802">
                  <c:v>1411.65</c:v>
                </c:pt>
                <c:pt idx="1803">
                  <c:v>1401.55</c:v>
                </c:pt>
                <c:pt idx="1804">
                  <c:v>1410.43</c:v>
                </c:pt>
                <c:pt idx="1805">
                  <c:v>1393.38</c:v>
                </c:pt>
                <c:pt idx="1806">
                  <c:v>1382.96</c:v>
                </c:pt>
                <c:pt idx="1807">
                  <c:v>1393.77</c:v>
                </c:pt>
                <c:pt idx="1808">
                  <c:v>1381.63</c:v>
                </c:pt>
                <c:pt idx="1809">
                  <c:v>1400.21</c:v>
                </c:pt>
                <c:pt idx="1810">
                  <c:v>1402.67</c:v>
                </c:pt>
                <c:pt idx="1811">
                  <c:v>1407.73</c:v>
                </c:pt>
                <c:pt idx="1812">
                  <c:v>1409.8</c:v>
                </c:pt>
                <c:pt idx="1813">
                  <c:v>1385.61</c:v>
                </c:pt>
                <c:pt idx="1814">
                  <c:v>1387.85</c:v>
                </c:pt>
                <c:pt idx="1815">
                  <c:v>1361.75</c:v>
                </c:pt>
                <c:pt idx="1816">
                  <c:v>1360.31</c:v>
                </c:pt>
                <c:pt idx="1817">
                  <c:v>1371.54</c:v>
                </c:pt>
                <c:pt idx="1818">
                  <c:v>1333.96</c:v>
                </c:pt>
                <c:pt idx="1819">
                  <c:v>1342.1</c:v>
                </c:pt>
                <c:pt idx="1820">
                  <c:v>1353.84</c:v>
                </c:pt>
                <c:pt idx="1821">
                  <c:v>1371.46</c:v>
                </c:pt>
                <c:pt idx="1822">
                  <c:v>1370.39</c:v>
                </c:pt>
                <c:pt idx="1823">
                  <c:v>1366.92</c:v>
                </c:pt>
                <c:pt idx="1824">
                  <c:v>1368.27</c:v>
                </c:pt>
                <c:pt idx="1825">
                  <c:v>1373.87</c:v>
                </c:pt>
                <c:pt idx="1826">
                  <c:v>1372.95</c:v>
                </c:pt>
                <c:pt idx="1827">
                  <c:v>1376.79</c:v>
                </c:pt>
                <c:pt idx="1828">
                  <c:v>1385.48</c:v>
                </c:pt>
                <c:pt idx="1829">
                  <c:v>1386.62</c:v>
                </c:pt>
                <c:pt idx="1830">
                  <c:v>1378.93</c:v>
                </c:pt>
                <c:pt idx="1831">
                  <c:v>1382.51</c:v>
                </c:pt>
                <c:pt idx="1832">
                  <c:v>1376.73</c:v>
                </c:pt>
                <c:pt idx="1833">
                  <c:v>1389.99</c:v>
                </c:pt>
                <c:pt idx="1834">
                  <c:v>1373.88</c:v>
                </c:pt>
                <c:pt idx="1835">
                  <c:v>1352.66</c:v>
                </c:pt>
                <c:pt idx="1836">
                  <c:v>1358.97</c:v>
                </c:pt>
                <c:pt idx="1837">
                  <c:v>1358.18</c:v>
                </c:pt>
                <c:pt idx="1838">
                  <c:v>1368.48</c:v>
                </c:pt>
                <c:pt idx="1839">
                  <c:v>1383.83</c:v>
                </c:pt>
                <c:pt idx="1840">
                  <c:v>1387.13</c:v>
                </c:pt>
                <c:pt idx="1841">
                  <c:v>1392.07</c:v>
                </c:pt>
                <c:pt idx="1842">
                  <c:v>1391.79</c:v>
                </c:pt>
                <c:pt idx="1843">
                  <c:v>1397.4</c:v>
                </c:pt>
                <c:pt idx="1844">
                  <c:v>1401.66</c:v>
                </c:pt>
                <c:pt idx="1845">
                  <c:v>1402.53</c:v>
                </c:pt>
                <c:pt idx="1846">
                  <c:v>1404.37</c:v>
                </c:pt>
                <c:pt idx="1847">
                  <c:v>1405.32</c:v>
                </c:pt>
                <c:pt idx="1848">
                  <c:v>1429.48</c:v>
                </c:pt>
                <c:pt idx="1849">
                  <c:v>1451.11</c:v>
                </c:pt>
                <c:pt idx="1850">
                  <c:v>1467.16</c:v>
                </c:pt>
                <c:pt idx="1851">
                  <c:v>1462.97</c:v>
                </c:pt>
                <c:pt idx="1852">
                  <c:v>1452.7</c:v>
                </c:pt>
                <c:pt idx="1853">
                  <c:v>1452.35</c:v>
                </c:pt>
                <c:pt idx="1854">
                  <c:v>1466.2</c:v>
                </c:pt>
                <c:pt idx="1855">
                  <c:v>1472.29</c:v>
                </c:pt>
                <c:pt idx="1856">
                  <c:v>1479.39</c:v>
                </c:pt>
                <c:pt idx="1857">
                  <c:v>1478.25</c:v>
                </c:pt>
                <c:pt idx="1858">
                  <c:v>1484.97</c:v>
                </c:pt>
                <c:pt idx="1859">
                  <c:v>1486.61</c:v>
                </c:pt>
                <c:pt idx="1860">
                  <c:v>1480.63</c:v>
                </c:pt>
                <c:pt idx="1861">
                  <c:v>1480.35</c:v>
                </c:pt>
                <c:pt idx="1862">
                  <c:v>1495.16</c:v>
                </c:pt>
                <c:pt idx="1863">
                  <c:v>1501.11</c:v>
                </c:pt>
                <c:pt idx="1864">
                  <c:v>1509.35</c:v>
                </c:pt>
                <c:pt idx="1865">
                  <c:v>1528.89</c:v>
                </c:pt>
                <c:pt idx="1866">
                  <c:v>1556.8</c:v>
                </c:pt>
                <c:pt idx="1867">
                  <c:v>1554.78</c:v>
                </c:pt>
                <c:pt idx="1868">
                  <c:v>1528.09</c:v>
                </c:pt>
                <c:pt idx="1869">
                  <c:v>1493.91</c:v>
                </c:pt>
                <c:pt idx="1870">
                  <c:v>1536</c:v>
                </c:pt>
                <c:pt idx="1871">
                  <c:v>1532.67</c:v>
                </c:pt>
                <c:pt idx="1872">
                  <c:v>1507.53</c:v>
                </c:pt>
                <c:pt idx="1873">
                  <c:v>1506.38</c:v>
                </c:pt>
                <c:pt idx="1874">
                  <c:v>1539.54</c:v>
                </c:pt>
                <c:pt idx="1875">
                  <c:v>1549.73</c:v>
                </c:pt>
                <c:pt idx="1876">
                  <c:v>1564.48</c:v>
                </c:pt>
                <c:pt idx="1877">
                  <c:v>1570.44</c:v>
                </c:pt>
                <c:pt idx="1878">
                  <c:v>1555.12</c:v>
                </c:pt>
                <c:pt idx="1879">
                  <c:v>1557.86</c:v>
                </c:pt>
                <c:pt idx="1880">
                  <c:v>1555.7</c:v>
                </c:pt>
                <c:pt idx="1881">
                  <c:v>1560.88</c:v>
                </c:pt>
                <c:pt idx="1882">
                  <c:v>1563.34</c:v>
                </c:pt>
                <c:pt idx="1883">
                  <c:v>1567.23</c:v>
                </c:pt>
                <c:pt idx="1884">
                  <c:v>1582.7</c:v>
                </c:pt>
                <c:pt idx="1885">
                  <c:v>1591.64</c:v>
                </c:pt>
                <c:pt idx="1886">
                  <c:v>1614.58</c:v>
                </c:pt>
                <c:pt idx="1887">
                  <c:v>1619.28</c:v>
                </c:pt>
                <c:pt idx="1888">
                  <c:v>1610.7</c:v>
                </c:pt>
                <c:pt idx="1889">
                  <c:v>1585.78</c:v>
                </c:pt>
                <c:pt idx="1890">
                  <c:v>1527.62</c:v>
                </c:pt>
                <c:pt idx="1891">
                  <c:v>1472.03</c:v>
                </c:pt>
                <c:pt idx="1892">
                  <c:v>1503.53</c:v>
                </c:pt>
                <c:pt idx="1893">
                  <c:v>1499.72</c:v>
                </c:pt>
                <c:pt idx="1894">
                  <c:v>1454.57</c:v>
                </c:pt>
                <c:pt idx="1895">
                  <c:v>1504.33</c:v>
                </c:pt>
                <c:pt idx="1896">
                  <c:v>1516.47</c:v>
                </c:pt>
                <c:pt idx="1897">
                  <c:v>1492.11</c:v>
                </c:pt>
                <c:pt idx="1898">
                  <c:v>1469.47</c:v>
                </c:pt>
                <c:pt idx="1899">
                  <c:v>1479.35</c:v>
                </c:pt>
                <c:pt idx="1900">
                  <c:v>1495.43</c:v>
                </c:pt>
                <c:pt idx="1901">
                  <c:v>1517.45</c:v>
                </c:pt>
                <c:pt idx="1902">
                  <c:v>1476.21</c:v>
                </c:pt>
                <c:pt idx="1903">
                  <c:v>1463.33</c:v>
                </c:pt>
                <c:pt idx="1904">
                  <c:v>1419.95</c:v>
                </c:pt>
                <c:pt idx="1905">
                  <c:v>1443.9</c:v>
                </c:pt>
                <c:pt idx="1906">
                  <c:v>1443.9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45-4180-A571-0B2D4302C4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86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in val="8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  <c:majorUnit val="1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62319521422541E-2"/>
          <c:y val="0.17606103251610991"/>
          <c:w val="0.83368983422708443"/>
          <c:h val="0.514628005387002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중국!$B$17</c:f>
              <c:strCache>
                <c:ptCount val="1"/>
                <c:pt idx="0">
                  <c:v>월간 수익률</c:v>
                </c:pt>
              </c:strCache>
            </c:strRef>
          </c:tx>
          <c:spPr>
            <a:solidFill>
              <a:srgbClr val="002C58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75588636998083E-5"/>
                  <c:y val="2.75470267949873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04C-4CC0-8462-E6AE54C9A169}"/>
                </c:ext>
              </c:extLst>
            </c:dLbl>
            <c:dLbl>
              <c:idx val="10"/>
              <c:layout>
                <c:manualLayout>
                  <c:x val="0"/>
                  <c:y val="3.4331060635140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4C-4CC0-8462-E6AE54C9A169}"/>
                </c:ext>
              </c:extLst>
            </c:dLbl>
            <c:dLbl>
              <c:idx val="11"/>
              <c:layout>
                <c:manualLayout>
                  <c:x val="-4.5336061588504206E-3"/>
                  <c:y val="3.43316012817650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04C-4CC0-8462-E6AE54C9A169}"/>
                </c:ext>
              </c:extLst>
            </c:dLbl>
            <c:numFmt formatCode="#,##0.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/>
                    <a:ea typeface="KB금융 본문체 Light"/>
                    <a:cs typeface="KB금융 본문체 Ligh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중국!$P$3:$P$14</c:f>
              <c:strCache>
                <c:ptCount val="12"/>
                <c:pt idx="0">
                  <c:v>에너지</c:v>
                </c:pt>
                <c:pt idx="1">
                  <c:v>유틸리티</c:v>
                </c:pt>
                <c:pt idx="2">
                  <c:v>산업</c:v>
                </c:pt>
                <c:pt idx="3">
                  <c:v>컴스</c:v>
                </c:pt>
                <c:pt idx="4">
                  <c:v>금융</c:v>
                </c:pt>
                <c:pt idx="5">
                  <c:v>필수소비</c:v>
                </c:pt>
                <c:pt idx="6">
                  <c:v>MSCI CHINA</c:v>
                </c:pt>
                <c:pt idx="7">
                  <c:v>IT</c:v>
                </c:pt>
                <c:pt idx="8">
                  <c:v>경기소비</c:v>
                </c:pt>
                <c:pt idx="9">
                  <c:v>부동산</c:v>
                </c:pt>
                <c:pt idx="10">
                  <c:v>헬스케어</c:v>
                </c:pt>
                <c:pt idx="11">
                  <c:v>소재</c:v>
                </c:pt>
              </c:strCache>
            </c:strRef>
          </c:cat>
          <c:val>
            <c:numRef>
              <c:f>중국!$Q$3:$Q$14</c:f>
              <c:numCache>
                <c:formatCode>0.00</c:formatCode>
                <c:ptCount val="12"/>
                <c:pt idx="0">
                  <c:v>6.1174738817144174</c:v>
                </c:pt>
                <c:pt idx="1">
                  <c:v>1.0101409770691987</c:v>
                </c:pt>
                <c:pt idx="2">
                  <c:v>-3.8130824841041573</c:v>
                </c:pt>
                <c:pt idx="3">
                  <c:v>-7.0863876737346914</c:v>
                </c:pt>
                <c:pt idx="4">
                  <c:v>-7.7458703132052449</c:v>
                </c:pt>
                <c:pt idx="5">
                  <c:v>-8.570166693845394</c:v>
                </c:pt>
                <c:pt idx="6">
                  <c:v>-8.6658312694469828</c:v>
                </c:pt>
                <c:pt idx="7">
                  <c:v>-9.0163473595954713</c:v>
                </c:pt>
                <c:pt idx="8">
                  <c:v>-10.546722374169718</c:v>
                </c:pt>
                <c:pt idx="9">
                  <c:v>-11.975101638664825</c:v>
                </c:pt>
                <c:pt idx="10">
                  <c:v>-12.953365807784451</c:v>
                </c:pt>
                <c:pt idx="11">
                  <c:v>-17.084024713091424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4C-4CC0-8462-E6AE54C9A1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282704"/>
        <c:axId val="763927584"/>
      </c:barChart>
      <c:catAx>
        <c:axId val="8392827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63927584"/>
        <c:crosses val="autoZero"/>
        <c:auto val="1"/>
        <c:lblAlgn val="ctr"/>
        <c:lblOffset val="100"/>
        <c:noMultiLvlLbl val="0"/>
      </c:catAx>
      <c:valAx>
        <c:axId val="76392758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3.1682053559380599E-2"/>
              <c:y val="6.695259664463891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9282704"/>
        <c:crosses val="autoZero"/>
        <c:crossBetween val="between"/>
        <c:majorUnit val="4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8027065527065"/>
          <c:y val="0.17328643404084151"/>
          <c:w val="0.84746901709401712"/>
          <c:h val="0.70364833748459832"/>
        </c:manualLayout>
      </c:layout>
      <c:lineChart>
        <c:grouping val="standard"/>
        <c:varyColors val="0"/>
        <c:ser>
          <c:idx val="0"/>
          <c:order val="0"/>
          <c:tx>
            <c:strRef>
              <c:f>중국!$C$19</c:f>
              <c:strCache>
                <c:ptCount val="1"/>
                <c:pt idx="0">
                  <c:v>MSCI CHINA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중국!$B$23:$B$1995</c:f>
              <c:numCache>
                <c:formatCode>yyyy\-mm\-dd</c:formatCode>
                <c:ptCount val="1973"/>
                <c:pt idx="0">
                  <c:v>43438</c:v>
                </c:pt>
                <c:pt idx="1">
                  <c:v>43439</c:v>
                </c:pt>
                <c:pt idx="2">
                  <c:v>43440</c:v>
                </c:pt>
                <c:pt idx="3">
                  <c:v>43441</c:v>
                </c:pt>
                <c:pt idx="4">
                  <c:v>43444</c:v>
                </c:pt>
                <c:pt idx="5">
                  <c:v>43445</c:v>
                </c:pt>
                <c:pt idx="6">
                  <c:v>43446</c:v>
                </c:pt>
                <c:pt idx="7">
                  <c:v>43447</c:v>
                </c:pt>
                <c:pt idx="8">
                  <c:v>43448</c:v>
                </c:pt>
                <c:pt idx="9">
                  <c:v>43451</c:v>
                </c:pt>
                <c:pt idx="10">
                  <c:v>43452</c:v>
                </c:pt>
                <c:pt idx="11">
                  <c:v>43453</c:v>
                </c:pt>
                <c:pt idx="12">
                  <c:v>43454</c:v>
                </c:pt>
                <c:pt idx="13">
                  <c:v>43455</c:v>
                </c:pt>
                <c:pt idx="14">
                  <c:v>43458</c:v>
                </c:pt>
                <c:pt idx="15">
                  <c:v>43459</c:v>
                </c:pt>
                <c:pt idx="16">
                  <c:v>43460</c:v>
                </c:pt>
                <c:pt idx="17">
                  <c:v>43461</c:v>
                </c:pt>
                <c:pt idx="18">
                  <c:v>43462</c:v>
                </c:pt>
                <c:pt idx="19">
                  <c:v>43465</c:v>
                </c:pt>
                <c:pt idx="20">
                  <c:v>43466</c:v>
                </c:pt>
                <c:pt idx="21">
                  <c:v>43467</c:v>
                </c:pt>
                <c:pt idx="22">
                  <c:v>43468</c:v>
                </c:pt>
                <c:pt idx="23">
                  <c:v>43469</c:v>
                </c:pt>
                <c:pt idx="24">
                  <c:v>43472</c:v>
                </c:pt>
                <c:pt idx="25">
                  <c:v>43473</c:v>
                </c:pt>
                <c:pt idx="26">
                  <c:v>43474</c:v>
                </c:pt>
                <c:pt idx="27">
                  <c:v>43475</c:v>
                </c:pt>
                <c:pt idx="28">
                  <c:v>43476</c:v>
                </c:pt>
                <c:pt idx="29">
                  <c:v>43479</c:v>
                </c:pt>
                <c:pt idx="30">
                  <c:v>43480</c:v>
                </c:pt>
                <c:pt idx="31">
                  <c:v>43481</c:v>
                </c:pt>
                <c:pt idx="32">
                  <c:v>43482</c:v>
                </c:pt>
                <c:pt idx="33">
                  <c:v>43483</c:v>
                </c:pt>
                <c:pt idx="34">
                  <c:v>43486</c:v>
                </c:pt>
                <c:pt idx="35">
                  <c:v>43487</c:v>
                </c:pt>
                <c:pt idx="36">
                  <c:v>43488</c:v>
                </c:pt>
                <c:pt idx="37">
                  <c:v>43489</c:v>
                </c:pt>
                <c:pt idx="38">
                  <c:v>43490</c:v>
                </c:pt>
                <c:pt idx="39">
                  <c:v>43493</c:v>
                </c:pt>
                <c:pt idx="40">
                  <c:v>43494</c:v>
                </c:pt>
                <c:pt idx="41">
                  <c:v>43495</c:v>
                </c:pt>
                <c:pt idx="42">
                  <c:v>43496</c:v>
                </c:pt>
                <c:pt idx="43">
                  <c:v>43497</c:v>
                </c:pt>
                <c:pt idx="44">
                  <c:v>43500</c:v>
                </c:pt>
                <c:pt idx="45">
                  <c:v>43501</c:v>
                </c:pt>
                <c:pt idx="46">
                  <c:v>43502</c:v>
                </c:pt>
                <c:pt idx="47">
                  <c:v>43503</c:v>
                </c:pt>
                <c:pt idx="48">
                  <c:v>43504</c:v>
                </c:pt>
                <c:pt idx="49">
                  <c:v>43507</c:v>
                </c:pt>
                <c:pt idx="50">
                  <c:v>43508</c:v>
                </c:pt>
                <c:pt idx="51">
                  <c:v>43509</c:v>
                </c:pt>
                <c:pt idx="52">
                  <c:v>43510</c:v>
                </c:pt>
                <c:pt idx="53">
                  <c:v>43511</c:v>
                </c:pt>
                <c:pt idx="54">
                  <c:v>43514</c:v>
                </c:pt>
                <c:pt idx="55">
                  <c:v>43515</c:v>
                </c:pt>
                <c:pt idx="56">
                  <c:v>43516</c:v>
                </c:pt>
                <c:pt idx="57">
                  <c:v>43517</c:v>
                </c:pt>
                <c:pt idx="58">
                  <c:v>43518</c:v>
                </c:pt>
                <c:pt idx="59">
                  <c:v>43521</c:v>
                </c:pt>
                <c:pt idx="60">
                  <c:v>43522</c:v>
                </c:pt>
                <c:pt idx="61">
                  <c:v>43523</c:v>
                </c:pt>
                <c:pt idx="62">
                  <c:v>43524</c:v>
                </c:pt>
                <c:pt idx="63">
                  <c:v>43525</c:v>
                </c:pt>
                <c:pt idx="64">
                  <c:v>43528</c:v>
                </c:pt>
                <c:pt idx="65">
                  <c:v>43529</c:v>
                </c:pt>
                <c:pt idx="66">
                  <c:v>43530</c:v>
                </c:pt>
                <c:pt idx="67">
                  <c:v>43531</c:v>
                </c:pt>
                <c:pt idx="68">
                  <c:v>43532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43542</c:v>
                </c:pt>
                <c:pt idx="75">
                  <c:v>43543</c:v>
                </c:pt>
                <c:pt idx="76">
                  <c:v>43544</c:v>
                </c:pt>
                <c:pt idx="77">
                  <c:v>43545</c:v>
                </c:pt>
                <c:pt idx="78">
                  <c:v>43546</c:v>
                </c:pt>
                <c:pt idx="79">
                  <c:v>43549</c:v>
                </c:pt>
                <c:pt idx="80">
                  <c:v>43550</c:v>
                </c:pt>
                <c:pt idx="81">
                  <c:v>43551</c:v>
                </c:pt>
                <c:pt idx="82">
                  <c:v>43552</c:v>
                </c:pt>
                <c:pt idx="83">
                  <c:v>43553</c:v>
                </c:pt>
                <c:pt idx="84">
                  <c:v>43556</c:v>
                </c:pt>
                <c:pt idx="85">
                  <c:v>43557</c:v>
                </c:pt>
                <c:pt idx="86">
                  <c:v>43558</c:v>
                </c:pt>
                <c:pt idx="87">
                  <c:v>43559</c:v>
                </c:pt>
                <c:pt idx="88">
                  <c:v>43560</c:v>
                </c:pt>
                <c:pt idx="89">
                  <c:v>43563</c:v>
                </c:pt>
                <c:pt idx="90">
                  <c:v>43564</c:v>
                </c:pt>
                <c:pt idx="91">
                  <c:v>43565</c:v>
                </c:pt>
                <c:pt idx="92">
                  <c:v>43566</c:v>
                </c:pt>
                <c:pt idx="93">
                  <c:v>43567</c:v>
                </c:pt>
                <c:pt idx="94">
                  <c:v>43570</c:v>
                </c:pt>
                <c:pt idx="95">
                  <c:v>43571</c:v>
                </c:pt>
                <c:pt idx="96">
                  <c:v>43572</c:v>
                </c:pt>
                <c:pt idx="97">
                  <c:v>43573</c:v>
                </c:pt>
                <c:pt idx="98">
                  <c:v>43574</c:v>
                </c:pt>
                <c:pt idx="99">
                  <c:v>43577</c:v>
                </c:pt>
                <c:pt idx="100">
                  <c:v>43578</c:v>
                </c:pt>
                <c:pt idx="101">
                  <c:v>43579</c:v>
                </c:pt>
                <c:pt idx="102">
                  <c:v>43580</c:v>
                </c:pt>
                <c:pt idx="103">
                  <c:v>43581</c:v>
                </c:pt>
                <c:pt idx="104">
                  <c:v>43584</c:v>
                </c:pt>
                <c:pt idx="105">
                  <c:v>43585</c:v>
                </c:pt>
                <c:pt idx="106">
                  <c:v>43586</c:v>
                </c:pt>
                <c:pt idx="107">
                  <c:v>43587</c:v>
                </c:pt>
                <c:pt idx="108">
                  <c:v>43588</c:v>
                </c:pt>
                <c:pt idx="109">
                  <c:v>43591</c:v>
                </c:pt>
                <c:pt idx="110">
                  <c:v>43592</c:v>
                </c:pt>
                <c:pt idx="111">
                  <c:v>43593</c:v>
                </c:pt>
                <c:pt idx="112">
                  <c:v>43594</c:v>
                </c:pt>
                <c:pt idx="113">
                  <c:v>43595</c:v>
                </c:pt>
                <c:pt idx="114">
                  <c:v>43598</c:v>
                </c:pt>
                <c:pt idx="115">
                  <c:v>43599</c:v>
                </c:pt>
                <c:pt idx="116">
                  <c:v>43600</c:v>
                </c:pt>
                <c:pt idx="117">
                  <c:v>43601</c:v>
                </c:pt>
                <c:pt idx="118">
                  <c:v>43602</c:v>
                </c:pt>
                <c:pt idx="119">
                  <c:v>43605</c:v>
                </c:pt>
                <c:pt idx="120">
                  <c:v>43606</c:v>
                </c:pt>
                <c:pt idx="121">
                  <c:v>43607</c:v>
                </c:pt>
                <c:pt idx="122">
                  <c:v>43608</c:v>
                </c:pt>
                <c:pt idx="123">
                  <c:v>43609</c:v>
                </c:pt>
                <c:pt idx="124">
                  <c:v>43612</c:v>
                </c:pt>
                <c:pt idx="125">
                  <c:v>43613</c:v>
                </c:pt>
                <c:pt idx="126">
                  <c:v>43614</c:v>
                </c:pt>
                <c:pt idx="127">
                  <c:v>43615</c:v>
                </c:pt>
                <c:pt idx="128">
                  <c:v>43616</c:v>
                </c:pt>
                <c:pt idx="129">
                  <c:v>43619</c:v>
                </c:pt>
                <c:pt idx="130">
                  <c:v>43620</c:v>
                </c:pt>
                <c:pt idx="131">
                  <c:v>43621</c:v>
                </c:pt>
                <c:pt idx="132">
                  <c:v>43622</c:v>
                </c:pt>
                <c:pt idx="133">
                  <c:v>43623</c:v>
                </c:pt>
                <c:pt idx="134">
                  <c:v>43626</c:v>
                </c:pt>
                <c:pt idx="135">
                  <c:v>43627</c:v>
                </c:pt>
                <c:pt idx="136">
                  <c:v>43628</c:v>
                </c:pt>
                <c:pt idx="137">
                  <c:v>43629</c:v>
                </c:pt>
                <c:pt idx="138">
                  <c:v>43630</c:v>
                </c:pt>
                <c:pt idx="139">
                  <c:v>43633</c:v>
                </c:pt>
                <c:pt idx="140">
                  <c:v>43634</c:v>
                </c:pt>
                <c:pt idx="141">
                  <c:v>43635</c:v>
                </c:pt>
                <c:pt idx="142">
                  <c:v>43636</c:v>
                </c:pt>
                <c:pt idx="143">
                  <c:v>43637</c:v>
                </c:pt>
                <c:pt idx="144">
                  <c:v>43640</c:v>
                </c:pt>
                <c:pt idx="145">
                  <c:v>43641</c:v>
                </c:pt>
                <c:pt idx="146">
                  <c:v>43642</c:v>
                </c:pt>
                <c:pt idx="147">
                  <c:v>43643</c:v>
                </c:pt>
                <c:pt idx="148">
                  <c:v>43644</c:v>
                </c:pt>
                <c:pt idx="149">
                  <c:v>43647</c:v>
                </c:pt>
                <c:pt idx="150">
                  <c:v>43648</c:v>
                </c:pt>
                <c:pt idx="151">
                  <c:v>43649</c:v>
                </c:pt>
                <c:pt idx="152">
                  <c:v>43650</c:v>
                </c:pt>
                <c:pt idx="153">
                  <c:v>43651</c:v>
                </c:pt>
                <c:pt idx="154">
                  <c:v>43654</c:v>
                </c:pt>
                <c:pt idx="155">
                  <c:v>43655</c:v>
                </c:pt>
                <c:pt idx="156">
                  <c:v>43656</c:v>
                </c:pt>
                <c:pt idx="157">
                  <c:v>43657</c:v>
                </c:pt>
                <c:pt idx="158">
                  <c:v>43658</c:v>
                </c:pt>
                <c:pt idx="159">
                  <c:v>43661</c:v>
                </c:pt>
                <c:pt idx="160">
                  <c:v>43662</c:v>
                </c:pt>
                <c:pt idx="161">
                  <c:v>43663</c:v>
                </c:pt>
                <c:pt idx="162">
                  <c:v>43664</c:v>
                </c:pt>
                <c:pt idx="163">
                  <c:v>43665</c:v>
                </c:pt>
                <c:pt idx="164">
                  <c:v>43668</c:v>
                </c:pt>
                <c:pt idx="165">
                  <c:v>43669</c:v>
                </c:pt>
                <c:pt idx="166">
                  <c:v>43670</c:v>
                </c:pt>
                <c:pt idx="167">
                  <c:v>43671</c:v>
                </c:pt>
                <c:pt idx="168">
                  <c:v>43672</c:v>
                </c:pt>
                <c:pt idx="169">
                  <c:v>43675</c:v>
                </c:pt>
                <c:pt idx="170">
                  <c:v>43676</c:v>
                </c:pt>
                <c:pt idx="171">
                  <c:v>43677</c:v>
                </c:pt>
                <c:pt idx="172">
                  <c:v>43678</c:v>
                </c:pt>
                <c:pt idx="173">
                  <c:v>43679</c:v>
                </c:pt>
                <c:pt idx="174">
                  <c:v>43682</c:v>
                </c:pt>
                <c:pt idx="175">
                  <c:v>43683</c:v>
                </c:pt>
                <c:pt idx="176">
                  <c:v>43684</c:v>
                </c:pt>
                <c:pt idx="177">
                  <c:v>43685</c:v>
                </c:pt>
                <c:pt idx="178">
                  <c:v>43686</c:v>
                </c:pt>
                <c:pt idx="179">
                  <c:v>43689</c:v>
                </c:pt>
                <c:pt idx="180">
                  <c:v>43690</c:v>
                </c:pt>
                <c:pt idx="181">
                  <c:v>43691</c:v>
                </c:pt>
                <c:pt idx="182">
                  <c:v>43692</c:v>
                </c:pt>
                <c:pt idx="183">
                  <c:v>43693</c:v>
                </c:pt>
                <c:pt idx="184">
                  <c:v>43696</c:v>
                </c:pt>
                <c:pt idx="185">
                  <c:v>43697</c:v>
                </c:pt>
                <c:pt idx="186">
                  <c:v>43698</c:v>
                </c:pt>
                <c:pt idx="187">
                  <c:v>43699</c:v>
                </c:pt>
                <c:pt idx="188">
                  <c:v>43700</c:v>
                </c:pt>
                <c:pt idx="189">
                  <c:v>43703</c:v>
                </c:pt>
                <c:pt idx="190">
                  <c:v>43704</c:v>
                </c:pt>
                <c:pt idx="191">
                  <c:v>43705</c:v>
                </c:pt>
                <c:pt idx="192">
                  <c:v>43706</c:v>
                </c:pt>
                <c:pt idx="193">
                  <c:v>43707</c:v>
                </c:pt>
                <c:pt idx="194">
                  <c:v>43710</c:v>
                </c:pt>
                <c:pt idx="195">
                  <c:v>43711</c:v>
                </c:pt>
                <c:pt idx="196">
                  <c:v>43712</c:v>
                </c:pt>
                <c:pt idx="197">
                  <c:v>43713</c:v>
                </c:pt>
                <c:pt idx="198">
                  <c:v>43714</c:v>
                </c:pt>
                <c:pt idx="199">
                  <c:v>43717</c:v>
                </c:pt>
                <c:pt idx="200">
                  <c:v>43718</c:v>
                </c:pt>
                <c:pt idx="201">
                  <c:v>43719</c:v>
                </c:pt>
                <c:pt idx="202">
                  <c:v>43720</c:v>
                </c:pt>
                <c:pt idx="203">
                  <c:v>43721</c:v>
                </c:pt>
                <c:pt idx="204">
                  <c:v>43724</c:v>
                </c:pt>
                <c:pt idx="205">
                  <c:v>43725</c:v>
                </c:pt>
                <c:pt idx="206">
                  <c:v>43726</c:v>
                </c:pt>
                <c:pt idx="207">
                  <c:v>43727</c:v>
                </c:pt>
                <c:pt idx="208">
                  <c:v>43728</c:v>
                </c:pt>
                <c:pt idx="209">
                  <c:v>43731</c:v>
                </c:pt>
                <c:pt idx="210">
                  <c:v>43732</c:v>
                </c:pt>
                <c:pt idx="211">
                  <c:v>43733</c:v>
                </c:pt>
                <c:pt idx="212">
                  <c:v>43734</c:v>
                </c:pt>
                <c:pt idx="213">
                  <c:v>43735</c:v>
                </c:pt>
                <c:pt idx="214">
                  <c:v>43738</c:v>
                </c:pt>
                <c:pt idx="215">
                  <c:v>43739</c:v>
                </c:pt>
                <c:pt idx="216">
                  <c:v>43740</c:v>
                </c:pt>
                <c:pt idx="217">
                  <c:v>43741</c:v>
                </c:pt>
                <c:pt idx="218">
                  <c:v>43742</c:v>
                </c:pt>
                <c:pt idx="219">
                  <c:v>43745</c:v>
                </c:pt>
                <c:pt idx="220">
                  <c:v>43746</c:v>
                </c:pt>
                <c:pt idx="221">
                  <c:v>43747</c:v>
                </c:pt>
                <c:pt idx="222">
                  <c:v>43748</c:v>
                </c:pt>
                <c:pt idx="223">
                  <c:v>43749</c:v>
                </c:pt>
                <c:pt idx="224">
                  <c:v>43752</c:v>
                </c:pt>
                <c:pt idx="225">
                  <c:v>43753</c:v>
                </c:pt>
                <c:pt idx="226">
                  <c:v>43754</c:v>
                </c:pt>
                <c:pt idx="227">
                  <c:v>43755</c:v>
                </c:pt>
                <c:pt idx="228">
                  <c:v>43756</c:v>
                </c:pt>
                <c:pt idx="229">
                  <c:v>43759</c:v>
                </c:pt>
                <c:pt idx="230">
                  <c:v>43760</c:v>
                </c:pt>
                <c:pt idx="231">
                  <c:v>43761</c:v>
                </c:pt>
                <c:pt idx="232">
                  <c:v>43762</c:v>
                </c:pt>
                <c:pt idx="233">
                  <c:v>43763</c:v>
                </c:pt>
                <c:pt idx="234">
                  <c:v>43766</c:v>
                </c:pt>
                <c:pt idx="235">
                  <c:v>43767</c:v>
                </c:pt>
                <c:pt idx="236">
                  <c:v>43768</c:v>
                </c:pt>
                <c:pt idx="237">
                  <c:v>43769</c:v>
                </c:pt>
                <c:pt idx="238">
                  <c:v>43770</c:v>
                </c:pt>
                <c:pt idx="239">
                  <c:v>43773</c:v>
                </c:pt>
                <c:pt idx="240">
                  <c:v>43774</c:v>
                </c:pt>
                <c:pt idx="241">
                  <c:v>43775</c:v>
                </c:pt>
                <c:pt idx="242">
                  <c:v>43776</c:v>
                </c:pt>
                <c:pt idx="243">
                  <c:v>43777</c:v>
                </c:pt>
                <c:pt idx="244">
                  <c:v>43780</c:v>
                </c:pt>
                <c:pt idx="245">
                  <c:v>43781</c:v>
                </c:pt>
                <c:pt idx="246">
                  <c:v>43782</c:v>
                </c:pt>
                <c:pt idx="247">
                  <c:v>43783</c:v>
                </c:pt>
                <c:pt idx="248">
                  <c:v>43784</c:v>
                </c:pt>
                <c:pt idx="249">
                  <c:v>43787</c:v>
                </c:pt>
                <c:pt idx="250">
                  <c:v>43788</c:v>
                </c:pt>
                <c:pt idx="251">
                  <c:v>43789</c:v>
                </c:pt>
                <c:pt idx="252">
                  <c:v>43790</c:v>
                </c:pt>
                <c:pt idx="253">
                  <c:v>43791</c:v>
                </c:pt>
                <c:pt idx="254">
                  <c:v>43794</c:v>
                </c:pt>
                <c:pt idx="255">
                  <c:v>43795</c:v>
                </c:pt>
                <c:pt idx="256">
                  <c:v>43796</c:v>
                </c:pt>
                <c:pt idx="257">
                  <c:v>43797</c:v>
                </c:pt>
                <c:pt idx="258">
                  <c:v>43798</c:v>
                </c:pt>
                <c:pt idx="259">
                  <c:v>43801</c:v>
                </c:pt>
                <c:pt idx="260">
                  <c:v>43802</c:v>
                </c:pt>
                <c:pt idx="261">
                  <c:v>43803</c:v>
                </c:pt>
                <c:pt idx="262">
                  <c:v>43804</c:v>
                </c:pt>
                <c:pt idx="263">
                  <c:v>43805</c:v>
                </c:pt>
                <c:pt idx="264">
                  <c:v>43808</c:v>
                </c:pt>
                <c:pt idx="265">
                  <c:v>43809</c:v>
                </c:pt>
                <c:pt idx="266">
                  <c:v>43810</c:v>
                </c:pt>
                <c:pt idx="267">
                  <c:v>43811</c:v>
                </c:pt>
                <c:pt idx="268">
                  <c:v>43812</c:v>
                </c:pt>
                <c:pt idx="269">
                  <c:v>43815</c:v>
                </c:pt>
                <c:pt idx="270">
                  <c:v>43816</c:v>
                </c:pt>
                <c:pt idx="271">
                  <c:v>43817</c:v>
                </c:pt>
                <c:pt idx="272">
                  <c:v>43818</c:v>
                </c:pt>
                <c:pt idx="273">
                  <c:v>43819</c:v>
                </c:pt>
                <c:pt idx="274">
                  <c:v>43822</c:v>
                </c:pt>
                <c:pt idx="275">
                  <c:v>43823</c:v>
                </c:pt>
                <c:pt idx="276">
                  <c:v>43824</c:v>
                </c:pt>
                <c:pt idx="277">
                  <c:v>43825</c:v>
                </c:pt>
                <c:pt idx="278">
                  <c:v>43826</c:v>
                </c:pt>
                <c:pt idx="279">
                  <c:v>43829</c:v>
                </c:pt>
                <c:pt idx="280">
                  <c:v>43830</c:v>
                </c:pt>
                <c:pt idx="281">
                  <c:v>43831</c:v>
                </c:pt>
                <c:pt idx="282">
                  <c:v>43832</c:v>
                </c:pt>
                <c:pt idx="283">
                  <c:v>43833</c:v>
                </c:pt>
                <c:pt idx="284">
                  <c:v>43836</c:v>
                </c:pt>
                <c:pt idx="285">
                  <c:v>43837</c:v>
                </c:pt>
                <c:pt idx="286">
                  <c:v>43838</c:v>
                </c:pt>
                <c:pt idx="287">
                  <c:v>43839</c:v>
                </c:pt>
                <c:pt idx="288">
                  <c:v>43840</c:v>
                </c:pt>
                <c:pt idx="289">
                  <c:v>43843</c:v>
                </c:pt>
                <c:pt idx="290">
                  <c:v>43844</c:v>
                </c:pt>
                <c:pt idx="291">
                  <c:v>43845</c:v>
                </c:pt>
                <c:pt idx="292">
                  <c:v>43846</c:v>
                </c:pt>
                <c:pt idx="293">
                  <c:v>43847</c:v>
                </c:pt>
                <c:pt idx="294">
                  <c:v>43850</c:v>
                </c:pt>
                <c:pt idx="295">
                  <c:v>43851</c:v>
                </c:pt>
                <c:pt idx="296">
                  <c:v>43852</c:v>
                </c:pt>
                <c:pt idx="297">
                  <c:v>43853</c:v>
                </c:pt>
                <c:pt idx="298">
                  <c:v>43854</c:v>
                </c:pt>
                <c:pt idx="299">
                  <c:v>43857</c:v>
                </c:pt>
                <c:pt idx="300">
                  <c:v>43858</c:v>
                </c:pt>
                <c:pt idx="301">
                  <c:v>43859</c:v>
                </c:pt>
                <c:pt idx="302">
                  <c:v>43860</c:v>
                </c:pt>
                <c:pt idx="303">
                  <c:v>43861</c:v>
                </c:pt>
                <c:pt idx="304">
                  <c:v>43864</c:v>
                </c:pt>
                <c:pt idx="305">
                  <c:v>43865</c:v>
                </c:pt>
                <c:pt idx="306">
                  <c:v>43866</c:v>
                </c:pt>
                <c:pt idx="307">
                  <c:v>43867</c:v>
                </c:pt>
                <c:pt idx="308">
                  <c:v>43868</c:v>
                </c:pt>
                <c:pt idx="309">
                  <c:v>43871</c:v>
                </c:pt>
                <c:pt idx="310">
                  <c:v>43872</c:v>
                </c:pt>
                <c:pt idx="311">
                  <c:v>43873</c:v>
                </c:pt>
                <c:pt idx="312">
                  <c:v>43874</c:v>
                </c:pt>
                <c:pt idx="313">
                  <c:v>43875</c:v>
                </c:pt>
                <c:pt idx="314">
                  <c:v>43878</c:v>
                </c:pt>
                <c:pt idx="315">
                  <c:v>43879</c:v>
                </c:pt>
                <c:pt idx="316">
                  <c:v>43880</c:v>
                </c:pt>
                <c:pt idx="317">
                  <c:v>43881</c:v>
                </c:pt>
                <c:pt idx="318">
                  <c:v>43882</c:v>
                </c:pt>
                <c:pt idx="319">
                  <c:v>43885</c:v>
                </c:pt>
                <c:pt idx="320">
                  <c:v>43886</c:v>
                </c:pt>
                <c:pt idx="321">
                  <c:v>43887</c:v>
                </c:pt>
                <c:pt idx="322">
                  <c:v>43888</c:v>
                </c:pt>
                <c:pt idx="323">
                  <c:v>43889</c:v>
                </c:pt>
                <c:pt idx="324">
                  <c:v>43892</c:v>
                </c:pt>
                <c:pt idx="325">
                  <c:v>43893</c:v>
                </c:pt>
                <c:pt idx="326">
                  <c:v>43894</c:v>
                </c:pt>
                <c:pt idx="327">
                  <c:v>43895</c:v>
                </c:pt>
                <c:pt idx="328">
                  <c:v>43896</c:v>
                </c:pt>
                <c:pt idx="329">
                  <c:v>43899</c:v>
                </c:pt>
                <c:pt idx="330">
                  <c:v>43900</c:v>
                </c:pt>
                <c:pt idx="331">
                  <c:v>43901</c:v>
                </c:pt>
                <c:pt idx="332">
                  <c:v>43902</c:v>
                </c:pt>
                <c:pt idx="333">
                  <c:v>43903</c:v>
                </c:pt>
                <c:pt idx="334">
                  <c:v>43906</c:v>
                </c:pt>
                <c:pt idx="335">
                  <c:v>43907</c:v>
                </c:pt>
                <c:pt idx="336">
                  <c:v>43908</c:v>
                </c:pt>
                <c:pt idx="337">
                  <c:v>43909</c:v>
                </c:pt>
                <c:pt idx="338">
                  <c:v>43910</c:v>
                </c:pt>
                <c:pt idx="339">
                  <c:v>43913</c:v>
                </c:pt>
                <c:pt idx="340">
                  <c:v>43914</c:v>
                </c:pt>
                <c:pt idx="341">
                  <c:v>43915</c:v>
                </c:pt>
                <c:pt idx="342">
                  <c:v>43916</c:v>
                </c:pt>
                <c:pt idx="343">
                  <c:v>43917</c:v>
                </c:pt>
                <c:pt idx="344">
                  <c:v>43920</c:v>
                </c:pt>
                <c:pt idx="345">
                  <c:v>43921</c:v>
                </c:pt>
                <c:pt idx="346">
                  <c:v>43922</c:v>
                </c:pt>
                <c:pt idx="347">
                  <c:v>43923</c:v>
                </c:pt>
                <c:pt idx="348">
                  <c:v>43924</c:v>
                </c:pt>
                <c:pt idx="349">
                  <c:v>43927</c:v>
                </c:pt>
                <c:pt idx="350">
                  <c:v>43928</c:v>
                </c:pt>
                <c:pt idx="351">
                  <c:v>43929</c:v>
                </c:pt>
                <c:pt idx="352">
                  <c:v>43930</c:v>
                </c:pt>
                <c:pt idx="353">
                  <c:v>43931</c:v>
                </c:pt>
                <c:pt idx="354">
                  <c:v>43934</c:v>
                </c:pt>
                <c:pt idx="355">
                  <c:v>43935</c:v>
                </c:pt>
                <c:pt idx="356">
                  <c:v>43936</c:v>
                </c:pt>
                <c:pt idx="357">
                  <c:v>43937</c:v>
                </c:pt>
                <c:pt idx="358">
                  <c:v>43938</c:v>
                </c:pt>
                <c:pt idx="359">
                  <c:v>43941</c:v>
                </c:pt>
                <c:pt idx="360">
                  <c:v>43942</c:v>
                </c:pt>
                <c:pt idx="361">
                  <c:v>43943</c:v>
                </c:pt>
                <c:pt idx="362">
                  <c:v>43944</c:v>
                </c:pt>
                <c:pt idx="363">
                  <c:v>43945</c:v>
                </c:pt>
                <c:pt idx="364">
                  <c:v>43948</c:v>
                </c:pt>
                <c:pt idx="365">
                  <c:v>43949</c:v>
                </c:pt>
                <c:pt idx="366">
                  <c:v>43950</c:v>
                </c:pt>
                <c:pt idx="367">
                  <c:v>43951</c:v>
                </c:pt>
                <c:pt idx="368">
                  <c:v>43952</c:v>
                </c:pt>
                <c:pt idx="369">
                  <c:v>43955</c:v>
                </c:pt>
                <c:pt idx="370">
                  <c:v>43956</c:v>
                </c:pt>
                <c:pt idx="371">
                  <c:v>43957</c:v>
                </c:pt>
                <c:pt idx="372">
                  <c:v>43958</c:v>
                </c:pt>
                <c:pt idx="373">
                  <c:v>43959</c:v>
                </c:pt>
                <c:pt idx="374">
                  <c:v>43962</c:v>
                </c:pt>
                <c:pt idx="375">
                  <c:v>43963</c:v>
                </c:pt>
                <c:pt idx="376">
                  <c:v>43964</c:v>
                </c:pt>
                <c:pt idx="377">
                  <c:v>43965</c:v>
                </c:pt>
                <c:pt idx="378">
                  <c:v>43966</c:v>
                </c:pt>
                <c:pt idx="379">
                  <c:v>43969</c:v>
                </c:pt>
                <c:pt idx="380">
                  <c:v>43970</c:v>
                </c:pt>
                <c:pt idx="381">
                  <c:v>43971</c:v>
                </c:pt>
                <c:pt idx="382">
                  <c:v>43972</c:v>
                </c:pt>
                <c:pt idx="383">
                  <c:v>43973</c:v>
                </c:pt>
                <c:pt idx="384">
                  <c:v>43976</c:v>
                </c:pt>
                <c:pt idx="385">
                  <c:v>43977</c:v>
                </c:pt>
                <c:pt idx="386">
                  <c:v>43978</c:v>
                </c:pt>
                <c:pt idx="387">
                  <c:v>43979</c:v>
                </c:pt>
                <c:pt idx="388">
                  <c:v>43980</c:v>
                </c:pt>
                <c:pt idx="389">
                  <c:v>43983</c:v>
                </c:pt>
                <c:pt idx="390">
                  <c:v>43984</c:v>
                </c:pt>
                <c:pt idx="391">
                  <c:v>43985</c:v>
                </c:pt>
                <c:pt idx="392">
                  <c:v>43986</c:v>
                </c:pt>
                <c:pt idx="393">
                  <c:v>43987</c:v>
                </c:pt>
                <c:pt idx="394">
                  <c:v>43990</c:v>
                </c:pt>
                <c:pt idx="395">
                  <c:v>43991</c:v>
                </c:pt>
                <c:pt idx="396">
                  <c:v>43992</c:v>
                </c:pt>
                <c:pt idx="397">
                  <c:v>43993</c:v>
                </c:pt>
                <c:pt idx="398">
                  <c:v>43994</c:v>
                </c:pt>
                <c:pt idx="399">
                  <c:v>43997</c:v>
                </c:pt>
                <c:pt idx="400">
                  <c:v>43998</c:v>
                </c:pt>
                <c:pt idx="401">
                  <c:v>43999</c:v>
                </c:pt>
                <c:pt idx="402">
                  <c:v>44000</c:v>
                </c:pt>
                <c:pt idx="403">
                  <c:v>44001</c:v>
                </c:pt>
                <c:pt idx="404">
                  <c:v>44004</c:v>
                </c:pt>
                <c:pt idx="405">
                  <c:v>44005</c:v>
                </c:pt>
                <c:pt idx="406">
                  <c:v>44006</c:v>
                </c:pt>
                <c:pt idx="407">
                  <c:v>44007</c:v>
                </c:pt>
                <c:pt idx="408">
                  <c:v>44008</c:v>
                </c:pt>
                <c:pt idx="409">
                  <c:v>44011</c:v>
                </c:pt>
                <c:pt idx="410">
                  <c:v>44012</c:v>
                </c:pt>
                <c:pt idx="411">
                  <c:v>44013</c:v>
                </c:pt>
                <c:pt idx="412">
                  <c:v>44014</c:v>
                </c:pt>
                <c:pt idx="413">
                  <c:v>44015</c:v>
                </c:pt>
                <c:pt idx="414">
                  <c:v>44018</c:v>
                </c:pt>
                <c:pt idx="415">
                  <c:v>44019</c:v>
                </c:pt>
                <c:pt idx="416">
                  <c:v>44020</c:v>
                </c:pt>
                <c:pt idx="417">
                  <c:v>44021</c:v>
                </c:pt>
                <c:pt idx="418">
                  <c:v>44022</c:v>
                </c:pt>
                <c:pt idx="419">
                  <c:v>44025</c:v>
                </c:pt>
                <c:pt idx="420">
                  <c:v>44026</c:v>
                </c:pt>
                <c:pt idx="421">
                  <c:v>44027</c:v>
                </c:pt>
                <c:pt idx="422">
                  <c:v>44028</c:v>
                </c:pt>
                <c:pt idx="423">
                  <c:v>44029</c:v>
                </c:pt>
                <c:pt idx="424">
                  <c:v>44032</c:v>
                </c:pt>
                <c:pt idx="425">
                  <c:v>44033</c:v>
                </c:pt>
                <c:pt idx="426">
                  <c:v>44034</c:v>
                </c:pt>
                <c:pt idx="427">
                  <c:v>44035</c:v>
                </c:pt>
                <c:pt idx="428">
                  <c:v>44036</c:v>
                </c:pt>
                <c:pt idx="429">
                  <c:v>44039</c:v>
                </c:pt>
                <c:pt idx="430">
                  <c:v>44040</c:v>
                </c:pt>
                <c:pt idx="431">
                  <c:v>44041</c:v>
                </c:pt>
                <c:pt idx="432">
                  <c:v>44042</c:v>
                </c:pt>
                <c:pt idx="433">
                  <c:v>44043</c:v>
                </c:pt>
                <c:pt idx="434">
                  <c:v>44046</c:v>
                </c:pt>
                <c:pt idx="435">
                  <c:v>44047</c:v>
                </c:pt>
                <c:pt idx="436">
                  <c:v>44048</c:v>
                </c:pt>
                <c:pt idx="437">
                  <c:v>44049</c:v>
                </c:pt>
                <c:pt idx="438">
                  <c:v>44050</c:v>
                </c:pt>
                <c:pt idx="439">
                  <c:v>44053</c:v>
                </c:pt>
                <c:pt idx="440">
                  <c:v>44054</c:v>
                </c:pt>
                <c:pt idx="441">
                  <c:v>44055</c:v>
                </c:pt>
                <c:pt idx="442">
                  <c:v>44056</c:v>
                </c:pt>
                <c:pt idx="443">
                  <c:v>44057</c:v>
                </c:pt>
                <c:pt idx="444">
                  <c:v>44060</c:v>
                </c:pt>
                <c:pt idx="445">
                  <c:v>44061</c:v>
                </c:pt>
                <c:pt idx="446">
                  <c:v>44062</c:v>
                </c:pt>
                <c:pt idx="447">
                  <c:v>44063</c:v>
                </c:pt>
                <c:pt idx="448">
                  <c:v>44064</c:v>
                </c:pt>
                <c:pt idx="449">
                  <c:v>44067</c:v>
                </c:pt>
                <c:pt idx="450">
                  <c:v>44068</c:v>
                </c:pt>
                <c:pt idx="451">
                  <c:v>44069</c:v>
                </c:pt>
                <c:pt idx="452">
                  <c:v>44070</c:v>
                </c:pt>
                <c:pt idx="453">
                  <c:v>44071</c:v>
                </c:pt>
                <c:pt idx="454">
                  <c:v>44074</c:v>
                </c:pt>
                <c:pt idx="455">
                  <c:v>44075</c:v>
                </c:pt>
                <c:pt idx="456">
                  <c:v>44076</c:v>
                </c:pt>
                <c:pt idx="457">
                  <c:v>44077</c:v>
                </c:pt>
                <c:pt idx="458">
                  <c:v>44078</c:v>
                </c:pt>
                <c:pt idx="459">
                  <c:v>44081</c:v>
                </c:pt>
                <c:pt idx="460">
                  <c:v>44082</c:v>
                </c:pt>
                <c:pt idx="461">
                  <c:v>44083</c:v>
                </c:pt>
                <c:pt idx="462">
                  <c:v>44084</c:v>
                </c:pt>
                <c:pt idx="463">
                  <c:v>44085</c:v>
                </c:pt>
                <c:pt idx="464">
                  <c:v>44088</c:v>
                </c:pt>
                <c:pt idx="465">
                  <c:v>44089</c:v>
                </c:pt>
                <c:pt idx="466">
                  <c:v>44090</c:v>
                </c:pt>
                <c:pt idx="467">
                  <c:v>44091</c:v>
                </c:pt>
                <c:pt idx="468">
                  <c:v>44092</c:v>
                </c:pt>
                <c:pt idx="469">
                  <c:v>44095</c:v>
                </c:pt>
                <c:pt idx="470">
                  <c:v>44096</c:v>
                </c:pt>
                <c:pt idx="471">
                  <c:v>44097</c:v>
                </c:pt>
                <c:pt idx="472">
                  <c:v>44098</c:v>
                </c:pt>
                <c:pt idx="473">
                  <c:v>44099</c:v>
                </c:pt>
                <c:pt idx="474">
                  <c:v>44102</c:v>
                </c:pt>
                <c:pt idx="475">
                  <c:v>44103</c:v>
                </c:pt>
                <c:pt idx="476">
                  <c:v>44104</c:v>
                </c:pt>
                <c:pt idx="477">
                  <c:v>44105</c:v>
                </c:pt>
                <c:pt idx="478">
                  <c:v>44106</c:v>
                </c:pt>
                <c:pt idx="479">
                  <c:v>44109</c:v>
                </c:pt>
                <c:pt idx="480">
                  <c:v>44110</c:v>
                </c:pt>
                <c:pt idx="481">
                  <c:v>44111</c:v>
                </c:pt>
                <c:pt idx="482">
                  <c:v>44112</c:v>
                </c:pt>
                <c:pt idx="483">
                  <c:v>44113</c:v>
                </c:pt>
                <c:pt idx="484">
                  <c:v>44116</c:v>
                </c:pt>
                <c:pt idx="485">
                  <c:v>44117</c:v>
                </c:pt>
                <c:pt idx="486">
                  <c:v>44118</c:v>
                </c:pt>
                <c:pt idx="487">
                  <c:v>44119</c:v>
                </c:pt>
                <c:pt idx="488">
                  <c:v>44120</c:v>
                </c:pt>
                <c:pt idx="489">
                  <c:v>44123</c:v>
                </c:pt>
                <c:pt idx="490">
                  <c:v>44124</c:v>
                </c:pt>
                <c:pt idx="491">
                  <c:v>44125</c:v>
                </c:pt>
                <c:pt idx="492">
                  <c:v>44126</c:v>
                </c:pt>
                <c:pt idx="493">
                  <c:v>44127</c:v>
                </c:pt>
                <c:pt idx="494">
                  <c:v>44130</c:v>
                </c:pt>
                <c:pt idx="495">
                  <c:v>44131</c:v>
                </c:pt>
                <c:pt idx="496">
                  <c:v>44132</c:v>
                </c:pt>
                <c:pt idx="497">
                  <c:v>44133</c:v>
                </c:pt>
                <c:pt idx="498">
                  <c:v>44134</c:v>
                </c:pt>
                <c:pt idx="499">
                  <c:v>44137</c:v>
                </c:pt>
                <c:pt idx="500">
                  <c:v>44138</c:v>
                </c:pt>
                <c:pt idx="501">
                  <c:v>44139</c:v>
                </c:pt>
                <c:pt idx="502">
                  <c:v>44140</c:v>
                </c:pt>
                <c:pt idx="503">
                  <c:v>44141</c:v>
                </c:pt>
                <c:pt idx="504">
                  <c:v>44144</c:v>
                </c:pt>
                <c:pt idx="505">
                  <c:v>44145</c:v>
                </c:pt>
                <c:pt idx="506">
                  <c:v>44146</c:v>
                </c:pt>
                <c:pt idx="507">
                  <c:v>44147</c:v>
                </c:pt>
                <c:pt idx="508">
                  <c:v>44148</c:v>
                </c:pt>
                <c:pt idx="509">
                  <c:v>44151</c:v>
                </c:pt>
                <c:pt idx="510">
                  <c:v>44152</c:v>
                </c:pt>
                <c:pt idx="511">
                  <c:v>44153</c:v>
                </c:pt>
                <c:pt idx="512">
                  <c:v>44154</c:v>
                </c:pt>
                <c:pt idx="513">
                  <c:v>44155</c:v>
                </c:pt>
                <c:pt idx="514">
                  <c:v>44158</c:v>
                </c:pt>
                <c:pt idx="515">
                  <c:v>44159</c:v>
                </c:pt>
                <c:pt idx="516">
                  <c:v>44160</c:v>
                </c:pt>
                <c:pt idx="517">
                  <c:v>44161</c:v>
                </c:pt>
                <c:pt idx="518">
                  <c:v>44162</c:v>
                </c:pt>
                <c:pt idx="519">
                  <c:v>44165</c:v>
                </c:pt>
                <c:pt idx="520">
                  <c:v>44166</c:v>
                </c:pt>
                <c:pt idx="521">
                  <c:v>44167</c:v>
                </c:pt>
                <c:pt idx="522">
                  <c:v>44168</c:v>
                </c:pt>
                <c:pt idx="523">
                  <c:v>44169</c:v>
                </c:pt>
                <c:pt idx="524">
                  <c:v>44172</c:v>
                </c:pt>
                <c:pt idx="525">
                  <c:v>44173</c:v>
                </c:pt>
                <c:pt idx="526">
                  <c:v>44174</c:v>
                </c:pt>
                <c:pt idx="527">
                  <c:v>44175</c:v>
                </c:pt>
                <c:pt idx="528">
                  <c:v>44176</c:v>
                </c:pt>
                <c:pt idx="529">
                  <c:v>44179</c:v>
                </c:pt>
                <c:pt idx="530">
                  <c:v>44180</c:v>
                </c:pt>
                <c:pt idx="531">
                  <c:v>44181</c:v>
                </c:pt>
                <c:pt idx="532">
                  <c:v>44182</c:v>
                </c:pt>
                <c:pt idx="533">
                  <c:v>44183</c:v>
                </c:pt>
                <c:pt idx="534">
                  <c:v>44186</c:v>
                </c:pt>
                <c:pt idx="535">
                  <c:v>44187</c:v>
                </c:pt>
                <c:pt idx="536">
                  <c:v>44188</c:v>
                </c:pt>
                <c:pt idx="537">
                  <c:v>44189</c:v>
                </c:pt>
                <c:pt idx="538">
                  <c:v>44190</c:v>
                </c:pt>
                <c:pt idx="539">
                  <c:v>44193</c:v>
                </c:pt>
                <c:pt idx="540">
                  <c:v>44194</c:v>
                </c:pt>
                <c:pt idx="541">
                  <c:v>44195</c:v>
                </c:pt>
                <c:pt idx="542">
                  <c:v>44196</c:v>
                </c:pt>
                <c:pt idx="543">
                  <c:v>44197</c:v>
                </c:pt>
                <c:pt idx="544">
                  <c:v>44200</c:v>
                </c:pt>
                <c:pt idx="545">
                  <c:v>44201</c:v>
                </c:pt>
                <c:pt idx="546">
                  <c:v>44202</c:v>
                </c:pt>
                <c:pt idx="547">
                  <c:v>44203</c:v>
                </c:pt>
                <c:pt idx="548">
                  <c:v>44204</c:v>
                </c:pt>
                <c:pt idx="549">
                  <c:v>44207</c:v>
                </c:pt>
                <c:pt idx="550">
                  <c:v>44208</c:v>
                </c:pt>
                <c:pt idx="551">
                  <c:v>44209</c:v>
                </c:pt>
                <c:pt idx="552">
                  <c:v>44210</c:v>
                </c:pt>
                <c:pt idx="553">
                  <c:v>44211</c:v>
                </c:pt>
                <c:pt idx="554">
                  <c:v>44214</c:v>
                </c:pt>
                <c:pt idx="555">
                  <c:v>44215</c:v>
                </c:pt>
                <c:pt idx="556">
                  <c:v>44216</c:v>
                </c:pt>
                <c:pt idx="557">
                  <c:v>44217</c:v>
                </c:pt>
                <c:pt idx="558">
                  <c:v>44218</c:v>
                </c:pt>
                <c:pt idx="559">
                  <c:v>44221</c:v>
                </c:pt>
                <c:pt idx="560">
                  <c:v>44222</c:v>
                </c:pt>
                <c:pt idx="561">
                  <c:v>44223</c:v>
                </c:pt>
                <c:pt idx="562">
                  <c:v>44224</c:v>
                </c:pt>
                <c:pt idx="563">
                  <c:v>44225</c:v>
                </c:pt>
                <c:pt idx="564">
                  <c:v>44228</c:v>
                </c:pt>
                <c:pt idx="565">
                  <c:v>44229</c:v>
                </c:pt>
                <c:pt idx="566">
                  <c:v>44230</c:v>
                </c:pt>
                <c:pt idx="567">
                  <c:v>44231</c:v>
                </c:pt>
                <c:pt idx="568">
                  <c:v>44232</c:v>
                </c:pt>
                <c:pt idx="569">
                  <c:v>44235</c:v>
                </c:pt>
                <c:pt idx="570">
                  <c:v>44236</c:v>
                </c:pt>
                <c:pt idx="571">
                  <c:v>44237</c:v>
                </c:pt>
                <c:pt idx="572">
                  <c:v>44238</c:v>
                </c:pt>
                <c:pt idx="573">
                  <c:v>44239</c:v>
                </c:pt>
                <c:pt idx="574">
                  <c:v>44242</c:v>
                </c:pt>
                <c:pt idx="575">
                  <c:v>44243</c:v>
                </c:pt>
                <c:pt idx="576">
                  <c:v>44244</c:v>
                </c:pt>
                <c:pt idx="577">
                  <c:v>44245</c:v>
                </c:pt>
                <c:pt idx="578">
                  <c:v>44246</c:v>
                </c:pt>
                <c:pt idx="579">
                  <c:v>44249</c:v>
                </c:pt>
                <c:pt idx="580">
                  <c:v>44250</c:v>
                </c:pt>
                <c:pt idx="581">
                  <c:v>44251</c:v>
                </c:pt>
                <c:pt idx="582">
                  <c:v>44252</c:v>
                </c:pt>
                <c:pt idx="583">
                  <c:v>44253</c:v>
                </c:pt>
                <c:pt idx="584">
                  <c:v>44256</c:v>
                </c:pt>
                <c:pt idx="585">
                  <c:v>44257</c:v>
                </c:pt>
                <c:pt idx="586">
                  <c:v>44258</c:v>
                </c:pt>
                <c:pt idx="587">
                  <c:v>44259</c:v>
                </c:pt>
                <c:pt idx="588">
                  <c:v>44260</c:v>
                </c:pt>
                <c:pt idx="589">
                  <c:v>44263</c:v>
                </c:pt>
                <c:pt idx="590">
                  <c:v>44264</c:v>
                </c:pt>
                <c:pt idx="591">
                  <c:v>44265</c:v>
                </c:pt>
                <c:pt idx="592">
                  <c:v>44266</c:v>
                </c:pt>
                <c:pt idx="593">
                  <c:v>44267</c:v>
                </c:pt>
                <c:pt idx="594">
                  <c:v>44270</c:v>
                </c:pt>
                <c:pt idx="595">
                  <c:v>44271</c:v>
                </c:pt>
                <c:pt idx="596">
                  <c:v>44272</c:v>
                </c:pt>
                <c:pt idx="597">
                  <c:v>44273</c:v>
                </c:pt>
                <c:pt idx="598">
                  <c:v>44274</c:v>
                </c:pt>
                <c:pt idx="599">
                  <c:v>44277</c:v>
                </c:pt>
                <c:pt idx="600">
                  <c:v>44278</c:v>
                </c:pt>
                <c:pt idx="601">
                  <c:v>44279</c:v>
                </c:pt>
                <c:pt idx="602">
                  <c:v>44280</c:v>
                </c:pt>
                <c:pt idx="603">
                  <c:v>44281</c:v>
                </c:pt>
                <c:pt idx="604">
                  <c:v>44284</c:v>
                </c:pt>
                <c:pt idx="605">
                  <c:v>44285</c:v>
                </c:pt>
                <c:pt idx="606">
                  <c:v>44286</c:v>
                </c:pt>
                <c:pt idx="607">
                  <c:v>44287</c:v>
                </c:pt>
                <c:pt idx="608">
                  <c:v>44288</c:v>
                </c:pt>
                <c:pt idx="609">
                  <c:v>44291</c:v>
                </c:pt>
                <c:pt idx="610">
                  <c:v>44292</c:v>
                </c:pt>
                <c:pt idx="611">
                  <c:v>44293</c:v>
                </c:pt>
                <c:pt idx="612">
                  <c:v>44294</c:v>
                </c:pt>
                <c:pt idx="613">
                  <c:v>44295</c:v>
                </c:pt>
                <c:pt idx="614">
                  <c:v>44298</c:v>
                </c:pt>
                <c:pt idx="615">
                  <c:v>44299</c:v>
                </c:pt>
                <c:pt idx="616">
                  <c:v>44300</c:v>
                </c:pt>
                <c:pt idx="617">
                  <c:v>44301</c:v>
                </c:pt>
                <c:pt idx="618">
                  <c:v>44302</c:v>
                </c:pt>
                <c:pt idx="619">
                  <c:v>44305</c:v>
                </c:pt>
                <c:pt idx="620">
                  <c:v>44306</c:v>
                </c:pt>
                <c:pt idx="621">
                  <c:v>44307</c:v>
                </c:pt>
                <c:pt idx="622">
                  <c:v>44308</c:v>
                </c:pt>
                <c:pt idx="623">
                  <c:v>44309</c:v>
                </c:pt>
                <c:pt idx="624">
                  <c:v>44312</c:v>
                </c:pt>
                <c:pt idx="625">
                  <c:v>44313</c:v>
                </c:pt>
                <c:pt idx="626">
                  <c:v>44314</c:v>
                </c:pt>
                <c:pt idx="627">
                  <c:v>44315</c:v>
                </c:pt>
                <c:pt idx="628">
                  <c:v>44316</c:v>
                </c:pt>
                <c:pt idx="629">
                  <c:v>44319</c:v>
                </c:pt>
                <c:pt idx="630">
                  <c:v>44320</c:v>
                </c:pt>
                <c:pt idx="631">
                  <c:v>44321</c:v>
                </c:pt>
                <c:pt idx="632">
                  <c:v>44322</c:v>
                </c:pt>
                <c:pt idx="633">
                  <c:v>44323</c:v>
                </c:pt>
                <c:pt idx="634">
                  <c:v>44326</c:v>
                </c:pt>
                <c:pt idx="635">
                  <c:v>44327</c:v>
                </c:pt>
                <c:pt idx="636">
                  <c:v>44328</c:v>
                </c:pt>
                <c:pt idx="637">
                  <c:v>44329</c:v>
                </c:pt>
                <c:pt idx="638">
                  <c:v>44330</c:v>
                </c:pt>
                <c:pt idx="639">
                  <c:v>44333</c:v>
                </c:pt>
                <c:pt idx="640">
                  <c:v>44334</c:v>
                </c:pt>
                <c:pt idx="641">
                  <c:v>44335</c:v>
                </c:pt>
                <c:pt idx="642">
                  <c:v>44336</c:v>
                </c:pt>
                <c:pt idx="643">
                  <c:v>44337</c:v>
                </c:pt>
                <c:pt idx="644">
                  <c:v>44340</c:v>
                </c:pt>
                <c:pt idx="645">
                  <c:v>44341</c:v>
                </c:pt>
                <c:pt idx="646">
                  <c:v>44342</c:v>
                </c:pt>
                <c:pt idx="647">
                  <c:v>44343</c:v>
                </c:pt>
                <c:pt idx="648">
                  <c:v>44344</c:v>
                </c:pt>
                <c:pt idx="649">
                  <c:v>44347</c:v>
                </c:pt>
                <c:pt idx="650">
                  <c:v>44348</c:v>
                </c:pt>
                <c:pt idx="651">
                  <c:v>44349</c:v>
                </c:pt>
                <c:pt idx="652">
                  <c:v>44350</c:v>
                </c:pt>
                <c:pt idx="653">
                  <c:v>44351</c:v>
                </c:pt>
                <c:pt idx="654">
                  <c:v>44354</c:v>
                </c:pt>
                <c:pt idx="655">
                  <c:v>44355</c:v>
                </c:pt>
                <c:pt idx="656">
                  <c:v>44356</c:v>
                </c:pt>
                <c:pt idx="657">
                  <c:v>44357</c:v>
                </c:pt>
                <c:pt idx="658">
                  <c:v>44358</c:v>
                </c:pt>
                <c:pt idx="659">
                  <c:v>44361</c:v>
                </c:pt>
                <c:pt idx="660">
                  <c:v>44362</c:v>
                </c:pt>
                <c:pt idx="661">
                  <c:v>44363</c:v>
                </c:pt>
                <c:pt idx="662">
                  <c:v>44364</c:v>
                </c:pt>
                <c:pt idx="663">
                  <c:v>44365</c:v>
                </c:pt>
                <c:pt idx="664">
                  <c:v>44368</c:v>
                </c:pt>
                <c:pt idx="665">
                  <c:v>44369</c:v>
                </c:pt>
                <c:pt idx="666">
                  <c:v>44370</c:v>
                </c:pt>
                <c:pt idx="667">
                  <c:v>44371</c:v>
                </c:pt>
                <c:pt idx="668">
                  <c:v>44372</c:v>
                </c:pt>
                <c:pt idx="669">
                  <c:v>44375</c:v>
                </c:pt>
                <c:pt idx="670">
                  <c:v>44376</c:v>
                </c:pt>
                <c:pt idx="671">
                  <c:v>44377</c:v>
                </c:pt>
                <c:pt idx="672">
                  <c:v>44378</c:v>
                </c:pt>
                <c:pt idx="673">
                  <c:v>44379</c:v>
                </c:pt>
                <c:pt idx="674">
                  <c:v>44382</c:v>
                </c:pt>
                <c:pt idx="675">
                  <c:v>44383</c:v>
                </c:pt>
                <c:pt idx="676">
                  <c:v>44384</c:v>
                </c:pt>
                <c:pt idx="677">
                  <c:v>44385</c:v>
                </c:pt>
                <c:pt idx="678">
                  <c:v>44386</c:v>
                </c:pt>
                <c:pt idx="679">
                  <c:v>44389</c:v>
                </c:pt>
                <c:pt idx="680">
                  <c:v>44390</c:v>
                </c:pt>
                <c:pt idx="681">
                  <c:v>44391</c:v>
                </c:pt>
                <c:pt idx="682">
                  <c:v>44392</c:v>
                </c:pt>
                <c:pt idx="683">
                  <c:v>44393</c:v>
                </c:pt>
                <c:pt idx="684">
                  <c:v>44396</c:v>
                </c:pt>
                <c:pt idx="685">
                  <c:v>44397</c:v>
                </c:pt>
                <c:pt idx="686">
                  <c:v>44398</c:v>
                </c:pt>
                <c:pt idx="687">
                  <c:v>44399</c:v>
                </c:pt>
                <c:pt idx="688">
                  <c:v>44400</c:v>
                </c:pt>
                <c:pt idx="689">
                  <c:v>44403</c:v>
                </c:pt>
                <c:pt idx="690">
                  <c:v>44404</c:v>
                </c:pt>
                <c:pt idx="691">
                  <c:v>44405</c:v>
                </c:pt>
                <c:pt idx="692">
                  <c:v>44406</c:v>
                </c:pt>
                <c:pt idx="693">
                  <c:v>44407</c:v>
                </c:pt>
                <c:pt idx="694">
                  <c:v>44410</c:v>
                </c:pt>
                <c:pt idx="695">
                  <c:v>44411</c:v>
                </c:pt>
                <c:pt idx="696">
                  <c:v>44412</c:v>
                </c:pt>
                <c:pt idx="697">
                  <c:v>44413</c:v>
                </c:pt>
                <c:pt idx="698">
                  <c:v>44414</c:v>
                </c:pt>
                <c:pt idx="699">
                  <c:v>44417</c:v>
                </c:pt>
                <c:pt idx="700">
                  <c:v>44418</c:v>
                </c:pt>
                <c:pt idx="701">
                  <c:v>44419</c:v>
                </c:pt>
                <c:pt idx="702">
                  <c:v>44420</c:v>
                </c:pt>
                <c:pt idx="703">
                  <c:v>44421</c:v>
                </c:pt>
                <c:pt idx="704">
                  <c:v>44424</c:v>
                </c:pt>
                <c:pt idx="705">
                  <c:v>44425</c:v>
                </c:pt>
                <c:pt idx="706">
                  <c:v>44426</c:v>
                </c:pt>
                <c:pt idx="707">
                  <c:v>44427</c:v>
                </c:pt>
                <c:pt idx="708">
                  <c:v>44428</c:v>
                </c:pt>
                <c:pt idx="709">
                  <c:v>44431</c:v>
                </c:pt>
                <c:pt idx="710">
                  <c:v>44432</c:v>
                </c:pt>
                <c:pt idx="711">
                  <c:v>44433</c:v>
                </c:pt>
                <c:pt idx="712">
                  <c:v>44434</c:v>
                </c:pt>
                <c:pt idx="713">
                  <c:v>44435</c:v>
                </c:pt>
                <c:pt idx="714">
                  <c:v>44438</c:v>
                </c:pt>
                <c:pt idx="715">
                  <c:v>44439</c:v>
                </c:pt>
                <c:pt idx="716">
                  <c:v>44440</c:v>
                </c:pt>
                <c:pt idx="717">
                  <c:v>44441</c:v>
                </c:pt>
                <c:pt idx="718">
                  <c:v>44442</c:v>
                </c:pt>
                <c:pt idx="719">
                  <c:v>44445</c:v>
                </c:pt>
                <c:pt idx="720">
                  <c:v>44446</c:v>
                </c:pt>
                <c:pt idx="721">
                  <c:v>44447</c:v>
                </c:pt>
                <c:pt idx="722">
                  <c:v>44448</c:v>
                </c:pt>
                <c:pt idx="723">
                  <c:v>44449</c:v>
                </c:pt>
                <c:pt idx="724">
                  <c:v>44452</c:v>
                </c:pt>
                <c:pt idx="725">
                  <c:v>44453</c:v>
                </c:pt>
                <c:pt idx="726">
                  <c:v>44454</c:v>
                </c:pt>
                <c:pt idx="727">
                  <c:v>44455</c:v>
                </c:pt>
                <c:pt idx="728">
                  <c:v>44456</c:v>
                </c:pt>
                <c:pt idx="729">
                  <c:v>44459</c:v>
                </c:pt>
                <c:pt idx="730">
                  <c:v>44460</c:v>
                </c:pt>
                <c:pt idx="731">
                  <c:v>44461</c:v>
                </c:pt>
                <c:pt idx="732">
                  <c:v>44462</c:v>
                </c:pt>
                <c:pt idx="733">
                  <c:v>44463</c:v>
                </c:pt>
                <c:pt idx="734">
                  <c:v>44466</c:v>
                </c:pt>
                <c:pt idx="735">
                  <c:v>44467</c:v>
                </c:pt>
                <c:pt idx="736">
                  <c:v>44468</c:v>
                </c:pt>
                <c:pt idx="737">
                  <c:v>44469</c:v>
                </c:pt>
                <c:pt idx="738">
                  <c:v>44470</c:v>
                </c:pt>
                <c:pt idx="739">
                  <c:v>44473</c:v>
                </c:pt>
                <c:pt idx="740">
                  <c:v>44474</c:v>
                </c:pt>
                <c:pt idx="741">
                  <c:v>44475</c:v>
                </c:pt>
                <c:pt idx="742">
                  <c:v>44476</c:v>
                </c:pt>
                <c:pt idx="743">
                  <c:v>44477</c:v>
                </c:pt>
                <c:pt idx="744">
                  <c:v>44480</c:v>
                </c:pt>
                <c:pt idx="745">
                  <c:v>44481</c:v>
                </c:pt>
                <c:pt idx="746">
                  <c:v>44482</c:v>
                </c:pt>
                <c:pt idx="747">
                  <c:v>44483</c:v>
                </c:pt>
                <c:pt idx="748">
                  <c:v>44484</c:v>
                </c:pt>
                <c:pt idx="749">
                  <c:v>44487</c:v>
                </c:pt>
                <c:pt idx="750">
                  <c:v>44488</c:v>
                </c:pt>
                <c:pt idx="751">
                  <c:v>44489</c:v>
                </c:pt>
                <c:pt idx="752">
                  <c:v>44490</c:v>
                </c:pt>
                <c:pt idx="753">
                  <c:v>44491</c:v>
                </c:pt>
                <c:pt idx="754">
                  <c:v>44494</c:v>
                </c:pt>
                <c:pt idx="755">
                  <c:v>44495</c:v>
                </c:pt>
                <c:pt idx="756">
                  <c:v>44496</c:v>
                </c:pt>
                <c:pt idx="757">
                  <c:v>44497</c:v>
                </c:pt>
                <c:pt idx="758">
                  <c:v>44498</c:v>
                </c:pt>
                <c:pt idx="759">
                  <c:v>44501</c:v>
                </c:pt>
                <c:pt idx="760">
                  <c:v>44502</c:v>
                </c:pt>
                <c:pt idx="761">
                  <c:v>44503</c:v>
                </c:pt>
                <c:pt idx="762">
                  <c:v>44504</c:v>
                </c:pt>
                <c:pt idx="763">
                  <c:v>44505</c:v>
                </c:pt>
                <c:pt idx="764">
                  <c:v>44508</c:v>
                </c:pt>
                <c:pt idx="765">
                  <c:v>44509</c:v>
                </c:pt>
                <c:pt idx="766">
                  <c:v>44510</c:v>
                </c:pt>
                <c:pt idx="767">
                  <c:v>44511</c:v>
                </c:pt>
                <c:pt idx="768">
                  <c:v>44512</c:v>
                </c:pt>
                <c:pt idx="769">
                  <c:v>44515</c:v>
                </c:pt>
                <c:pt idx="770">
                  <c:v>44516</c:v>
                </c:pt>
                <c:pt idx="771">
                  <c:v>44517</c:v>
                </c:pt>
                <c:pt idx="772">
                  <c:v>44518</c:v>
                </c:pt>
                <c:pt idx="773">
                  <c:v>44519</c:v>
                </c:pt>
                <c:pt idx="774">
                  <c:v>44522</c:v>
                </c:pt>
                <c:pt idx="775">
                  <c:v>44523</c:v>
                </c:pt>
                <c:pt idx="776">
                  <c:v>44524</c:v>
                </c:pt>
                <c:pt idx="777">
                  <c:v>44525</c:v>
                </c:pt>
                <c:pt idx="778">
                  <c:v>44526</c:v>
                </c:pt>
                <c:pt idx="779">
                  <c:v>44529</c:v>
                </c:pt>
                <c:pt idx="780">
                  <c:v>44530</c:v>
                </c:pt>
                <c:pt idx="781">
                  <c:v>44531</c:v>
                </c:pt>
                <c:pt idx="782">
                  <c:v>44532</c:v>
                </c:pt>
                <c:pt idx="783">
                  <c:v>44533</c:v>
                </c:pt>
                <c:pt idx="784">
                  <c:v>44536</c:v>
                </c:pt>
                <c:pt idx="785">
                  <c:v>44537</c:v>
                </c:pt>
                <c:pt idx="786">
                  <c:v>44538</c:v>
                </c:pt>
                <c:pt idx="787">
                  <c:v>44539</c:v>
                </c:pt>
                <c:pt idx="788">
                  <c:v>44540</c:v>
                </c:pt>
                <c:pt idx="789">
                  <c:v>44543</c:v>
                </c:pt>
                <c:pt idx="790">
                  <c:v>44544</c:v>
                </c:pt>
                <c:pt idx="791">
                  <c:v>44545</c:v>
                </c:pt>
                <c:pt idx="792">
                  <c:v>44546</c:v>
                </c:pt>
                <c:pt idx="793">
                  <c:v>44547</c:v>
                </c:pt>
                <c:pt idx="794">
                  <c:v>44550</c:v>
                </c:pt>
                <c:pt idx="795">
                  <c:v>44551</c:v>
                </c:pt>
                <c:pt idx="796">
                  <c:v>44552</c:v>
                </c:pt>
                <c:pt idx="797">
                  <c:v>44553</c:v>
                </c:pt>
                <c:pt idx="798">
                  <c:v>44554</c:v>
                </c:pt>
                <c:pt idx="799">
                  <c:v>44557</c:v>
                </c:pt>
                <c:pt idx="800">
                  <c:v>44558</c:v>
                </c:pt>
                <c:pt idx="801">
                  <c:v>44559</c:v>
                </c:pt>
                <c:pt idx="802">
                  <c:v>44560</c:v>
                </c:pt>
                <c:pt idx="803">
                  <c:v>44561</c:v>
                </c:pt>
                <c:pt idx="804">
                  <c:v>44564</c:v>
                </c:pt>
                <c:pt idx="805">
                  <c:v>44565</c:v>
                </c:pt>
                <c:pt idx="806">
                  <c:v>44566</c:v>
                </c:pt>
                <c:pt idx="807">
                  <c:v>44567</c:v>
                </c:pt>
                <c:pt idx="808">
                  <c:v>44568</c:v>
                </c:pt>
                <c:pt idx="809">
                  <c:v>44571</c:v>
                </c:pt>
                <c:pt idx="810">
                  <c:v>44572</c:v>
                </c:pt>
                <c:pt idx="811">
                  <c:v>44573</c:v>
                </c:pt>
                <c:pt idx="812">
                  <c:v>44574</c:v>
                </c:pt>
                <c:pt idx="813">
                  <c:v>44575</c:v>
                </c:pt>
                <c:pt idx="814">
                  <c:v>44578</c:v>
                </c:pt>
                <c:pt idx="815">
                  <c:v>44579</c:v>
                </c:pt>
                <c:pt idx="816">
                  <c:v>44580</c:v>
                </c:pt>
                <c:pt idx="817">
                  <c:v>44581</c:v>
                </c:pt>
                <c:pt idx="818">
                  <c:v>44582</c:v>
                </c:pt>
                <c:pt idx="819">
                  <c:v>44585</c:v>
                </c:pt>
                <c:pt idx="820">
                  <c:v>44586</c:v>
                </c:pt>
                <c:pt idx="821">
                  <c:v>44587</c:v>
                </c:pt>
                <c:pt idx="822">
                  <c:v>44588</c:v>
                </c:pt>
                <c:pt idx="823">
                  <c:v>44589</c:v>
                </c:pt>
                <c:pt idx="824">
                  <c:v>44592</c:v>
                </c:pt>
                <c:pt idx="825">
                  <c:v>44593</c:v>
                </c:pt>
                <c:pt idx="826">
                  <c:v>44594</c:v>
                </c:pt>
                <c:pt idx="827">
                  <c:v>44595</c:v>
                </c:pt>
                <c:pt idx="828">
                  <c:v>44596</c:v>
                </c:pt>
                <c:pt idx="829">
                  <c:v>44599</c:v>
                </c:pt>
                <c:pt idx="830">
                  <c:v>44600</c:v>
                </c:pt>
                <c:pt idx="831">
                  <c:v>44601</c:v>
                </c:pt>
                <c:pt idx="832">
                  <c:v>44602</c:v>
                </c:pt>
                <c:pt idx="833">
                  <c:v>44603</c:v>
                </c:pt>
                <c:pt idx="834">
                  <c:v>44606</c:v>
                </c:pt>
                <c:pt idx="835">
                  <c:v>44607</c:v>
                </c:pt>
                <c:pt idx="836">
                  <c:v>44608</c:v>
                </c:pt>
                <c:pt idx="837">
                  <c:v>44609</c:v>
                </c:pt>
                <c:pt idx="838">
                  <c:v>44610</c:v>
                </c:pt>
                <c:pt idx="839">
                  <c:v>44613</c:v>
                </c:pt>
                <c:pt idx="840">
                  <c:v>44614</c:v>
                </c:pt>
                <c:pt idx="841">
                  <c:v>44615</c:v>
                </c:pt>
                <c:pt idx="842">
                  <c:v>44616</c:v>
                </c:pt>
                <c:pt idx="843">
                  <c:v>44617</c:v>
                </c:pt>
                <c:pt idx="844">
                  <c:v>44620</c:v>
                </c:pt>
                <c:pt idx="845">
                  <c:v>44621</c:v>
                </c:pt>
                <c:pt idx="846">
                  <c:v>44622</c:v>
                </c:pt>
                <c:pt idx="847">
                  <c:v>44623</c:v>
                </c:pt>
                <c:pt idx="848">
                  <c:v>44624</c:v>
                </c:pt>
                <c:pt idx="849">
                  <c:v>44627</c:v>
                </c:pt>
                <c:pt idx="850">
                  <c:v>44628</c:v>
                </c:pt>
                <c:pt idx="851">
                  <c:v>44629</c:v>
                </c:pt>
                <c:pt idx="852">
                  <c:v>44630</c:v>
                </c:pt>
                <c:pt idx="853">
                  <c:v>44631</c:v>
                </c:pt>
                <c:pt idx="854">
                  <c:v>44634</c:v>
                </c:pt>
                <c:pt idx="855">
                  <c:v>44635</c:v>
                </c:pt>
                <c:pt idx="856">
                  <c:v>44636</c:v>
                </c:pt>
                <c:pt idx="857">
                  <c:v>44637</c:v>
                </c:pt>
                <c:pt idx="858">
                  <c:v>44638</c:v>
                </c:pt>
                <c:pt idx="859">
                  <c:v>44641</c:v>
                </c:pt>
                <c:pt idx="860">
                  <c:v>44642</c:v>
                </c:pt>
                <c:pt idx="861">
                  <c:v>44643</c:v>
                </c:pt>
                <c:pt idx="862">
                  <c:v>44644</c:v>
                </c:pt>
                <c:pt idx="863">
                  <c:v>44645</c:v>
                </c:pt>
                <c:pt idx="864">
                  <c:v>44648</c:v>
                </c:pt>
                <c:pt idx="865">
                  <c:v>44649</c:v>
                </c:pt>
                <c:pt idx="866">
                  <c:v>44650</c:v>
                </c:pt>
                <c:pt idx="867">
                  <c:v>44651</c:v>
                </c:pt>
                <c:pt idx="868">
                  <c:v>44652</c:v>
                </c:pt>
                <c:pt idx="869">
                  <c:v>44655</c:v>
                </c:pt>
                <c:pt idx="870">
                  <c:v>44656</c:v>
                </c:pt>
                <c:pt idx="871">
                  <c:v>44657</c:v>
                </c:pt>
                <c:pt idx="872">
                  <c:v>44658</c:v>
                </c:pt>
                <c:pt idx="873">
                  <c:v>44659</c:v>
                </c:pt>
                <c:pt idx="874">
                  <c:v>44662</c:v>
                </c:pt>
                <c:pt idx="875">
                  <c:v>44663</c:v>
                </c:pt>
                <c:pt idx="876">
                  <c:v>44664</c:v>
                </c:pt>
                <c:pt idx="877">
                  <c:v>44665</c:v>
                </c:pt>
                <c:pt idx="878">
                  <c:v>44666</c:v>
                </c:pt>
                <c:pt idx="879">
                  <c:v>44669</c:v>
                </c:pt>
                <c:pt idx="880">
                  <c:v>44670</c:v>
                </c:pt>
                <c:pt idx="881">
                  <c:v>44671</c:v>
                </c:pt>
                <c:pt idx="882">
                  <c:v>44672</c:v>
                </c:pt>
                <c:pt idx="883">
                  <c:v>44673</c:v>
                </c:pt>
                <c:pt idx="884">
                  <c:v>44676</c:v>
                </c:pt>
                <c:pt idx="885">
                  <c:v>44677</c:v>
                </c:pt>
                <c:pt idx="886">
                  <c:v>44678</c:v>
                </c:pt>
                <c:pt idx="887">
                  <c:v>44679</c:v>
                </c:pt>
                <c:pt idx="888">
                  <c:v>44680</c:v>
                </c:pt>
                <c:pt idx="889">
                  <c:v>44683</c:v>
                </c:pt>
                <c:pt idx="890">
                  <c:v>44684</c:v>
                </c:pt>
                <c:pt idx="891">
                  <c:v>44685</c:v>
                </c:pt>
                <c:pt idx="892">
                  <c:v>44686</c:v>
                </c:pt>
                <c:pt idx="893">
                  <c:v>44687</c:v>
                </c:pt>
                <c:pt idx="894">
                  <c:v>44690</c:v>
                </c:pt>
                <c:pt idx="895">
                  <c:v>44691</c:v>
                </c:pt>
                <c:pt idx="896">
                  <c:v>44692</c:v>
                </c:pt>
                <c:pt idx="897">
                  <c:v>44693</c:v>
                </c:pt>
                <c:pt idx="898">
                  <c:v>44694</c:v>
                </c:pt>
                <c:pt idx="899">
                  <c:v>44697</c:v>
                </c:pt>
                <c:pt idx="900">
                  <c:v>44698</c:v>
                </c:pt>
                <c:pt idx="901">
                  <c:v>44699</c:v>
                </c:pt>
                <c:pt idx="902">
                  <c:v>44700</c:v>
                </c:pt>
                <c:pt idx="903">
                  <c:v>44701</c:v>
                </c:pt>
                <c:pt idx="904">
                  <c:v>44704</c:v>
                </c:pt>
                <c:pt idx="905">
                  <c:v>44705</c:v>
                </c:pt>
                <c:pt idx="906">
                  <c:v>44706</c:v>
                </c:pt>
                <c:pt idx="907">
                  <c:v>44707</c:v>
                </c:pt>
                <c:pt idx="908">
                  <c:v>44708</c:v>
                </c:pt>
                <c:pt idx="909">
                  <c:v>44711</c:v>
                </c:pt>
                <c:pt idx="910">
                  <c:v>44712</c:v>
                </c:pt>
                <c:pt idx="911">
                  <c:v>44713</c:v>
                </c:pt>
                <c:pt idx="912">
                  <c:v>44714</c:v>
                </c:pt>
                <c:pt idx="913">
                  <c:v>44715</c:v>
                </c:pt>
                <c:pt idx="914">
                  <c:v>44718</c:v>
                </c:pt>
                <c:pt idx="915">
                  <c:v>44719</c:v>
                </c:pt>
                <c:pt idx="916">
                  <c:v>44720</c:v>
                </c:pt>
                <c:pt idx="917">
                  <c:v>44721</c:v>
                </c:pt>
                <c:pt idx="918">
                  <c:v>44722</c:v>
                </c:pt>
                <c:pt idx="919">
                  <c:v>44725</c:v>
                </c:pt>
                <c:pt idx="920">
                  <c:v>44726</c:v>
                </c:pt>
                <c:pt idx="921">
                  <c:v>44727</c:v>
                </c:pt>
                <c:pt idx="922">
                  <c:v>44728</c:v>
                </c:pt>
                <c:pt idx="923">
                  <c:v>44729</c:v>
                </c:pt>
                <c:pt idx="924">
                  <c:v>44732</c:v>
                </c:pt>
                <c:pt idx="925">
                  <c:v>44733</c:v>
                </c:pt>
                <c:pt idx="926">
                  <c:v>44734</c:v>
                </c:pt>
                <c:pt idx="927">
                  <c:v>44735</c:v>
                </c:pt>
                <c:pt idx="928">
                  <c:v>44736</c:v>
                </c:pt>
                <c:pt idx="929">
                  <c:v>44739</c:v>
                </c:pt>
                <c:pt idx="930">
                  <c:v>44740</c:v>
                </c:pt>
                <c:pt idx="931">
                  <c:v>44741</c:v>
                </c:pt>
                <c:pt idx="932">
                  <c:v>44742</c:v>
                </c:pt>
                <c:pt idx="933">
                  <c:v>44743</c:v>
                </c:pt>
                <c:pt idx="934">
                  <c:v>44746</c:v>
                </c:pt>
                <c:pt idx="935">
                  <c:v>44747</c:v>
                </c:pt>
                <c:pt idx="936">
                  <c:v>44748</c:v>
                </c:pt>
                <c:pt idx="937">
                  <c:v>44749</c:v>
                </c:pt>
                <c:pt idx="938">
                  <c:v>44750</c:v>
                </c:pt>
                <c:pt idx="939">
                  <c:v>44753</c:v>
                </c:pt>
                <c:pt idx="940">
                  <c:v>44754</c:v>
                </c:pt>
                <c:pt idx="941">
                  <c:v>44755</c:v>
                </c:pt>
                <c:pt idx="942">
                  <c:v>44756</c:v>
                </c:pt>
                <c:pt idx="943">
                  <c:v>44757</c:v>
                </c:pt>
                <c:pt idx="944">
                  <c:v>44760</c:v>
                </c:pt>
                <c:pt idx="945">
                  <c:v>44761</c:v>
                </c:pt>
                <c:pt idx="946">
                  <c:v>44762</c:v>
                </c:pt>
                <c:pt idx="947">
                  <c:v>44763</c:v>
                </c:pt>
                <c:pt idx="948">
                  <c:v>44764</c:v>
                </c:pt>
                <c:pt idx="949">
                  <c:v>44767</c:v>
                </c:pt>
                <c:pt idx="950">
                  <c:v>44768</c:v>
                </c:pt>
                <c:pt idx="951">
                  <c:v>44769</c:v>
                </c:pt>
                <c:pt idx="952">
                  <c:v>44770</c:v>
                </c:pt>
                <c:pt idx="953">
                  <c:v>44771</c:v>
                </c:pt>
                <c:pt idx="954">
                  <c:v>44774</c:v>
                </c:pt>
                <c:pt idx="955">
                  <c:v>44775</c:v>
                </c:pt>
                <c:pt idx="956">
                  <c:v>44776</c:v>
                </c:pt>
                <c:pt idx="957">
                  <c:v>44777</c:v>
                </c:pt>
                <c:pt idx="958">
                  <c:v>44778</c:v>
                </c:pt>
                <c:pt idx="959">
                  <c:v>44781</c:v>
                </c:pt>
                <c:pt idx="960">
                  <c:v>44782</c:v>
                </c:pt>
                <c:pt idx="961">
                  <c:v>44783</c:v>
                </c:pt>
                <c:pt idx="962">
                  <c:v>44784</c:v>
                </c:pt>
                <c:pt idx="963">
                  <c:v>44785</c:v>
                </c:pt>
                <c:pt idx="964">
                  <c:v>44788</c:v>
                </c:pt>
                <c:pt idx="965">
                  <c:v>44789</c:v>
                </c:pt>
                <c:pt idx="966">
                  <c:v>44790</c:v>
                </c:pt>
                <c:pt idx="967">
                  <c:v>44791</c:v>
                </c:pt>
                <c:pt idx="968">
                  <c:v>44792</c:v>
                </c:pt>
                <c:pt idx="969">
                  <c:v>44795</c:v>
                </c:pt>
                <c:pt idx="970">
                  <c:v>44796</c:v>
                </c:pt>
                <c:pt idx="971">
                  <c:v>44797</c:v>
                </c:pt>
                <c:pt idx="972">
                  <c:v>44798</c:v>
                </c:pt>
                <c:pt idx="973">
                  <c:v>44799</c:v>
                </c:pt>
                <c:pt idx="974">
                  <c:v>44802</c:v>
                </c:pt>
                <c:pt idx="975">
                  <c:v>44803</c:v>
                </c:pt>
                <c:pt idx="976">
                  <c:v>44804</c:v>
                </c:pt>
                <c:pt idx="977">
                  <c:v>44805</c:v>
                </c:pt>
                <c:pt idx="978">
                  <c:v>44806</c:v>
                </c:pt>
                <c:pt idx="979">
                  <c:v>44809</c:v>
                </c:pt>
                <c:pt idx="980">
                  <c:v>44810</c:v>
                </c:pt>
                <c:pt idx="981">
                  <c:v>44811</c:v>
                </c:pt>
                <c:pt idx="982">
                  <c:v>44812</c:v>
                </c:pt>
                <c:pt idx="983">
                  <c:v>44813</c:v>
                </c:pt>
                <c:pt idx="984">
                  <c:v>44816</c:v>
                </c:pt>
                <c:pt idx="985">
                  <c:v>44817</c:v>
                </c:pt>
                <c:pt idx="986">
                  <c:v>44818</c:v>
                </c:pt>
                <c:pt idx="987">
                  <c:v>44819</c:v>
                </c:pt>
                <c:pt idx="988">
                  <c:v>44820</c:v>
                </c:pt>
                <c:pt idx="989">
                  <c:v>44823</c:v>
                </c:pt>
                <c:pt idx="990">
                  <c:v>44824</c:v>
                </c:pt>
                <c:pt idx="991">
                  <c:v>44825</c:v>
                </c:pt>
                <c:pt idx="992">
                  <c:v>44826</c:v>
                </c:pt>
                <c:pt idx="993">
                  <c:v>44827</c:v>
                </c:pt>
                <c:pt idx="994">
                  <c:v>44830</c:v>
                </c:pt>
                <c:pt idx="995">
                  <c:v>44831</c:v>
                </c:pt>
                <c:pt idx="996">
                  <c:v>44832</c:v>
                </c:pt>
                <c:pt idx="997">
                  <c:v>44833</c:v>
                </c:pt>
                <c:pt idx="998">
                  <c:v>44834</c:v>
                </c:pt>
                <c:pt idx="999">
                  <c:v>44837</c:v>
                </c:pt>
                <c:pt idx="1000">
                  <c:v>44838</c:v>
                </c:pt>
                <c:pt idx="1001">
                  <c:v>44839</c:v>
                </c:pt>
                <c:pt idx="1002">
                  <c:v>44840</c:v>
                </c:pt>
                <c:pt idx="1003">
                  <c:v>44841</c:v>
                </c:pt>
                <c:pt idx="1004">
                  <c:v>44844</c:v>
                </c:pt>
                <c:pt idx="1005">
                  <c:v>44845</c:v>
                </c:pt>
                <c:pt idx="1006">
                  <c:v>44846</c:v>
                </c:pt>
                <c:pt idx="1007">
                  <c:v>44847</c:v>
                </c:pt>
                <c:pt idx="1008">
                  <c:v>44848</c:v>
                </c:pt>
                <c:pt idx="1009">
                  <c:v>44851</c:v>
                </c:pt>
                <c:pt idx="1010">
                  <c:v>44852</c:v>
                </c:pt>
                <c:pt idx="1011">
                  <c:v>44853</c:v>
                </c:pt>
                <c:pt idx="1012">
                  <c:v>44854</c:v>
                </c:pt>
                <c:pt idx="1013">
                  <c:v>44855</c:v>
                </c:pt>
                <c:pt idx="1014">
                  <c:v>44858</c:v>
                </c:pt>
                <c:pt idx="1015">
                  <c:v>44859</c:v>
                </c:pt>
                <c:pt idx="1016">
                  <c:v>44860</c:v>
                </c:pt>
                <c:pt idx="1017">
                  <c:v>44861</c:v>
                </c:pt>
                <c:pt idx="1018">
                  <c:v>44862</c:v>
                </c:pt>
                <c:pt idx="1019">
                  <c:v>44865</c:v>
                </c:pt>
                <c:pt idx="1020">
                  <c:v>44866</c:v>
                </c:pt>
                <c:pt idx="1021">
                  <c:v>44867</c:v>
                </c:pt>
                <c:pt idx="1022">
                  <c:v>44868</c:v>
                </c:pt>
                <c:pt idx="1023">
                  <c:v>44869</c:v>
                </c:pt>
                <c:pt idx="1024">
                  <c:v>44872</c:v>
                </c:pt>
                <c:pt idx="1025">
                  <c:v>44873</c:v>
                </c:pt>
                <c:pt idx="1026">
                  <c:v>44874</c:v>
                </c:pt>
                <c:pt idx="1027">
                  <c:v>44875</c:v>
                </c:pt>
                <c:pt idx="1028">
                  <c:v>44876</c:v>
                </c:pt>
                <c:pt idx="1029">
                  <c:v>44879</c:v>
                </c:pt>
                <c:pt idx="1030">
                  <c:v>44880</c:v>
                </c:pt>
                <c:pt idx="1031">
                  <c:v>44881</c:v>
                </c:pt>
                <c:pt idx="1032">
                  <c:v>44882</c:v>
                </c:pt>
                <c:pt idx="1033">
                  <c:v>44883</c:v>
                </c:pt>
                <c:pt idx="1034">
                  <c:v>44886</c:v>
                </c:pt>
                <c:pt idx="1035">
                  <c:v>44887</c:v>
                </c:pt>
                <c:pt idx="1036">
                  <c:v>44888</c:v>
                </c:pt>
                <c:pt idx="1037">
                  <c:v>44889</c:v>
                </c:pt>
                <c:pt idx="1038">
                  <c:v>44890</c:v>
                </c:pt>
                <c:pt idx="1039">
                  <c:v>44893</c:v>
                </c:pt>
                <c:pt idx="1040">
                  <c:v>44894</c:v>
                </c:pt>
                <c:pt idx="1041">
                  <c:v>44895</c:v>
                </c:pt>
                <c:pt idx="1042">
                  <c:v>44896</c:v>
                </c:pt>
                <c:pt idx="1043">
                  <c:v>44897</c:v>
                </c:pt>
                <c:pt idx="1044">
                  <c:v>44900</c:v>
                </c:pt>
                <c:pt idx="1045">
                  <c:v>44901</c:v>
                </c:pt>
                <c:pt idx="1046">
                  <c:v>44902</c:v>
                </c:pt>
                <c:pt idx="1047">
                  <c:v>44903</c:v>
                </c:pt>
                <c:pt idx="1048">
                  <c:v>44904</c:v>
                </c:pt>
                <c:pt idx="1049">
                  <c:v>44907</c:v>
                </c:pt>
                <c:pt idx="1050">
                  <c:v>44908</c:v>
                </c:pt>
                <c:pt idx="1051">
                  <c:v>44909</c:v>
                </c:pt>
                <c:pt idx="1052">
                  <c:v>44910</c:v>
                </c:pt>
                <c:pt idx="1053">
                  <c:v>44911</c:v>
                </c:pt>
                <c:pt idx="1054">
                  <c:v>44914</c:v>
                </c:pt>
                <c:pt idx="1055">
                  <c:v>44915</c:v>
                </c:pt>
                <c:pt idx="1056">
                  <c:v>44916</c:v>
                </c:pt>
                <c:pt idx="1057">
                  <c:v>44917</c:v>
                </c:pt>
                <c:pt idx="1058">
                  <c:v>44918</c:v>
                </c:pt>
                <c:pt idx="1059">
                  <c:v>44921</c:v>
                </c:pt>
                <c:pt idx="1060">
                  <c:v>44922</c:v>
                </c:pt>
                <c:pt idx="1061">
                  <c:v>44923</c:v>
                </c:pt>
                <c:pt idx="1062">
                  <c:v>44924</c:v>
                </c:pt>
                <c:pt idx="1063">
                  <c:v>44925</c:v>
                </c:pt>
                <c:pt idx="1064">
                  <c:v>44928</c:v>
                </c:pt>
                <c:pt idx="1065">
                  <c:v>44929</c:v>
                </c:pt>
                <c:pt idx="1066">
                  <c:v>44930</c:v>
                </c:pt>
                <c:pt idx="1067">
                  <c:v>44931</c:v>
                </c:pt>
                <c:pt idx="1068">
                  <c:v>44932</c:v>
                </c:pt>
                <c:pt idx="1069">
                  <c:v>44935</c:v>
                </c:pt>
                <c:pt idx="1070">
                  <c:v>44936</c:v>
                </c:pt>
                <c:pt idx="1071">
                  <c:v>44937</c:v>
                </c:pt>
                <c:pt idx="1072">
                  <c:v>44938</c:v>
                </c:pt>
                <c:pt idx="1073">
                  <c:v>44939</c:v>
                </c:pt>
                <c:pt idx="1074">
                  <c:v>44942</c:v>
                </c:pt>
                <c:pt idx="1075">
                  <c:v>44943</c:v>
                </c:pt>
                <c:pt idx="1076">
                  <c:v>44944</c:v>
                </c:pt>
                <c:pt idx="1077">
                  <c:v>44945</c:v>
                </c:pt>
                <c:pt idx="1078">
                  <c:v>44946</c:v>
                </c:pt>
                <c:pt idx="1079">
                  <c:v>44949</c:v>
                </c:pt>
                <c:pt idx="1080">
                  <c:v>44950</c:v>
                </c:pt>
                <c:pt idx="1081">
                  <c:v>44951</c:v>
                </c:pt>
                <c:pt idx="1082">
                  <c:v>44952</c:v>
                </c:pt>
                <c:pt idx="1083">
                  <c:v>44953</c:v>
                </c:pt>
                <c:pt idx="1084">
                  <c:v>44956</c:v>
                </c:pt>
                <c:pt idx="1085">
                  <c:v>44957</c:v>
                </c:pt>
                <c:pt idx="1086">
                  <c:v>44958</c:v>
                </c:pt>
                <c:pt idx="1087">
                  <c:v>44959</c:v>
                </c:pt>
                <c:pt idx="1088">
                  <c:v>44960</c:v>
                </c:pt>
                <c:pt idx="1089">
                  <c:v>44963</c:v>
                </c:pt>
                <c:pt idx="1090">
                  <c:v>44964</c:v>
                </c:pt>
                <c:pt idx="1091">
                  <c:v>44965</c:v>
                </c:pt>
                <c:pt idx="1092">
                  <c:v>44966</c:v>
                </c:pt>
                <c:pt idx="1093">
                  <c:v>44967</c:v>
                </c:pt>
                <c:pt idx="1094">
                  <c:v>44970</c:v>
                </c:pt>
                <c:pt idx="1095">
                  <c:v>44971</c:v>
                </c:pt>
                <c:pt idx="1096">
                  <c:v>44972</c:v>
                </c:pt>
                <c:pt idx="1097">
                  <c:v>44973</c:v>
                </c:pt>
                <c:pt idx="1098">
                  <c:v>44974</c:v>
                </c:pt>
                <c:pt idx="1099">
                  <c:v>44977</c:v>
                </c:pt>
                <c:pt idx="1100">
                  <c:v>44978</c:v>
                </c:pt>
                <c:pt idx="1101">
                  <c:v>44979</c:v>
                </c:pt>
                <c:pt idx="1102">
                  <c:v>44980</c:v>
                </c:pt>
                <c:pt idx="1103">
                  <c:v>44981</c:v>
                </c:pt>
                <c:pt idx="1104">
                  <c:v>44984</c:v>
                </c:pt>
                <c:pt idx="1105">
                  <c:v>44985</c:v>
                </c:pt>
                <c:pt idx="1106">
                  <c:v>44986</c:v>
                </c:pt>
                <c:pt idx="1107">
                  <c:v>44987</c:v>
                </c:pt>
                <c:pt idx="1108">
                  <c:v>44988</c:v>
                </c:pt>
                <c:pt idx="1109">
                  <c:v>44991</c:v>
                </c:pt>
                <c:pt idx="1110">
                  <c:v>44992</c:v>
                </c:pt>
                <c:pt idx="1111">
                  <c:v>44993</c:v>
                </c:pt>
                <c:pt idx="1112">
                  <c:v>44994</c:v>
                </c:pt>
                <c:pt idx="1113">
                  <c:v>44995</c:v>
                </c:pt>
                <c:pt idx="1114">
                  <c:v>44998</c:v>
                </c:pt>
                <c:pt idx="1115">
                  <c:v>44999</c:v>
                </c:pt>
                <c:pt idx="1116">
                  <c:v>45000</c:v>
                </c:pt>
                <c:pt idx="1117">
                  <c:v>45001</c:v>
                </c:pt>
                <c:pt idx="1118">
                  <c:v>45002</c:v>
                </c:pt>
                <c:pt idx="1119">
                  <c:v>45005</c:v>
                </c:pt>
                <c:pt idx="1120">
                  <c:v>45006</c:v>
                </c:pt>
                <c:pt idx="1121">
                  <c:v>45007</c:v>
                </c:pt>
                <c:pt idx="1122">
                  <c:v>45008</c:v>
                </c:pt>
                <c:pt idx="1123">
                  <c:v>45009</c:v>
                </c:pt>
                <c:pt idx="1124">
                  <c:v>45012</c:v>
                </c:pt>
                <c:pt idx="1125">
                  <c:v>45013</c:v>
                </c:pt>
                <c:pt idx="1126">
                  <c:v>45014</c:v>
                </c:pt>
                <c:pt idx="1127">
                  <c:v>45015</c:v>
                </c:pt>
                <c:pt idx="1128">
                  <c:v>45016</c:v>
                </c:pt>
                <c:pt idx="1129">
                  <c:v>45019</c:v>
                </c:pt>
                <c:pt idx="1130">
                  <c:v>45020</c:v>
                </c:pt>
                <c:pt idx="1131">
                  <c:v>45021</c:v>
                </c:pt>
                <c:pt idx="1132">
                  <c:v>45022</c:v>
                </c:pt>
                <c:pt idx="1133">
                  <c:v>45023</c:v>
                </c:pt>
                <c:pt idx="1134">
                  <c:v>45026</c:v>
                </c:pt>
                <c:pt idx="1135">
                  <c:v>45027</c:v>
                </c:pt>
                <c:pt idx="1136">
                  <c:v>45028</c:v>
                </c:pt>
                <c:pt idx="1137">
                  <c:v>45029</c:v>
                </c:pt>
                <c:pt idx="1138">
                  <c:v>45030</c:v>
                </c:pt>
                <c:pt idx="1139">
                  <c:v>45033</c:v>
                </c:pt>
                <c:pt idx="1140">
                  <c:v>45034</c:v>
                </c:pt>
                <c:pt idx="1141">
                  <c:v>45035</c:v>
                </c:pt>
                <c:pt idx="1142">
                  <c:v>45036</c:v>
                </c:pt>
                <c:pt idx="1143">
                  <c:v>45037</c:v>
                </c:pt>
                <c:pt idx="1144">
                  <c:v>45040</c:v>
                </c:pt>
                <c:pt idx="1145">
                  <c:v>45041</c:v>
                </c:pt>
                <c:pt idx="1146">
                  <c:v>45042</c:v>
                </c:pt>
                <c:pt idx="1147">
                  <c:v>45043</c:v>
                </c:pt>
                <c:pt idx="1148">
                  <c:v>45044</c:v>
                </c:pt>
                <c:pt idx="1149">
                  <c:v>45047</c:v>
                </c:pt>
                <c:pt idx="1150">
                  <c:v>45048</c:v>
                </c:pt>
                <c:pt idx="1151">
                  <c:v>45049</c:v>
                </c:pt>
                <c:pt idx="1152">
                  <c:v>45050</c:v>
                </c:pt>
                <c:pt idx="1153">
                  <c:v>45051</c:v>
                </c:pt>
                <c:pt idx="1154">
                  <c:v>45054</c:v>
                </c:pt>
                <c:pt idx="1155">
                  <c:v>45055</c:v>
                </c:pt>
                <c:pt idx="1156">
                  <c:v>45056</c:v>
                </c:pt>
                <c:pt idx="1157">
                  <c:v>45057</c:v>
                </c:pt>
                <c:pt idx="1158">
                  <c:v>45058</c:v>
                </c:pt>
                <c:pt idx="1159">
                  <c:v>45061</c:v>
                </c:pt>
                <c:pt idx="1160">
                  <c:v>45062</c:v>
                </c:pt>
                <c:pt idx="1161">
                  <c:v>45063</c:v>
                </c:pt>
                <c:pt idx="1162">
                  <c:v>45064</c:v>
                </c:pt>
                <c:pt idx="1163">
                  <c:v>45065</c:v>
                </c:pt>
                <c:pt idx="1164">
                  <c:v>45068</c:v>
                </c:pt>
                <c:pt idx="1165">
                  <c:v>45069</c:v>
                </c:pt>
                <c:pt idx="1166">
                  <c:v>45070</c:v>
                </c:pt>
                <c:pt idx="1167">
                  <c:v>45071</c:v>
                </c:pt>
                <c:pt idx="1168">
                  <c:v>45072</c:v>
                </c:pt>
                <c:pt idx="1169">
                  <c:v>45075</c:v>
                </c:pt>
                <c:pt idx="1170">
                  <c:v>45076</c:v>
                </c:pt>
                <c:pt idx="1171">
                  <c:v>45077</c:v>
                </c:pt>
                <c:pt idx="1172">
                  <c:v>45078</c:v>
                </c:pt>
                <c:pt idx="1173">
                  <c:v>45079</c:v>
                </c:pt>
                <c:pt idx="1174">
                  <c:v>45082</c:v>
                </c:pt>
                <c:pt idx="1175">
                  <c:v>45083</c:v>
                </c:pt>
                <c:pt idx="1176">
                  <c:v>45084</c:v>
                </c:pt>
                <c:pt idx="1177">
                  <c:v>45085</c:v>
                </c:pt>
                <c:pt idx="1178">
                  <c:v>45086</c:v>
                </c:pt>
                <c:pt idx="1179">
                  <c:v>45089</c:v>
                </c:pt>
                <c:pt idx="1180">
                  <c:v>45090</c:v>
                </c:pt>
                <c:pt idx="1181">
                  <c:v>45091</c:v>
                </c:pt>
                <c:pt idx="1182">
                  <c:v>45092</c:v>
                </c:pt>
                <c:pt idx="1183">
                  <c:v>45093</c:v>
                </c:pt>
                <c:pt idx="1184">
                  <c:v>45096</c:v>
                </c:pt>
                <c:pt idx="1185">
                  <c:v>45097</c:v>
                </c:pt>
                <c:pt idx="1186">
                  <c:v>45098</c:v>
                </c:pt>
                <c:pt idx="1187">
                  <c:v>45099</c:v>
                </c:pt>
                <c:pt idx="1188">
                  <c:v>45100</c:v>
                </c:pt>
                <c:pt idx="1189">
                  <c:v>45103</c:v>
                </c:pt>
                <c:pt idx="1190">
                  <c:v>45104</c:v>
                </c:pt>
                <c:pt idx="1191">
                  <c:v>45105</c:v>
                </c:pt>
                <c:pt idx="1192">
                  <c:v>45106</c:v>
                </c:pt>
                <c:pt idx="1193">
                  <c:v>45107</c:v>
                </c:pt>
                <c:pt idx="1194">
                  <c:v>45110</c:v>
                </c:pt>
                <c:pt idx="1195">
                  <c:v>45111</c:v>
                </c:pt>
                <c:pt idx="1196">
                  <c:v>45112</c:v>
                </c:pt>
                <c:pt idx="1197">
                  <c:v>45113</c:v>
                </c:pt>
                <c:pt idx="1198">
                  <c:v>45114</c:v>
                </c:pt>
                <c:pt idx="1199">
                  <c:v>45117</c:v>
                </c:pt>
                <c:pt idx="1200">
                  <c:v>45118</c:v>
                </c:pt>
                <c:pt idx="1201">
                  <c:v>45119</c:v>
                </c:pt>
                <c:pt idx="1202">
                  <c:v>45120</c:v>
                </c:pt>
                <c:pt idx="1203">
                  <c:v>45121</c:v>
                </c:pt>
                <c:pt idx="1204">
                  <c:v>45124</c:v>
                </c:pt>
                <c:pt idx="1205">
                  <c:v>45125</c:v>
                </c:pt>
                <c:pt idx="1206">
                  <c:v>45126</c:v>
                </c:pt>
                <c:pt idx="1207">
                  <c:v>45127</c:v>
                </c:pt>
                <c:pt idx="1208">
                  <c:v>45128</c:v>
                </c:pt>
                <c:pt idx="1209">
                  <c:v>45131</c:v>
                </c:pt>
                <c:pt idx="1210">
                  <c:v>45132</c:v>
                </c:pt>
                <c:pt idx="1211">
                  <c:v>45133</c:v>
                </c:pt>
                <c:pt idx="1212">
                  <c:v>45134</c:v>
                </c:pt>
                <c:pt idx="1213">
                  <c:v>45135</c:v>
                </c:pt>
                <c:pt idx="1214">
                  <c:v>45138</c:v>
                </c:pt>
                <c:pt idx="1215">
                  <c:v>45139</c:v>
                </c:pt>
                <c:pt idx="1216">
                  <c:v>45140</c:v>
                </c:pt>
                <c:pt idx="1217">
                  <c:v>45141</c:v>
                </c:pt>
                <c:pt idx="1218">
                  <c:v>45142</c:v>
                </c:pt>
                <c:pt idx="1219">
                  <c:v>45145</c:v>
                </c:pt>
                <c:pt idx="1220">
                  <c:v>45146</c:v>
                </c:pt>
                <c:pt idx="1221">
                  <c:v>45147</c:v>
                </c:pt>
                <c:pt idx="1222">
                  <c:v>45148</c:v>
                </c:pt>
                <c:pt idx="1223">
                  <c:v>45149</c:v>
                </c:pt>
                <c:pt idx="1224">
                  <c:v>45152</c:v>
                </c:pt>
                <c:pt idx="1225">
                  <c:v>45153</c:v>
                </c:pt>
                <c:pt idx="1226">
                  <c:v>45154</c:v>
                </c:pt>
                <c:pt idx="1227">
                  <c:v>45155</c:v>
                </c:pt>
                <c:pt idx="1228">
                  <c:v>45156</c:v>
                </c:pt>
                <c:pt idx="1229">
                  <c:v>45159</c:v>
                </c:pt>
                <c:pt idx="1230">
                  <c:v>45160</c:v>
                </c:pt>
                <c:pt idx="1231">
                  <c:v>45161</c:v>
                </c:pt>
                <c:pt idx="1232">
                  <c:v>45162</c:v>
                </c:pt>
                <c:pt idx="1233">
                  <c:v>45163</c:v>
                </c:pt>
                <c:pt idx="1234">
                  <c:v>45166</c:v>
                </c:pt>
                <c:pt idx="1235">
                  <c:v>45167</c:v>
                </c:pt>
                <c:pt idx="1236">
                  <c:v>45168</c:v>
                </c:pt>
                <c:pt idx="1237">
                  <c:v>45169</c:v>
                </c:pt>
                <c:pt idx="1238">
                  <c:v>45170</c:v>
                </c:pt>
                <c:pt idx="1239">
                  <c:v>45173</c:v>
                </c:pt>
                <c:pt idx="1240">
                  <c:v>45174</c:v>
                </c:pt>
                <c:pt idx="1241">
                  <c:v>45175</c:v>
                </c:pt>
                <c:pt idx="1242">
                  <c:v>45176</c:v>
                </c:pt>
                <c:pt idx="1243">
                  <c:v>45177</c:v>
                </c:pt>
                <c:pt idx="1244">
                  <c:v>45180</c:v>
                </c:pt>
                <c:pt idx="1245">
                  <c:v>45181</c:v>
                </c:pt>
                <c:pt idx="1246">
                  <c:v>45182</c:v>
                </c:pt>
                <c:pt idx="1247">
                  <c:v>45183</c:v>
                </c:pt>
                <c:pt idx="1248">
                  <c:v>45184</c:v>
                </c:pt>
                <c:pt idx="1249">
                  <c:v>45187</c:v>
                </c:pt>
                <c:pt idx="1250">
                  <c:v>45188</c:v>
                </c:pt>
                <c:pt idx="1251">
                  <c:v>45189</c:v>
                </c:pt>
                <c:pt idx="1252">
                  <c:v>45190</c:v>
                </c:pt>
                <c:pt idx="1253">
                  <c:v>45191</c:v>
                </c:pt>
                <c:pt idx="1254">
                  <c:v>45194</c:v>
                </c:pt>
                <c:pt idx="1255">
                  <c:v>45195</c:v>
                </c:pt>
                <c:pt idx="1256">
                  <c:v>45196</c:v>
                </c:pt>
                <c:pt idx="1257">
                  <c:v>45197</c:v>
                </c:pt>
                <c:pt idx="1258">
                  <c:v>45198</c:v>
                </c:pt>
                <c:pt idx="1259">
                  <c:v>45201</c:v>
                </c:pt>
                <c:pt idx="1260">
                  <c:v>45202</c:v>
                </c:pt>
                <c:pt idx="1261">
                  <c:v>45203</c:v>
                </c:pt>
                <c:pt idx="1262">
                  <c:v>45204</c:v>
                </c:pt>
                <c:pt idx="1263">
                  <c:v>45205</c:v>
                </c:pt>
                <c:pt idx="1264">
                  <c:v>45208</c:v>
                </c:pt>
                <c:pt idx="1265">
                  <c:v>45209</c:v>
                </c:pt>
                <c:pt idx="1266">
                  <c:v>45210</c:v>
                </c:pt>
                <c:pt idx="1267">
                  <c:v>45211</c:v>
                </c:pt>
                <c:pt idx="1268">
                  <c:v>45212</c:v>
                </c:pt>
                <c:pt idx="1269">
                  <c:v>45215</c:v>
                </c:pt>
                <c:pt idx="1270">
                  <c:v>45216</c:v>
                </c:pt>
                <c:pt idx="1271">
                  <c:v>45217</c:v>
                </c:pt>
                <c:pt idx="1272">
                  <c:v>45218</c:v>
                </c:pt>
                <c:pt idx="1273">
                  <c:v>45219</c:v>
                </c:pt>
                <c:pt idx="1274">
                  <c:v>45222</c:v>
                </c:pt>
                <c:pt idx="1275">
                  <c:v>45223</c:v>
                </c:pt>
                <c:pt idx="1276">
                  <c:v>45224</c:v>
                </c:pt>
                <c:pt idx="1277">
                  <c:v>45225</c:v>
                </c:pt>
                <c:pt idx="1278">
                  <c:v>45226</c:v>
                </c:pt>
                <c:pt idx="1279">
                  <c:v>45229</c:v>
                </c:pt>
                <c:pt idx="1280">
                  <c:v>45230</c:v>
                </c:pt>
                <c:pt idx="1281">
                  <c:v>45231</c:v>
                </c:pt>
                <c:pt idx="1282">
                  <c:v>45232</c:v>
                </c:pt>
                <c:pt idx="1283">
                  <c:v>45233</c:v>
                </c:pt>
                <c:pt idx="1284">
                  <c:v>45236</c:v>
                </c:pt>
                <c:pt idx="1285">
                  <c:v>45237</c:v>
                </c:pt>
                <c:pt idx="1286">
                  <c:v>45238</c:v>
                </c:pt>
                <c:pt idx="1287">
                  <c:v>45239</c:v>
                </c:pt>
                <c:pt idx="1288">
                  <c:v>45240</c:v>
                </c:pt>
                <c:pt idx="1289">
                  <c:v>45243</c:v>
                </c:pt>
                <c:pt idx="1290">
                  <c:v>45244</c:v>
                </c:pt>
                <c:pt idx="1291">
                  <c:v>45245</c:v>
                </c:pt>
                <c:pt idx="1292">
                  <c:v>45246</c:v>
                </c:pt>
                <c:pt idx="1293">
                  <c:v>45247</c:v>
                </c:pt>
                <c:pt idx="1294">
                  <c:v>45250</c:v>
                </c:pt>
                <c:pt idx="1295">
                  <c:v>45251</c:v>
                </c:pt>
                <c:pt idx="1296">
                  <c:v>45252</c:v>
                </c:pt>
                <c:pt idx="1297">
                  <c:v>45253</c:v>
                </c:pt>
                <c:pt idx="1298">
                  <c:v>45254</c:v>
                </c:pt>
                <c:pt idx="1299">
                  <c:v>45257</c:v>
                </c:pt>
                <c:pt idx="1300">
                  <c:v>45258</c:v>
                </c:pt>
                <c:pt idx="1301">
                  <c:v>45259</c:v>
                </c:pt>
                <c:pt idx="1302">
                  <c:v>45260</c:v>
                </c:pt>
                <c:pt idx="1303">
                  <c:v>45261</c:v>
                </c:pt>
                <c:pt idx="1304">
                  <c:v>45264</c:v>
                </c:pt>
                <c:pt idx="1305">
                  <c:v>45265</c:v>
                </c:pt>
                <c:pt idx="1306">
                  <c:v>45266</c:v>
                </c:pt>
                <c:pt idx="1307">
                  <c:v>45267</c:v>
                </c:pt>
                <c:pt idx="1308">
                  <c:v>45268</c:v>
                </c:pt>
                <c:pt idx="1309">
                  <c:v>45271</c:v>
                </c:pt>
                <c:pt idx="1310">
                  <c:v>45272</c:v>
                </c:pt>
                <c:pt idx="1311">
                  <c:v>45273</c:v>
                </c:pt>
                <c:pt idx="1312">
                  <c:v>45274</c:v>
                </c:pt>
                <c:pt idx="1313">
                  <c:v>45275</c:v>
                </c:pt>
                <c:pt idx="1314">
                  <c:v>45278</c:v>
                </c:pt>
                <c:pt idx="1315">
                  <c:v>45279</c:v>
                </c:pt>
                <c:pt idx="1316">
                  <c:v>45280</c:v>
                </c:pt>
                <c:pt idx="1317">
                  <c:v>45281</c:v>
                </c:pt>
                <c:pt idx="1318">
                  <c:v>45282</c:v>
                </c:pt>
                <c:pt idx="1319">
                  <c:v>45285</c:v>
                </c:pt>
                <c:pt idx="1320">
                  <c:v>45286</c:v>
                </c:pt>
                <c:pt idx="1321">
                  <c:v>45287</c:v>
                </c:pt>
                <c:pt idx="1322">
                  <c:v>45288</c:v>
                </c:pt>
                <c:pt idx="1323">
                  <c:v>45289</c:v>
                </c:pt>
                <c:pt idx="1324">
                  <c:v>45292</c:v>
                </c:pt>
                <c:pt idx="1325">
                  <c:v>45293</c:v>
                </c:pt>
                <c:pt idx="1326">
                  <c:v>45294</c:v>
                </c:pt>
                <c:pt idx="1327">
                  <c:v>45295</c:v>
                </c:pt>
                <c:pt idx="1328">
                  <c:v>45296</c:v>
                </c:pt>
                <c:pt idx="1329">
                  <c:v>45299</c:v>
                </c:pt>
                <c:pt idx="1330">
                  <c:v>45300</c:v>
                </c:pt>
                <c:pt idx="1331">
                  <c:v>45301</c:v>
                </c:pt>
                <c:pt idx="1332">
                  <c:v>45302</c:v>
                </c:pt>
                <c:pt idx="1333">
                  <c:v>45303</c:v>
                </c:pt>
                <c:pt idx="1334">
                  <c:v>45306</c:v>
                </c:pt>
                <c:pt idx="1335">
                  <c:v>45307</c:v>
                </c:pt>
                <c:pt idx="1336">
                  <c:v>45308</c:v>
                </c:pt>
                <c:pt idx="1337">
                  <c:v>45309</c:v>
                </c:pt>
                <c:pt idx="1338">
                  <c:v>45310</c:v>
                </c:pt>
                <c:pt idx="1339">
                  <c:v>45313</c:v>
                </c:pt>
                <c:pt idx="1340">
                  <c:v>45314</c:v>
                </c:pt>
                <c:pt idx="1341">
                  <c:v>45315</c:v>
                </c:pt>
                <c:pt idx="1342">
                  <c:v>45316</c:v>
                </c:pt>
                <c:pt idx="1343">
                  <c:v>45317</c:v>
                </c:pt>
                <c:pt idx="1344">
                  <c:v>45320</c:v>
                </c:pt>
                <c:pt idx="1345">
                  <c:v>45321</c:v>
                </c:pt>
                <c:pt idx="1346">
                  <c:v>45322</c:v>
                </c:pt>
                <c:pt idx="1347">
                  <c:v>45323</c:v>
                </c:pt>
                <c:pt idx="1348">
                  <c:v>45324</c:v>
                </c:pt>
                <c:pt idx="1349">
                  <c:v>45327</c:v>
                </c:pt>
                <c:pt idx="1350">
                  <c:v>45328</c:v>
                </c:pt>
                <c:pt idx="1351">
                  <c:v>45329</c:v>
                </c:pt>
                <c:pt idx="1352">
                  <c:v>45330</c:v>
                </c:pt>
                <c:pt idx="1353">
                  <c:v>45331</c:v>
                </c:pt>
                <c:pt idx="1354">
                  <c:v>45334</c:v>
                </c:pt>
                <c:pt idx="1355">
                  <c:v>45335</c:v>
                </c:pt>
                <c:pt idx="1356">
                  <c:v>45336</c:v>
                </c:pt>
                <c:pt idx="1357">
                  <c:v>45337</c:v>
                </c:pt>
                <c:pt idx="1358">
                  <c:v>45338</c:v>
                </c:pt>
                <c:pt idx="1359">
                  <c:v>45341</c:v>
                </c:pt>
                <c:pt idx="1360">
                  <c:v>45342</c:v>
                </c:pt>
                <c:pt idx="1361">
                  <c:v>45343</c:v>
                </c:pt>
                <c:pt idx="1362">
                  <c:v>45344</c:v>
                </c:pt>
                <c:pt idx="1363">
                  <c:v>45345</c:v>
                </c:pt>
                <c:pt idx="1364">
                  <c:v>45348</c:v>
                </c:pt>
                <c:pt idx="1365">
                  <c:v>45349</c:v>
                </c:pt>
                <c:pt idx="1366">
                  <c:v>45350</c:v>
                </c:pt>
                <c:pt idx="1367">
                  <c:v>45351</c:v>
                </c:pt>
                <c:pt idx="1368">
                  <c:v>45352</c:v>
                </c:pt>
                <c:pt idx="1369">
                  <c:v>45355</c:v>
                </c:pt>
                <c:pt idx="1370">
                  <c:v>45356</c:v>
                </c:pt>
                <c:pt idx="1371">
                  <c:v>45357</c:v>
                </c:pt>
                <c:pt idx="1372">
                  <c:v>45358</c:v>
                </c:pt>
                <c:pt idx="1373">
                  <c:v>45359</c:v>
                </c:pt>
                <c:pt idx="1374">
                  <c:v>45362</c:v>
                </c:pt>
                <c:pt idx="1375">
                  <c:v>45363</c:v>
                </c:pt>
                <c:pt idx="1376">
                  <c:v>45364</c:v>
                </c:pt>
                <c:pt idx="1377">
                  <c:v>45365</c:v>
                </c:pt>
                <c:pt idx="1378">
                  <c:v>45366</c:v>
                </c:pt>
                <c:pt idx="1379">
                  <c:v>45369</c:v>
                </c:pt>
                <c:pt idx="1380">
                  <c:v>45370</c:v>
                </c:pt>
                <c:pt idx="1381">
                  <c:v>45371</c:v>
                </c:pt>
                <c:pt idx="1382">
                  <c:v>45372</c:v>
                </c:pt>
                <c:pt idx="1383">
                  <c:v>45373</c:v>
                </c:pt>
                <c:pt idx="1384">
                  <c:v>45376</c:v>
                </c:pt>
                <c:pt idx="1385">
                  <c:v>45377</c:v>
                </c:pt>
                <c:pt idx="1386">
                  <c:v>45378</c:v>
                </c:pt>
                <c:pt idx="1387">
                  <c:v>45379</c:v>
                </c:pt>
                <c:pt idx="1388">
                  <c:v>45380</c:v>
                </c:pt>
                <c:pt idx="1389">
                  <c:v>45383</c:v>
                </c:pt>
                <c:pt idx="1390">
                  <c:v>45384</c:v>
                </c:pt>
                <c:pt idx="1391">
                  <c:v>45385</c:v>
                </c:pt>
                <c:pt idx="1392">
                  <c:v>45386</c:v>
                </c:pt>
                <c:pt idx="1393">
                  <c:v>45387</c:v>
                </c:pt>
                <c:pt idx="1394">
                  <c:v>45390</c:v>
                </c:pt>
                <c:pt idx="1395">
                  <c:v>45391</c:v>
                </c:pt>
                <c:pt idx="1396">
                  <c:v>45392</c:v>
                </c:pt>
                <c:pt idx="1397">
                  <c:v>45393</c:v>
                </c:pt>
                <c:pt idx="1398">
                  <c:v>45394</c:v>
                </c:pt>
                <c:pt idx="1399">
                  <c:v>45397</c:v>
                </c:pt>
                <c:pt idx="1400">
                  <c:v>45398</c:v>
                </c:pt>
                <c:pt idx="1401">
                  <c:v>45399</c:v>
                </c:pt>
                <c:pt idx="1402">
                  <c:v>45400</c:v>
                </c:pt>
                <c:pt idx="1403">
                  <c:v>45401</c:v>
                </c:pt>
                <c:pt idx="1404">
                  <c:v>45404</c:v>
                </c:pt>
                <c:pt idx="1405">
                  <c:v>45405</c:v>
                </c:pt>
                <c:pt idx="1406">
                  <c:v>45406</c:v>
                </c:pt>
                <c:pt idx="1407">
                  <c:v>45407</c:v>
                </c:pt>
                <c:pt idx="1408">
                  <c:v>45408</c:v>
                </c:pt>
                <c:pt idx="1409">
                  <c:v>45411</c:v>
                </c:pt>
                <c:pt idx="1410">
                  <c:v>45412</c:v>
                </c:pt>
                <c:pt idx="1411">
                  <c:v>45413</c:v>
                </c:pt>
                <c:pt idx="1412">
                  <c:v>45414</c:v>
                </c:pt>
                <c:pt idx="1413">
                  <c:v>45415</c:v>
                </c:pt>
                <c:pt idx="1414">
                  <c:v>45418</c:v>
                </c:pt>
                <c:pt idx="1415">
                  <c:v>45419</c:v>
                </c:pt>
                <c:pt idx="1416">
                  <c:v>45420</c:v>
                </c:pt>
                <c:pt idx="1417">
                  <c:v>45421</c:v>
                </c:pt>
                <c:pt idx="1418">
                  <c:v>45422</c:v>
                </c:pt>
                <c:pt idx="1419">
                  <c:v>45425</c:v>
                </c:pt>
                <c:pt idx="1420">
                  <c:v>45426</c:v>
                </c:pt>
                <c:pt idx="1421">
                  <c:v>45427</c:v>
                </c:pt>
                <c:pt idx="1422">
                  <c:v>45428</c:v>
                </c:pt>
                <c:pt idx="1423">
                  <c:v>45429</c:v>
                </c:pt>
                <c:pt idx="1424">
                  <c:v>45432</c:v>
                </c:pt>
                <c:pt idx="1425">
                  <c:v>45433</c:v>
                </c:pt>
                <c:pt idx="1426">
                  <c:v>45434</c:v>
                </c:pt>
                <c:pt idx="1427">
                  <c:v>45435</c:v>
                </c:pt>
                <c:pt idx="1428">
                  <c:v>45436</c:v>
                </c:pt>
                <c:pt idx="1429">
                  <c:v>45439</c:v>
                </c:pt>
                <c:pt idx="1430">
                  <c:v>45440</c:v>
                </c:pt>
                <c:pt idx="1431">
                  <c:v>45441</c:v>
                </c:pt>
                <c:pt idx="1432">
                  <c:v>45442</c:v>
                </c:pt>
                <c:pt idx="1433">
                  <c:v>45443</c:v>
                </c:pt>
                <c:pt idx="1434">
                  <c:v>45446</c:v>
                </c:pt>
                <c:pt idx="1435">
                  <c:v>45447</c:v>
                </c:pt>
                <c:pt idx="1436">
                  <c:v>45448</c:v>
                </c:pt>
                <c:pt idx="1437">
                  <c:v>45449</c:v>
                </c:pt>
                <c:pt idx="1438">
                  <c:v>45450</c:v>
                </c:pt>
                <c:pt idx="1439">
                  <c:v>45453</c:v>
                </c:pt>
                <c:pt idx="1440">
                  <c:v>45454</c:v>
                </c:pt>
                <c:pt idx="1441">
                  <c:v>45455</c:v>
                </c:pt>
                <c:pt idx="1442">
                  <c:v>45456</c:v>
                </c:pt>
                <c:pt idx="1443">
                  <c:v>45457</c:v>
                </c:pt>
                <c:pt idx="1444">
                  <c:v>45460</c:v>
                </c:pt>
                <c:pt idx="1445">
                  <c:v>45461</c:v>
                </c:pt>
                <c:pt idx="1446">
                  <c:v>45462</c:v>
                </c:pt>
                <c:pt idx="1447">
                  <c:v>45463</c:v>
                </c:pt>
                <c:pt idx="1448">
                  <c:v>45464</c:v>
                </c:pt>
                <c:pt idx="1449">
                  <c:v>45467</c:v>
                </c:pt>
                <c:pt idx="1450">
                  <c:v>45468</c:v>
                </c:pt>
                <c:pt idx="1451">
                  <c:v>45469</c:v>
                </c:pt>
                <c:pt idx="1452">
                  <c:v>45470</c:v>
                </c:pt>
                <c:pt idx="1453">
                  <c:v>45471</c:v>
                </c:pt>
                <c:pt idx="1454">
                  <c:v>45474</c:v>
                </c:pt>
                <c:pt idx="1455">
                  <c:v>45475</c:v>
                </c:pt>
                <c:pt idx="1456">
                  <c:v>45476</c:v>
                </c:pt>
                <c:pt idx="1457">
                  <c:v>45477</c:v>
                </c:pt>
                <c:pt idx="1458">
                  <c:v>45478</c:v>
                </c:pt>
                <c:pt idx="1459">
                  <c:v>45481</c:v>
                </c:pt>
                <c:pt idx="1460">
                  <c:v>45482</c:v>
                </c:pt>
                <c:pt idx="1461">
                  <c:v>45483</c:v>
                </c:pt>
                <c:pt idx="1462">
                  <c:v>45484</c:v>
                </c:pt>
                <c:pt idx="1463">
                  <c:v>45485</c:v>
                </c:pt>
                <c:pt idx="1464">
                  <c:v>45488</c:v>
                </c:pt>
                <c:pt idx="1465">
                  <c:v>45489</c:v>
                </c:pt>
                <c:pt idx="1466">
                  <c:v>45490</c:v>
                </c:pt>
                <c:pt idx="1467">
                  <c:v>45491</c:v>
                </c:pt>
                <c:pt idx="1468">
                  <c:v>45492</c:v>
                </c:pt>
                <c:pt idx="1469">
                  <c:v>45495</c:v>
                </c:pt>
                <c:pt idx="1470">
                  <c:v>45496</c:v>
                </c:pt>
                <c:pt idx="1471">
                  <c:v>45497</c:v>
                </c:pt>
                <c:pt idx="1472">
                  <c:v>45498</c:v>
                </c:pt>
                <c:pt idx="1473">
                  <c:v>45499</c:v>
                </c:pt>
                <c:pt idx="1474">
                  <c:v>45502</c:v>
                </c:pt>
                <c:pt idx="1475">
                  <c:v>45503</c:v>
                </c:pt>
                <c:pt idx="1476">
                  <c:v>45504</c:v>
                </c:pt>
                <c:pt idx="1477">
                  <c:v>45505</c:v>
                </c:pt>
                <c:pt idx="1478">
                  <c:v>45506</c:v>
                </c:pt>
                <c:pt idx="1479">
                  <c:v>45509</c:v>
                </c:pt>
                <c:pt idx="1480">
                  <c:v>45510</c:v>
                </c:pt>
                <c:pt idx="1481">
                  <c:v>45511</c:v>
                </c:pt>
                <c:pt idx="1482">
                  <c:v>45512</c:v>
                </c:pt>
                <c:pt idx="1483">
                  <c:v>45513</c:v>
                </c:pt>
                <c:pt idx="1484">
                  <c:v>45516</c:v>
                </c:pt>
                <c:pt idx="1485">
                  <c:v>45517</c:v>
                </c:pt>
                <c:pt idx="1486">
                  <c:v>45518</c:v>
                </c:pt>
                <c:pt idx="1487">
                  <c:v>45519</c:v>
                </c:pt>
                <c:pt idx="1488">
                  <c:v>45520</c:v>
                </c:pt>
                <c:pt idx="1489">
                  <c:v>45523</c:v>
                </c:pt>
                <c:pt idx="1490">
                  <c:v>45524</c:v>
                </c:pt>
                <c:pt idx="1491">
                  <c:v>45525</c:v>
                </c:pt>
                <c:pt idx="1492">
                  <c:v>45526</c:v>
                </c:pt>
                <c:pt idx="1493">
                  <c:v>45527</c:v>
                </c:pt>
                <c:pt idx="1494">
                  <c:v>45530</c:v>
                </c:pt>
                <c:pt idx="1495">
                  <c:v>45531</c:v>
                </c:pt>
                <c:pt idx="1496">
                  <c:v>45532</c:v>
                </c:pt>
                <c:pt idx="1497">
                  <c:v>45533</c:v>
                </c:pt>
                <c:pt idx="1498">
                  <c:v>45534</c:v>
                </c:pt>
                <c:pt idx="1499">
                  <c:v>45537</c:v>
                </c:pt>
                <c:pt idx="1500">
                  <c:v>45538</c:v>
                </c:pt>
                <c:pt idx="1501">
                  <c:v>45539</c:v>
                </c:pt>
                <c:pt idx="1502">
                  <c:v>45540</c:v>
                </c:pt>
                <c:pt idx="1503">
                  <c:v>45541</c:v>
                </c:pt>
                <c:pt idx="1504">
                  <c:v>45544</c:v>
                </c:pt>
                <c:pt idx="1505">
                  <c:v>45545</c:v>
                </c:pt>
                <c:pt idx="1506">
                  <c:v>45546</c:v>
                </c:pt>
                <c:pt idx="1507">
                  <c:v>45547</c:v>
                </c:pt>
                <c:pt idx="1508">
                  <c:v>45548</c:v>
                </c:pt>
                <c:pt idx="1509">
                  <c:v>45551</c:v>
                </c:pt>
                <c:pt idx="1510">
                  <c:v>45552</c:v>
                </c:pt>
                <c:pt idx="1511">
                  <c:v>45553</c:v>
                </c:pt>
                <c:pt idx="1512">
                  <c:v>45554</c:v>
                </c:pt>
                <c:pt idx="1513">
                  <c:v>45555</c:v>
                </c:pt>
                <c:pt idx="1514">
                  <c:v>45558</c:v>
                </c:pt>
                <c:pt idx="1515">
                  <c:v>45559</c:v>
                </c:pt>
                <c:pt idx="1516">
                  <c:v>45560</c:v>
                </c:pt>
                <c:pt idx="1517">
                  <c:v>45561</c:v>
                </c:pt>
                <c:pt idx="1518">
                  <c:v>45562</c:v>
                </c:pt>
                <c:pt idx="1519">
                  <c:v>45565</c:v>
                </c:pt>
                <c:pt idx="1520">
                  <c:v>45566</c:v>
                </c:pt>
                <c:pt idx="1521">
                  <c:v>45567</c:v>
                </c:pt>
                <c:pt idx="1522">
                  <c:v>45568</c:v>
                </c:pt>
                <c:pt idx="1523">
                  <c:v>45569</c:v>
                </c:pt>
                <c:pt idx="1524">
                  <c:v>45572</c:v>
                </c:pt>
                <c:pt idx="1525">
                  <c:v>45573</c:v>
                </c:pt>
                <c:pt idx="1526">
                  <c:v>45574</c:v>
                </c:pt>
                <c:pt idx="1527">
                  <c:v>45575</c:v>
                </c:pt>
                <c:pt idx="1528">
                  <c:v>45576</c:v>
                </c:pt>
                <c:pt idx="1529">
                  <c:v>45579</c:v>
                </c:pt>
                <c:pt idx="1530">
                  <c:v>45580</c:v>
                </c:pt>
                <c:pt idx="1531">
                  <c:v>45581</c:v>
                </c:pt>
                <c:pt idx="1532">
                  <c:v>45582</c:v>
                </c:pt>
                <c:pt idx="1533">
                  <c:v>45583</c:v>
                </c:pt>
                <c:pt idx="1534">
                  <c:v>45586</c:v>
                </c:pt>
                <c:pt idx="1535">
                  <c:v>45587</c:v>
                </c:pt>
                <c:pt idx="1536">
                  <c:v>45588</c:v>
                </c:pt>
                <c:pt idx="1537">
                  <c:v>45589</c:v>
                </c:pt>
                <c:pt idx="1538">
                  <c:v>45590</c:v>
                </c:pt>
                <c:pt idx="1539">
                  <c:v>45593</c:v>
                </c:pt>
                <c:pt idx="1540">
                  <c:v>45594</c:v>
                </c:pt>
                <c:pt idx="1541">
                  <c:v>45595</c:v>
                </c:pt>
                <c:pt idx="1542">
                  <c:v>45596</c:v>
                </c:pt>
                <c:pt idx="1543">
                  <c:v>45597</c:v>
                </c:pt>
                <c:pt idx="1544">
                  <c:v>45600</c:v>
                </c:pt>
                <c:pt idx="1545">
                  <c:v>45601</c:v>
                </c:pt>
                <c:pt idx="1546">
                  <c:v>45602</c:v>
                </c:pt>
                <c:pt idx="1547">
                  <c:v>45603</c:v>
                </c:pt>
                <c:pt idx="1548">
                  <c:v>45604</c:v>
                </c:pt>
                <c:pt idx="1549">
                  <c:v>45607</c:v>
                </c:pt>
                <c:pt idx="1550">
                  <c:v>45608</c:v>
                </c:pt>
                <c:pt idx="1551">
                  <c:v>45609</c:v>
                </c:pt>
                <c:pt idx="1552">
                  <c:v>45610</c:v>
                </c:pt>
                <c:pt idx="1553">
                  <c:v>45611</c:v>
                </c:pt>
                <c:pt idx="1554">
                  <c:v>45614</c:v>
                </c:pt>
                <c:pt idx="1555">
                  <c:v>45615</c:v>
                </c:pt>
                <c:pt idx="1556">
                  <c:v>45616</c:v>
                </c:pt>
                <c:pt idx="1557">
                  <c:v>45617</c:v>
                </c:pt>
                <c:pt idx="1558">
                  <c:v>45618</c:v>
                </c:pt>
                <c:pt idx="1559">
                  <c:v>45621</c:v>
                </c:pt>
                <c:pt idx="1560">
                  <c:v>45622</c:v>
                </c:pt>
                <c:pt idx="1561">
                  <c:v>45623</c:v>
                </c:pt>
                <c:pt idx="1562">
                  <c:v>45624</c:v>
                </c:pt>
                <c:pt idx="1563">
                  <c:v>45625</c:v>
                </c:pt>
                <c:pt idx="1564">
                  <c:v>45628</c:v>
                </c:pt>
                <c:pt idx="1565">
                  <c:v>45629</c:v>
                </c:pt>
                <c:pt idx="1566">
                  <c:v>45630</c:v>
                </c:pt>
                <c:pt idx="1567">
                  <c:v>45631</c:v>
                </c:pt>
                <c:pt idx="1568">
                  <c:v>45632</c:v>
                </c:pt>
                <c:pt idx="1569">
                  <c:v>45635</c:v>
                </c:pt>
                <c:pt idx="1570">
                  <c:v>45636</c:v>
                </c:pt>
                <c:pt idx="1571">
                  <c:v>45637</c:v>
                </c:pt>
                <c:pt idx="1572">
                  <c:v>45638</c:v>
                </c:pt>
                <c:pt idx="1573">
                  <c:v>45639</c:v>
                </c:pt>
                <c:pt idx="1574">
                  <c:v>45642</c:v>
                </c:pt>
                <c:pt idx="1575">
                  <c:v>45643</c:v>
                </c:pt>
                <c:pt idx="1576">
                  <c:v>45644</c:v>
                </c:pt>
                <c:pt idx="1577">
                  <c:v>45645</c:v>
                </c:pt>
                <c:pt idx="1578">
                  <c:v>45646</c:v>
                </c:pt>
                <c:pt idx="1579">
                  <c:v>45649</c:v>
                </c:pt>
                <c:pt idx="1580">
                  <c:v>45650</c:v>
                </c:pt>
                <c:pt idx="1581">
                  <c:v>45651</c:v>
                </c:pt>
                <c:pt idx="1582">
                  <c:v>45652</c:v>
                </c:pt>
                <c:pt idx="1583">
                  <c:v>45653</c:v>
                </c:pt>
                <c:pt idx="1584">
                  <c:v>45656</c:v>
                </c:pt>
                <c:pt idx="1585">
                  <c:v>45657</c:v>
                </c:pt>
                <c:pt idx="1586">
                  <c:v>45658</c:v>
                </c:pt>
                <c:pt idx="1587">
                  <c:v>45659</c:v>
                </c:pt>
                <c:pt idx="1588">
                  <c:v>45660</c:v>
                </c:pt>
                <c:pt idx="1589">
                  <c:v>45663</c:v>
                </c:pt>
                <c:pt idx="1590">
                  <c:v>45664</c:v>
                </c:pt>
                <c:pt idx="1591">
                  <c:v>45665</c:v>
                </c:pt>
                <c:pt idx="1592">
                  <c:v>45666</c:v>
                </c:pt>
                <c:pt idx="1593">
                  <c:v>45667</c:v>
                </c:pt>
                <c:pt idx="1594">
                  <c:v>45670</c:v>
                </c:pt>
                <c:pt idx="1595">
                  <c:v>45671</c:v>
                </c:pt>
                <c:pt idx="1596">
                  <c:v>45672</c:v>
                </c:pt>
                <c:pt idx="1597">
                  <c:v>45673</c:v>
                </c:pt>
                <c:pt idx="1598">
                  <c:v>45674</c:v>
                </c:pt>
                <c:pt idx="1599">
                  <c:v>45677</c:v>
                </c:pt>
                <c:pt idx="1600">
                  <c:v>45678</c:v>
                </c:pt>
                <c:pt idx="1601">
                  <c:v>45679</c:v>
                </c:pt>
                <c:pt idx="1602">
                  <c:v>45680</c:v>
                </c:pt>
                <c:pt idx="1603">
                  <c:v>45681</c:v>
                </c:pt>
                <c:pt idx="1604">
                  <c:v>45684</c:v>
                </c:pt>
                <c:pt idx="1605">
                  <c:v>45685</c:v>
                </c:pt>
                <c:pt idx="1606">
                  <c:v>45686</c:v>
                </c:pt>
                <c:pt idx="1607">
                  <c:v>45687</c:v>
                </c:pt>
                <c:pt idx="1608">
                  <c:v>45688</c:v>
                </c:pt>
                <c:pt idx="1609">
                  <c:v>45691</c:v>
                </c:pt>
                <c:pt idx="1610">
                  <c:v>45692</c:v>
                </c:pt>
                <c:pt idx="1611">
                  <c:v>45693</c:v>
                </c:pt>
                <c:pt idx="1612">
                  <c:v>45694</c:v>
                </c:pt>
                <c:pt idx="1613">
                  <c:v>45695</c:v>
                </c:pt>
                <c:pt idx="1614">
                  <c:v>45698</c:v>
                </c:pt>
                <c:pt idx="1615">
                  <c:v>45699</c:v>
                </c:pt>
                <c:pt idx="1616">
                  <c:v>45700</c:v>
                </c:pt>
                <c:pt idx="1617">
                  <c:v>45701</c:v>
                </c:pt>
                <c:pt idx="1618">
                  <c:v>45702</c:v>
                </c:pt>
                <c:pt idx="1619">
                  <c:v>45705</c:v>
                </c:pt>
                <c:pt idx="1620">
                  <c:v>45706</c:v>
                </c:pt>
                <c:pt idx="1621">
                  <c:v>45707</c:v>
                </c:pt>
                <c:pt idx="1622">
                  <c:v>45708</c:v>
                </c:pt>
                <c:pt idx="1623">
                  <c:v>45709</c:v>
                </c:pt>
                <c:pt idx="1624">
                  <c:v>45712</c:v>
                </c:pt>
                <c:pt idx="1625">
                  <c:v>45713</c:v>
                </c:pt>
                <c:pt idx="1626">
                  <c:v>45714</c:v>
                </c:pt>
                <c:pt idx="1627">
                  <c:v>45715</c:v>
                </c:pt>
                <c:pt idx="1628">
                  <c:v>45716</c:v>
                </c:pt>
                <c:pt idx="1629">
                  <c:v>45719</c:v>
                </c:pt>
                <c:pt idx="1630">
                  <c:v>45720</c:v>
                </c:pt>
                <c:pt idx="1631">
                  <c:v>45721</c:v>
                </c:pt>
                <c:pt idx="1632">
                  <c:v>45722</c:v>
                </c:pt>
                <c:pt idx="1633">
                  <c:v>45723</c:v>
                </c:pt>
                <c:pt idx="1634">
                  <c:v>45726</c:v>
                </c:pt>
                <c:pt idx="1635">
                  <c:v>45727</c:v>
                </c:pt>
                <c:pt idx="1636">
                  <c:v>45728</c:v>
                </c:pt>
                <c:pt idx="1637">
                  <c:v>45729</c:v>
                </c:pt>
                <c:pt idx="1638">
                  <c:v>45730</c:v>
                </c:pt>
                <c:pt idx="1639">
                  <c:v>45733</c:v>
                </c:pt>
                <c:pt idx="1640">
                  <c:v>45734</c:v>
                </c:pt>
                <c:pt idx="1641">
                  <c:v>45735</c:v>
                </c:pt>
                <c:pt idx="1642">
                  <c:v>45736</c:v>
                </c:pt>
                <c:pt idx="1643">
                  <c:v>45737</c:v>
                </c:pt>
                <c:pt idx="1644">
                  <c:v>45740</c:v>
                </c:pt>
                <c:pt idx="1645">
                  <c:v>45741</c:v>
                </c:pt>
                <c:pt idx="1646">
                  <c:v>45742</c:v>
                </c:pt>
                <c:pt idx="1647">
                  <c:v>45743</c:v>
                </c:pt>
                <c:pt idx="1648">
                  <c:v>45744</c:v>
                </c:pt>
                <c:pt idx="1649">
                  <c:v>45747</c:v>
                </c:pt>
                <c:pt idx="1650">
                  <c:v>45748</c:v>
                </c:pt>
                <c:pt idx="1651">
                  <c:v>45749</c:v>
                </c:pt>
                <c:pt idx="1652">
                  <c:v>45750</c:v>
                </c:pt>
                <c:pt idx="1653">
                  <c:v>45751</c:v>
                </c:pt>
                <c:pt idx="1654">
                  <c:v>45754</c:v>
                </c:pt>
                <c:pt idx="1655">
                  <c:v>45755</c:v>
                </c:pt>
                <c:pt idx="1656">
                  <c:v>45756</c:v>
                </c:pt>
                <c:pt idx="1657">
                  <c:v>45757</c:v>
                </c:pt>
                <c:pt idx="1658">
                  <c:v>45758</c:v>
                </c:pt>
                <c:pt idx="1659">
                  <c:v>45761</c:v>
                </c:pt>
                <c:pt idx="1660">
                  <c:v>45762</c:v>
                </c:pt>
                <c:pt idx="1661">
                  <c:v>45763</c:v>
                </c:pt>
                <c:pt idx="1662">
                  <c:v>45764</c:v>
                </c:pt>
                <c:pt idx="1663">
                  <c:v>45765</c:v>
                </c:pt>
                <c:pt idx="1664">
                  <c:v>45768</c:v>
                </c:pt>
                <c:pt idx="1665">
                  <c:v>45769</c:v>
                </c:pt>
                <c:pt idx="1666">
                  <c:v>45770</c:v>
                </c:pt>
                <c:pt idx="1667">
                  <c:v>45771</c:v>
                </c:pt>
                <c:pt idx="1668">
                  <c:v>45772</c:v>
                </c:pt>
                <c:pt idx="1669">
                  <c:v>45775</c:v>
                </c:pt>
                <c:pt idx="1670">
                  <c:v>45776</c:v>
                </c:pt>
                <c:pt idx="1671">
                  <c:v>45777</c:v>
                </c:pt>
                <c:pt idx="1672">
                  <c:v>45778</c:v>
                </c:pt>
                <c:pt idx="1673">
                  <c:v>45779</c:v>
                </c:pt>
                <c:pt idx="1674">
                  <c:v>45782</c:v>
                </c:pt>
                <c:pt idx="1675">
                  <c:v>45783</c:v>
                </c:pt>
                <c:pt idx="1676">
                  <c:v>45784</c:v>
                </c:pt>
                <c:pt idx="1677">
                  <c:v>45785</c:v>
                </c:pt>
                <c:pt idx="1678">
                  <c:v>45786</c:v>
                </c:pt>
                <c:pt idx="1679">
                  <c:v>45789</c:v>
                </c:pt>
                <c:pt idx="1680">
                  <c:v>45790</c:v>
                </c:pt>
                <c:pt idx="1681">
                  <c:v>45791</c:v>
                </c:pt>
                <c:pt idx="1682">
                  <c:v>45792</c:v>
                </c:pt>
                <c:pt idx="1683">
                  <c:v>45793</c:v>
                </c:pt>
                <c:pt idx="1684">
                  <c:v>45796</c:v>
                </c:pt>
                <c:pt idx="1685">
                  <c:v>45797</c:v>
                </c:pt>
                <c:pt idx="1686">
                  <c:v>45798</c:v>
                </c:pt>
                <c:pt idx="1687">
                  <c:v>45799</c:v>
                </c:pt>
                <c:pt idx="1688">
                  <c:v>45800</c:v>
                </c:pt>
                <c:pt idx="1689">
                  <c:v>45803</c:v>
                </c:pt>
                <c:pt idx="1690">
                  <c:v>45804</c:v>
                </c:pt>
                <c:pt idx="1691">
                  <c:v>45805</c:v>
                </c:pt>
                <c:pt idx="1692">
                  <c:v>45806</c:v>
                </c:pt>
                <c:pt idx="1693">
                  <c:v>45807</c:v>
                </c:pt>
                <c:pt idx="1694">
                  <c:v>45810</c:v>
                </c:pt>
                <c:pt idx="1695">
                  <c:v>45811</c:v>
                </c:pt>
                <c:pt idx="1696">
                  <c:v>45812</c:v>
                </c:pt>
                <c:pt idx="1697">
                  <c:v>45813</c:v>
                </c:pt>
                <c:pt idx="1698">
                  <c:v>45814</c:v>
                </c:pt>
                <c:pt idx="1699">
                  <c:v>45817</c:v>
                </c:pt>
                <c:pt idx="1700">
                  <c:v>45818</c:v>
                </c:pt>
                <c:pt idx="1701">
                  <c:v>45819</c:v>
                </c:pt>
                <c:pt idx="1702">
                  <c:v>45820</c:v>
                </c:pt>
                <c:pt idx="1703">
                  <c:v>45821</c:v>
                </c:pt>
                <c:pt idx="1704">
                  <c:v>45824</c:v>
                </c:pt>
                <c:pt idx="1705">
                  <c:v>45825</c:v>
                </c:pt>
                <c:pt idx="1706">
                  <c:v>45826</c:v>
                </c:pt>
                <c:pt idx="1707">
                  <c:v>45827</c:v>
                </c:pt>
                <c:pt idx="1708">
                  <c:v>45828</c:v>
                </c:pt>
                <c:pt idx="1709">
                  <c:v>45831</c:v>
                </c:pt>
                <c:pt idx="1710">
                  <c:v>45832</c:v>
                </c:pt>
                <c:pt idx="1711">
                  <c:v>45833</c:v>
                </c:pt>
                <c:pt idx="1712">
                  <c:v>45834</c:v>
                </c:pt>
                <c:pt idx="1713">
                  <c:v>45835</c:v>
                </c:pt>
                <c:pt idx="1714">
                  <c:v>45838</c:v>
                </c:pt>
                <c:pt idx="1715">
                  <c:v>45839</c:v>
                </c:pt>
                <c:pt idx="1716">
                  <c:v>45840</c:v>
                </c:pt>
                <c:pt idx="1717">
                  <c:v>45841</c:v>
                </c:pt>
                <c:pt idx="1718">
                  <c:v>45842</c:v>
                </c:pt>
                <c:pt idx="1719">
                  <c:v>45845</c:v>
                </c:pt>
                <c:pt idx="1720">
                  <c:v>45846</c:v>
                </c:pt>
                <c:pt idx="1721">
                  <c:v>45847</c:v>
                </c:pt>
                <c:pt idx="1722">
                  <c:v>45848</c:v>
                </c:pt>
                <c:pt idx="1723">
                  <c:v>45849</c:v>
                </c:pt>
                <c:pt idx="1724">
                  <c:v>45852</c:v>
                </c:pt>
                <c:pt idx="1725">
                  <c:v>45853</c:v>
                </c:pt>
                <c:pt idx="1726">
                  <c:v>45854</c:v>
                </c:pt>
                <c:pt idx="1727">
                  <c:v>45855</c:v>
                </c:pt>
                <c:pt idx="1728">
                  <c:v>45856</c:v>
                </c:pt>
                <c:pt idx="1729">
                  <c:v>45859</c:v>
                </c:pt>
                <c:pt idx="1730">
                  <c:v>45860</c:v>
                </c:pt>
                <c:pt idx="1731">
                  <c:v>45861</c:v>
                </c:pt>
                <c:pt idx="1732">
                  <c:v>45862</c:v>
                </c:pt>
                <c:pt idx="1733">
                  <c:v>45863</c:v>
                </c:pt>
                <c:pt idx="1734">
                  <c:v>45866</c:v>
                </c:pt>
                <c:pt idx="1735">
                  <c:v>45867</c:v>
                </c:pt>
                <c:pt idx="1736">
                  <c:v>45868</c:v>
                </c:pt>
                <c:pt idx="1737">
                  <c:v>45869</c:v>
                </c:pt>
                <c:pt idx="1738">
                  <c:v>45870</c:v>
                </c:pt>
                <c:pt idx="1739">
                  <c:v>45873</c:v>
                </c:pt>
                <c:pt idx="1740">
                  <c:v>45874</c:v>
                </c:pt>
                <c:pt idx="1741">
                  <c:v>45875</c:v>
                </c:pt>
                <c:pt idx="1742">
                  <c:v>45876</c:v>
                </c:pt>
                <c:pt idx="1743">
                  <c:v>45877</c:v>
                </c:pt>
                <c:pt idx="1744">
                  <c:v>45880</c:v>
                </c:pt>
                <c:pt idx="1745">
                  <c:v>45881</c:v>
                </c:pt>
                <c:pt idx="1746">
                  <c:v>45882</c:v>
                </c:pt>
                <c:pt idx="1747">
                  <c:v>45883</c:v>
                </c:pt>
                <c:pt idx="1748">
                  <c:v>45884</c:v>
                </c:pt>
                <c:pt idx="1749">
                  <c:v>45887</c:v>
                </c:pt>
                <c:pt idx="1750">
                  <c:v>45888</c:v>
                </c:pt>
                <c:pt idx="1751">
                  <c:v>45889</c:v>
                </c:pt>
                <c:pt idx="1752">
                  <c:v>45890</c:v>
                </c:pt>
                <c:pt idx="1753">
                  <c:v>45891</c:v>
                </c:pt>
                <c:pt idx="1754">
                  <c:v>45894</c:v>
                </c:pt>
                <c:pt idx="1755">
                  <c:v>45895</c:v>
                </c:pt>
                <c:pt idx="1756">
                  <c:v>45896</c:v>
                </c:pt>
                <c:pt idx="1757">
                  <c:v>45897</c:v>
                </c:pt>
                <c:pt idx="1758">
                  <c:v>45898</c:v>
                </c:pt>
                <c:pt idx="1759">
                  <c:v>45901</c:v>
                </c:pt>
                <c:pt idx="1760">
                  <c:v>45902</c:v>
                </c:pt>
                <c:pt idx="1761">
                  <c:v>45903</c:v>
                </c:pt>
                <c:pt idx="1762">
                  <c:v>45904</c:v>
                </c:pt>
                <c:pt idx="1763">
                  <c:v>45905</c:v>
                </c:pt>
                <c:pt idx="1764">
                  <c:v>45908</c:v>
                </c:pt>
                <c:pt idx="1765">
                  <c:v>45909</c:v>
                </c:pt>
                <c:pt idx="1766">
                  <c:v>45910</c:v>
                </c:pt>
                <c:pt idx="1767">
                  <c:v>45911</c:v>
                </c:pt>
                <c:pt idx="1768">
                  <c:v>45912</c:v>
                </c:pt>
                <c:pt idx="1769">
                  <c:v>45915</c:v>
                </c:pt>
                <c:pt idx="1770">
                  <c:v>45916</c:v>
                </c:pt>
                <c:pt idx="1771">
                  <c:v>45917</c:v>
                </c:pt>
                <c:pt idx="1772">
                  <c:v>45918</c:v>
                </c:pt>
                <c:pt idx="1773">
                  <c:v>45919</c:v>
                </c:pt>
                <c:pt idx="1774">
                  <c:v>45922</c:v>
                </c:pt>
                <c:pt idx="1775">
                  <c:v>45923</c:v>
                </c:pt>
                <c:pt idx="1776">
                  <c:v>45924</c:v>
                </c:pt>
                <c:pt idx="1777">
                  <c:v>45925</c:v>
                </c:pt>
                <c:pt idx="1778">
                  <c:v>45926</c:v>
                </c:pt>
                <c:pt idx="1779">
                  <c:v>45929</c:v>
                </c:pt>
                <c:pt idx="1780">
                  <c:v>45930</c:v>
                </c:pt>
                <c:pt idx="1781">
                  <c:v>45931</c:v>
                </c:pt>
                <c:pt idx="1782">
                  <c:v>45932</c:v>
                </c:pt>
                <c:pt idx="1783">
                  <c:v>45933</c:v>
                </c:pt>
                <c:pt idx="1784">
                  <c:v>45936</c:v>
                </c:pt>
                <c:pt idx="1785">
                  <c:v>45937</c:v>
                </c:pt>
                <c:pt idx="1786">
                  <c:v>45938</c:v>
                </c:pt>
                <c:pt idx="1787">
                  <c:v>45939</c:v>
                </c:pt>
                <c:pt idx="1788">
                  <c:v>45940</c:v>
                </c:pt>
                <c:pt idx="1789">
                  <c:v>45943</c:v>
                </c:pt>
                <c:pt idx="1790">
                  <c:v>45944</c:v>
                </c:pt>
                <c:pt idx="1791">
                  <c:v>45945</c:v>
                </c:pt>
                <c:pt idx="1792">
                  <c:v>45946</c:v>
                </c:pt>
                <c:pt idx="1793">
                  <c:v>45947</c:v>
                </c:pt>
                <c:pt idx="1794">
                  <c:v>45950</c:v>
                </c:pt>
                <c:pt idx="1795">
                  <c:v>45951</c:v>
                </c:pt>
                <c:pt idx="1796">
                  <c:v>45952</c:v>
                </c:pt>
                <c:pt idx="1797">
                  <c:v>45953</c:v>
                </c:pt>
                <c:pt idx="1798">
                  <c:v>45954</c:v>
                </c:pt>
                <c:pt idx="1799">
                  <c:v>45957</c:v>
                </c:pt>
                <c:pt idx="1800">
                  <c:v>45958</c:v>
                </c:pt>
                <c:pt idx="1801">
                  <c:v>45959</c:v>
                </c:pt>
                <c:pt idx="1802">
                  <c:v>45960</c:v>
                </c:pt>
                <c:pt idx="1803">
                  <c:v>45961</c:v>
                </c:pt>
                <c:pt idx="1804">
                  <c:v>45964</c:v>
                </c:pt>
                <c:pt idx="1805">
                  <c:v>45965</c:v>
                </c:pt>
                <c:pt idx="1806">
                  <c:v>45966</c:v>
                </c:pt>
                <c:pt idx="1807">
                  <c:v>45967</c:v>
                </c:pt>
                <c:pt idx="1808">
                  <c:v>45968</c:v>
                </c:pt>
                <c:pt idx="1809">
                  <c:v>45971</c:v>
                </c:pt>
                <c:pt idx="1810">
                  <c:v>45972</c:v>
                </c:pt>
                <c:pt idx="1811">
                  <c:v>45973</c:v>
                </c:pt>
                <c:pt idx="1812">
                  <c:v>45974</c:v>
                </c:pt>
                <c:pt idx="1813">
                  <c:v>45975</c:v>
                </c:pt>
                <c:pt idx="1814">
                  <c:v>45978</c:v>
                </c:pt>
                <c:pt idx="1815">
                  <c:v>45979</c:v>
                </c:pt>
                <c:pt idx="1816">
                  <c:v>45980</c:v>
                </c:pt>
                <c:pt idx="1817">
                  <c:v>45981</c:v>
                </c:pt>
                <c:pt idx="1818">
                  <c:v>45982</c:v>
                </c:pt>
                <c:pt idx="1819">
                  <c:v>45985</c:v>
                </c:pt>
                <c:pt idx="1820">
                  <c:v>45986</c:v>
                </c:pt>
                <c:pt idx="1821">
                  <c:v>45987</c:v>
                </c:pt>
                <c:pt idx="1822">
                  <c:v>45988</c:v>
                </c:pt>
                <c:pt idx="1823">
                  <c:v>45989</c:v>
                </c:pt>
                <c:pt idx="1824">
                  <c:v>45992</c:v>
                </c:pt>
                <c:pt idx="1825">
                  <c:v>45993</c:v>
                </c:pt>
                <c:pt idx="1826">
                  <c:v>45994</c:v>
                </c:pt>
                <c:pt idx="1827">
                  <c:v>45995</c:v>
                </c:pt>
                <c:pt idx="1828">
                  <c:v>45996</c:v>
                </c:pt>
                <c:pt idx="1829">
                  <c:v>45999</c:v>
                </c:pt>
                <c:pt idx="1830">
                  <c:v>46000</c:v>
                </c:pt>
                <c:pt idx="1831">
                  <c:v>46001</c:v>
                </c:pt>
                <c:pt idx="1832">
                  <c:v>46002</c:v>
                </c:pt>
                <c:pt idx="1833">
                  <c:v>46003</c:v>
                </c:pt>
                <c:pt idx="1834">
                  <c:v>46006</c:v>
                </c:pt>
                <c:pt idx="1835">
                  <c:v>46007</c:v>
                </c:pt>
                <c:pt idx="1836">
                  <c:v>46008</c:v>
                </c:pt>
                <c:pt idx="1837">
                  <c:v>46009</c:v>
                </c:pt>
                <c:pt idx="1838">
                  <c:v>46010</c:v>
                </c:pt>
                <c:pt idx="1839">
                  <c:v>46013</c:v>
                </c:pt>
                <c:pt idx="1840">
                  <c:v>46014</c:v>
                </c:pt>
                <c:pt idx="1841">
                  <c:v>46015</c:v>
                </c:pt>
                <c:pt idx="1842">
                  <c:v>46016</c:v>
                </c:pt>
                <c:pt idx="1843">
                  <c:v>46017</c:v>
                </c:pt>
                <c:pt idx="1844">
                  <c:v>46020</c:v>
                </c:pt>
                <c:pt idx="1845">
                  <c:v>46021</c:v>
                </c:pt>
                <c:pt idx="1846">
                  <c:v>46022</c:v>
                </c:pt>
                <c:pt idx="1847">
                  <c:v>46023</c:v>
                </c:pt>
                <c:pt idx="1848">
                  <c:v>46024</c:v>
                </c:pt>
                <c:pt idx="1849">
                  <c:v>46027</c:v>
                </c:pt>
                <c:pt idx="1850">
                  <c:v>46028</c:v>
                </c:pt>
                <c:pt idx="1851">
                  <c:v>46029</c:v>
                </c:pt>
                <c:pt idx="1852">
                  <c:v>46030</c:v>
                </c:pt>
                <c:pt idx="1853">
                  <c:v>46031</c:v>
                </c:pt>
                <c:pt idx="1854">
                  <c:v>46034</c:v>
                </c:pt>
                <c:pt idx="1855">
                  <c:v>46035</c:v>
                </c:pt>
                <c:pt idx="1856">
                  <c:v>46036</c:v>
                </c:pt>
                <c:pt idx="1857">
                  <c:v>46037</c:v>
                </c:pt>
                <c:pt idx="1858">
                  <c:v>46038</c:v>
                </c:pt>
                <c:pt idx="1859">
                  <c:v>46041</c:v>
                </c:pt>
                <c:pt idx="1860">
                  <c:v>46042</c:v>
                </c:pt>
                <c:pt idx="1861">
                  <c:v>46043</c:v>
                </c:pt>
                <c:pt idx="1862">
                  <c:v>46044</c:v>
                </c:pt>
                <c:pt idx="1863">
                  <c:v>46045</c:v>
                </c:pt>
                <c:pt idx="1864">
                  <c:v>46048</c:v>
                </c:pt>
                <c:pt idx="1865">
                  <c:v>46049</c:v>
                </c:pt>
                <c:pt idx="1866">
                  <c:v>46050</c:v>
                </c:pt>
                <c:pt idx="1867">
                  <c:v>46051</c:v>
                </c:pt>
                <c:pt idx="1868">
                  <c:v>46052</c:v>
                </c:pt>
                <c:pt idx="1869">
                  <c:v>46055</c:v>
                </c:pt>
                <c:pt idx="1870">
                  <c:v>46056</c:v>
                </c:pt>
                <c:pt idx="1871">
                  <c:v>46057</c:v>
                </c:pt>
                <c:pt idx="1872">
                  <c:v>46058</c:v>
                </c:pt>
                <c:pt idx="1873">
                  <c:v>46059</c:v>
                </c:pt>
                <c:pt idx="1874">
                  <c:v>46062</c:v>
                </c:pt>
                <c:pt idx="1875">
                  <c:v>46063</c:v>
                </c:pt>
                <c:pt idx="1876">
                  <c:v>46064</c:v>
                </c:pt>
                <c:pt idx="1877">
                  <c:v>46065</c:v>
                </c:pt>
                <c:pt idx="1878">
                  <c:v>46066</c:v>
                </c:pt>
                <c:pt idx="1879">
                  <c:v>46069</c:v>
                </c:pt>
                <c:pt idx="1880">
                  <c:v>46070</c:v>
                </c:pt>
                <c:pt idx="1881">
                  <c:v>46071</c:v>
                </c:pt>
                <c:pt idx="1882">
                  <c:v>46072</c:v>
                </c:pt>
                <c:pt idx="1883">
                  <c:v>46073</c:v>
                </c:pt>
                <c:pt idx="1884">
                  <c:v>46076</c:v>
                </c:pt>
                <c:pt idx="1885">
                  <c:v>46077</c:v>
                </c:pt>
                <c:pt idx="1886">
                  <c:v>46078</c:v>
                </c:pt>
                <c:pt idx="1887">
                  <c:v>46079</c:v>
                </c:pt>
                <c:pt idx="1888">
                  <c:v>46080</c:v>
                </c:pt>
                <c:pt idx="1889">
                  <c:v>46083</c:v>
                </c:pt>
                <c:pt idx="1890">
                  <c:v>46084</c:v>
                </c:pt>
                <c:pt idx="1891">
                  <c:v>46085</c:v>
                </c:pt>
                <c:pt idx="1892">
                  <c:v>46086</c:v>
                </c:pt>
                <c:pt idx="1893">
                  <c:v>46087</c:v>
                </c:pt>
                <c:pt idx="1894">
                  <c:v>46090</c:v>
                </c:pt>
                <c:pt idx="1895">
                  <c:v>46091</c:v>
                </c:pt>
                <c:pt idx="1896">
                  <c:v>46092</c:v>
                </c:pt>
                <c:pt idx="1897">
                  <c:v>46093</c:v>
                </c:pt>
                <c:pt idx="1898">
                  <c:v>46094</c:v>
                </c:pt>
                <c:pt idx="1899">
                  <c:v>46097</c:v>
                </c:pt>
                <c:pt idx="1900">
                  <c:v>46098</c:v>
                </c:pt>
                <c:pt idx="1901">
                  <c:v>46099</c:v>
                </c:pt>
                <c:pt idx="1902">
                  <c:v>46100</c:v>
                </c:pt>
                <c:pt idx="1903">
                  <c:v>46101</c:v>
                </c:pt>
                <c:pt idx="1904">
                  <c:v>46104</c:v>
                </c:pt>
                <c:pt idx="1905">
                  <c:v>46105</c:v>
                </c:pt>
                <c:pt idx="1906">
                  <c:v>46106</c:v>
                </c:pt>
              </c:numCache>
            </c:numRef>
          </c:cat>
          <c:val>
            <c:numRef>
              <c:f>중국!$C$23:$C$1995</c:f>
              <c:numCache>
                <c:formatCode>General</c:formatCode>
                <c:ptCount val="1973"/>
                <c:pt idx="0">
                  <c:v>9.8967299999999998</c:v>
                </c:pt>
                <c:pt idx="1">
                  <c:v>9.7766400000000004</c:v>
                </c:pt>
                <c:pt idx="2">
                  <c:v>9.5149699999999999</c:v>
                </c:pt>
                <c:pt idx="3">
                  <c:v>9.4534199999999995</c:v>
                </c:pt>
                <c:pt idx="4">
                  <c:v>9.3438099999999995</c:v>
                </c:pt>
                <c:pt idx="5">
                  <c:v>9.3604900000000004</c:v>
                </c:pt>
                <c:pt idx="6">
                  <c:v>9.5054599999999994</c:v>
                </c:pt>
                <c:pt idx="7">
                  <c:v>9.6119400000000006</c:v>
                </c:pt>
                <c:pt idx="8">
                  <c:v>9.4313300000000009</c:v>
                </c:pt>
                <c:pt idx="9">
                  <c:v>9.3379600000000007</c:v>
                </c:pt>
                <c:pt idx="10">
                  <c:v>9.1871700000000001</c:v>
                </c:pt>
                <c:pt idx="11">
                  <c:v>9.1039200000000005</c:v>
                </c:pt>
                <c:pt idx="12">
                  <c:v>9.0133500000000009</c:v>
                </c:pt>
                <c:pt idx="13">
                  <c:v>9.0047800000000002</c:v>
                </c:pt>
                <c:pt idx="14">
                  <c:v>8.9546500000000009</c:v>
                </c:pt>
                <c:pt idx="15">
                  <c:v>8.9501600000000003</c:v>
                </c:pt>
                <c:pt idx="16">
                  <c:v>9.0381800000000005</c:v>
                </c:pt>
                <c:pt idx="17">
                  <c:v>8.9969699999999992</c:v>
                </c:pt>
                <c:pt idx="18">
                  <c:v>9.0290300000000006</c:v>
                </c:pt>
                <c:pt idx="19">
                  <c:v>9.0906800000000008</c:v>
                </c:pt>
                <c:pt idx="20">
                  <c:v>9.0899800000000006</c:v>
                </c:pt>
                <c:pt idx="21">
                  <c:v>8.8876399999999993</c:v>
                </c:pt>
                <c:pt idx="22">
                  <c:v>8.7692200000000007</c:v>
                </c:pt>
                <c:pt idx="23">
                  <c:v>9.0150199999999998</c:v>
                </c:pt>
                <c:pt idx="24">
                  <c:v>9.14405</c:v>
                </c:pt>
                <c:pt idx="25">
                  <c:v>9.1725600000000007</c:v>
                </c:pt>
                <c:pt idx="26">
                  <c:v>9.4092099999999999</c:v>
                </c:pt>
                <c:pt idx="27">
                  <c:v>9.4501100000000005</c:v>
                </c:pt>
                <c:pt idx="28">
                  <c:v>9.4747299999999992</c:v>
                </c:pt>
                <c:pt idx="29">
                  <c:v>9.3210099999999994</c:v>
                </c:pt>
                <c:pt idx="30">
                  <c:v>9.5189500000000002</c:v>
                </c:pt>
                <c:pt idx="31">
                  <c:v>9.6046200000000006</c:v>
                </c:pt>
                <c:pt idx="32">
                  <c:v>9.5739000000000001</c:v>
                </c:pt>
                <c:pt idx="33">
                  <c:v>9.7165700000000008</c:v>
                </c:pt>
                <c:pt idx="34">
                  <c:v>9.7606099999999998</c:v>
                </c:pt>
                <c:pt idx="35">
                  <c:v>9.6004100000000001</c:v>
                </c:pt>
                <c:pt idx="36">
                  <c:v>9.6021000000000001</c:v>
                </c:pt>
                <c:pt idx="37">
                  <c:v>9.6765100000000004</c:v>
                </c:pt>
                <c:pt idx="38">
                  <c:v>9.8760999999999992</c:v>
                </c:pt>
                <c:pt idx="39">
                  <c:v>9.8557299999999994</c:v>
                </c:pt>
                <c:pt idx="40">
                  <c:v>9.8316400000000002</c:v>
                </c:pt>
                <c:pt idx="41">
                  <c:v>9.9552600000000009</c:v>
                </c:pt>
                <c:pt idx="42">
                  <c:v>10.09953</c:v>
                </c:pt>
                <c:pt idx="43">
                  <c:v>10.13228</c:v>
                </c:pt>
                <c:pt idx="44">
                  <c:v>10.12668</c:v>
                </c:pt>
                <c:pt idx="45">
                  <c:v>10.193339999999999</c:v>
                </c:pt>
                <c:pt idx="46">
                  <c:v>10.176769999999999</c:v>
                </c:pt>
                <c:pt idx="47">
                  <c:v>10.111499999999999</c:v>
                </c:pt>
                <c:pt idx="48">
                  <c:v>10.083209999999999</c:v>
                </c:pt>
                <c:pt idx="49">
                  <c:v>10.14934</c:v>
                </c:pt>
                <c:pt idx="50">
                  <c:v>10.19163</c:v>
                </c:pt>
                <c:pt idx="51">
                  <c:v>10.293419999999999</c:v>
                </c:pt>
                <c:pt idx="52">
                  <c:v>10.24569</c:v>
                </c:pt>
                <c:pt idx="53">
                  <c:v>10.03848</c:v>
                </c:pt>
                <c:pt idx="54">
                  <c:v>10.176360000000001</c:v>
                </c:pt>
                <c:pt idx="55">
                  <c:v>10.17647</c:v>
                </c:pt>
                <c:pt idx="56">
                  <c:v>10.2813</c:v>
                </c:pt>
                <c:pt idx="57">
                  <c:v>10.32892</c:v>
                </c:pt>
                <c:pt idx="58">
                  <c:v>10.478300000000001</c:v>
                </c:pt>
                <c:pt idx="59">
                  <c:v>10.642799999999999</c:v>
                </c:pt>
                <c:pt idx="60">
                  <c:v>10.58761</c:v>
                </c:pt>
                <c:pt idx="61">
                  <c:v>10.524369999999999</c:v>
                </c:pt>
                <c:pt idx="62">
                  <c:v>10.4474</c:v>
                </c:pt>
                <c:pt idx="63">
                  <c:v>10.552070000000001</c:v>
                </c:pt>
                <c:pt idx="64">
                  <c:v>10.68275</c:v>
                </c:pt>
                <c:pt idx="65">
                  <c:v>10.76843</c:v>
                </c:pt>
                <c:pt idx="66">
                  <c:v>10.77352</c:v>
                </c:pt>
                <c:pt idx="67">
                  <c:v>10.560779999999999</c:v>
                </c:pt>
                <c:pt idx="68">
                  <c:v>10.304589999999999</c:v>
                </c:pt>
                <c:pt idx="69">
                  <c:v>10.48166</c:v>
                </c:pt>
                <c:pt idx="70">
                  <c:v>10.60778</c:v>
                </c:pt>
                <c:pt idx="71">
                  <c:v>10.56306</c:v>
                </c:pt>
                <c:pt idx="72">
                  <c:v>10.53758</c:v>
                </c:pt>
                <c:pt idx="73">
                  <c:v>10.61924</c:v>
                </c:pt>
                <c:pt idx="74">
                  <c:v>10.801410000000001</c:v>
                </c:pt>
                <c:pt idx="75">
                  <c:v>10.81542</c:v>
                </c:pt>
                <c:pt idx="76">
                  <c:v>10.763059999999999</c:v>
                </c:pt>
                <c:pt idx="77">
                  <c:v>10.71283</c:v>
                </c:pt>
                <c:pt idx="78">
                  <c:v>10.63128</c:v>
                </c:pt>
                <c:pt idx="79">
                  <c:v>10.47654</c:v>
                </c:pt>
                <c:pt idx="80">
                  <c:v>10.46476</c:v>
                </c:pt>
                <c:pt idx="81">
                  <c:v>10.5235</c:v>
                </c:pt>
                <c:pt idx="82">
                  <c:v>10.527520000000001</c:v>
                </c:pt>
                <c:pt idx="83">
                  <c:v>10.70205</c:v>
                </c:pt>
                <c:pt idx="84">
                  <c:v>10.843590000000001</c:v>
                </c:pt>
                <c:pt idx="85">
                  <c:v>10.842309999999999</c:v>
                </c:pt>
                <c:pt idx="86">
                  <c:v>10.961349999999999</c:v>
                </c:pt>
                <c:pt idx="87">
                  <c:v>10.97592</c:v>
                </c:pt>
                <c:pt idx="88">
                  <c:v>11.03213</c:v>
                </c:pt>
                <c:pt idx="89">
                  <c:v>11.12017</c:v>
                </c:pt>
                <c:pt idx="90">
                  <c:v>11.16906</c:v>
                </c:pt>
                <c:pt idx="91">
                  <c:v>11.15293</c:v>
                </c:pt>
                <c:pt idx="92">
                  <c:v>11.0281</c:v>
                </c:pt>
                <c:pt idx="93">
                  <c:v>11.108280000000001</c:v>
                </c:pt>
                <c:pt idx="94">
                  <c:v>11.0024</c:v>
                </c:pt>
                <c:pt idx="95">
                  <c:v>11.122019999999999</c:v>
                </c:pt>
                <c:pt idx="96">
                  <c:v>11.16352</c:v>
                </c:pt>
                <c:pt idx="97">
                  <c:v>11.10474</c:v>
                </c:pt>
                <c:pt idx="98">
                  <c:v>11.10984</c:v>
                </c:pt>
                <c:pt idx="99">
                  <c:v>11.084910000000001</c:v>
                </c:pt>
                <c:pt idx="100">
                  <c:v>11.075699999999999</c:v>
                </c:pt>
                <c:pt idx="101">
                  <c:v>11.0322</c:v>
                </c:pt>
                <c:pt idx="102">
                  <c:v>10.89991</c:v>
                </c:pt>
                <c:pt idx="103">
                  <c:v>10.905570000000001</c:v>
                </c:pt>
                <c:pt idx="104">
                  <c:v>10.98603</c:v>
                </c:pt>
                <c:pt idx="105">
                  <c:v>10.937620000000001</c:v>
                </c:pt>
                <c:pt idx="106">
                  <c:v>10.95744</c:v>
                </c:pt>
                <c:pt idx="107">
                  <c:v>10.9975</c:v>
                </c:pt>
                <c:pt idx="108">
                  <c:v>11.052759999999999</c:v>
                </c:pt>
                <c:pt idx="109">
                  <c:v>10.68183</c:v>
                </c:pt>
                <c:pt idx="110">
                  <c:v>10.61772</c:v>
                </c:pt>
                <c:pt idx="111">
                  <c:v>10.50821</c:v>
                </c:pt>
                <c:pt idx="112">
                  <c:v>10.29584</c:v>
                </c:pt>
                <c:pt idx="113">
                  <c:v>10.385160000000001</c:v>
                </c:pt>
                <c:pt idx="114">
                  <c:v>10.26206</c:v>
                </c:pt>
                <c:pt idx="115">
                  <c:v>10.16994</c:v>
                </c:pt>
                <c:pt idx="116">
                  <c:v>10.26</c:v>
                </c:pt>
                <c:pt idx="117">
                  <c:v>10.233639999999999</c:v>
                </c:pt>
                <c:pt idx="118">
                  <c:v>9.9710800000000006</c:v>
                </c:pt>
                <c:pt idx="119">
                  <c:v>9.7432999999999996</c:v>
                </c:pt>
                <c:pt idx="120">
                  <c:v>9.7990999999999993</c:v>
                </c:pt>
                <c:pt idx="121">
                  <c:v>9.7249599999999994</c:v>
                </c:pt>
                <c:pt idx="122">
                  <c:v>9.5092499999999998</c:v>
                </c:pt>
                <c:pt idx="123">
                  <c:v>9.5096100000000003</c:v>
                </c:pt>
                <c:pt idx="124">
                  <c:v>9.4988200000000003</c:v>
                </c:pt>
                <c:pt idx="125">
                  <c:v>9.52684</c:v>
                </c:pt>
                <c:pt idx="126">
                  <c:v>9.4709099999999999</c:v>
                </c:pt>
                <c:pt idx="127">
                  <c:v>9.4877699999999994</c:v>
                </c:pt>
                <c:pt idx="128">
                  <c:v>9.4569399999999995</c:v>
                </c:pt>
                <c:pt idx="129">
                  <c:v>9.5021799999999992</c:v>
                </c:pt>
                <c:pt idx="130">
                  <c:v>9.4690399999999997</c:v>
                </c:pt>
                <c:pt idx="131">
                  <c:v>9.4506899999999998</c:v>
                </c:pt>
                <c:pt idx="132">
                  <c:v>9.4349500000000006</c:v>
                </c:pt>
                <c:pt idx="133">
                  <c:v>9.47499</c:v>
                </c:pt>
                <c:pt idx="134">
                  <c:v>9.7039500000000007</c:v>
                </c:pt>
                <c:pt idx="135">
                  <c:v>9.8392199999999992</c:v>
                </c:pt>
                <c:pt idx="136">
                  <c:v>9.7069399999999995</c:v>
                </c:pt>
                <c:pt idx="137">
                  <c:v>9.7058099999999996</c:v>
                </c:pt>
                <c:pt idx="138">
                  <c:v>9.6235900000000001</c:v>
                </c:pt>
                <c:pt idx="139">
                  <c:v>9.6235099999999996</c:v>
                </c:pt>
                <c:pt idx="140">
                  <c:v>9.7645400000000002</c:v>
                </c:pt>
                <c:pt idx="141">
                  <c:v>9.9648500000000002</c:v>
                </c:pt>
                <c:pt idx="142">
                  <c:v>10.1417</c:v>
                </c:pt>
                <c:pt idx="143">
                  <c:v>10.1165</c:v>
                </c:pt>
                <c:pt idx="144">
                  <c:v>10.136760000000001</c:v>
                </c:pt>
                <c:pt idx="145">
                  <c:v>9.97363</c:v>
                </c:pt>
                <c:pt idx="146">
                  <c:v>10.04931</c:v>
                </c:pt>
                <c:pt idx="147">
                  <c:v>10.163919999999999</c:v>
                </c:pt>
                <c:pt idx="148">
                  <c:v>10.145949999999999</c:v>
                </c:pt>
                <c:pt idx="149">
                  <c:v>10.22832</c:v>
                </c:pt>
                <c:pt idx="150">
                  <c:v>10.34867</c:v>
                </c:pt>
                <c:pt idx="151">
                  <c:v>10.29548</c:v>
                </c:pt>
                <c:pt idx="152">
                  <c:v>10.29514</c:v>
                </c:pt>
                <c:pt idx="153">
                  <c:v>10.25296</c:v>
                </c:pt>
                <c:pt idx="154">
                  <c:v>10.03731</c:v>
                </c:pt>
                <c:pt idx="155">
                  <c:v>9.9961599999999997</c:v>
                </c:pt>
                <c:pt idx="156">
                  <c:v>10.02661</c:v>
                </c:pt>
                <c:pt idx="157">
                  <c:v>10.052160000000001</c:v>
                </c:pt>
                <c:pt idx="158">
                  <c:v>10.05265</c:v>
                </c:pt>
                <c:pt idx="159">
                  <c:v>10.147320000000001</c:v>
                </c:pt>
                <c:pt idx="160">
                  <c:v>10.178319999999999</c:v>
                </c:pt>
                <c:pt idx="161">
                  <c:v>10.17572</c:v>
                </c:pt>
                <c:pt idx="162">
                  <c:v>10.08853</c:v>
                </c:pt>
                <c:pt idx="163">
                  <c:v>10.18393</c:v>
                </c:pt>
                <c:pt idx="164">
                  <c:v>10.09295</c:v>
                </c:pt>
                <c:pt idx="165">
                  <c:v>10.17848</c:v>
                </c:pt>
                <c:pt idx="166">
                  <c:v>10.237640000000001</c:v>
                </c:pt>
                <c:pt idx="167">
                  <c:v>10.27895</c:v>
                </c:pt>
                <c:pt idx="168">
                  <c:v>10.223420000000001</c:v>
                </c:pt>
                <c:pt idx="169">
                  <c:v>10.172090000000001</c:v>
                </c:pt>
                <c:pt idx="170">
                  <c:v>10.156689999999999</c:v>
                </c:pt>
                <c:pt idx="171">
                  <c:v>10.048159999999999</c:v>
                </c:pt>
                <c:pt idx="172">
                  <c:v>9.9293499999999995</c:v>
                </c:pt>
                <c:pt idx="173">
                  <c:v>9.6616800000000005</c:v>
                </c:pt>
                <c:pt idx="174">
                  <c:v>9.3088800000000003</c:v>
                </c:pt>
                <c:pt idx="175">
                  <c:v>9.2896900000000002</c:v>
                </c:pt>
                <c:pt idx="176">
                  <c:v>9.3062699999999996</c:v>
                </c:pt>
                <c:pt idx="177">
                  <c:v>9.4256600000000006</c:v>
                </c:pt>
                <c:pt idx="178">
                  <c:v>9.3347999999999995</c:v>
                </c:pt>
                <c:pt idx="179">
                  <c:v>9.3357299999999999</c:v>
                </c:pt>
                <c:pt idx="180">
                  <c:v>9.3082799999999999</c:v>
                </c:pt>
                <c:pt idx="181">
                  <c:v>9.2971400000000006</c:v>
                </c:pt>
                <c:pt idx="182">
                  <c:v>9.3423999999999996</c:v>
                </c:pt>
                <c:pt idx="183">
                  <c:v>9.4648500000000002</c:v>
                </c:pt>
                <c:pt idx="184">
                  <c:v>9.6784499999999998</c:v>
                </c:pt>
                <c:pt idx="185">
                  <c:v>9.6804600000000001</c:v>
                </c:pt>
                <c:pt idx="186">
                  <c:v>9.6854399999999998</c:v>
                </c:pt>
                <c:pt idx="187">
                  <c:v>9.6065299999999993</c:v>
                </c:pt>
                <c:pt idx="188">
                  <c:v>9.5697100000000006</c:v>
                </c:pt>
                <c:pt idx="189">
                  <c:v>9.4497599999999995</c:v>
                </c:pt>
                <c:pt idx="190">
                  <c:v>9.4798100000000005</c:v>
                </c:pt>
                <c:pt idx="191">
                  <c:v>9.4677799999999994</c:v>
                </c:pt>
                <c:pt idx="192">
                  <c:v>9.5353399999999997</c:v>
                </c:pt>
                <c:pt idx="193">
                  <c:v>9.6105300000000007</c:v>
                </c:pt>
                <c:pt idx="194">
                  <c:v>9.6551299999999998</c:v>
                </c:pt>
                <c:pt idx="195">
                  <c:v>9.5666100000000007</c:v>
                </c:pt>
                <c:pt idx="196">
                  <c:v>9.7638800000000003</c:v>
                </c:pt>
                <c:pt idx="197">
                  <c:v>9.9052100000000003</c:v>
                </c:pt>
                <c:pt idx="198">
                  <c:v>9.9331499999999995</c:v>
                </c:pt>
                <c:pt idx="199">
                  <c:v>9.9456500000000005</c:v>
                </c:pt>
                <c:pt idx="200">
                  <c:v>9.8978300000000008</c:v>
                </c:pt>
                <c:pt idx="201">
                  <c:v>10.00727</c:v>
                </c:pt>
                <c:pt idx="202">
                  <c:v>10.082420000000001</c:v>
                </c:pt>
                <c:pt idx="203">
                  <c:v>10.15925</c:v>
                </c:pt>
                <c:pt idx="204">
                  <c:v>10.08902</c:v>
                </c:pt>
                <c:pt idx="205">
                  <c:v>10.00665</c:v>
                </c:pt>
                <c:pt idx="206">
                  <c:v>10.01047</c:v>
                </c:pt>
                <c:pt idx="207">
                  <c:v>9.9592600000000004</c:v>
                </c:pt>
                <c:pt idx="208">
                  <c:v>9.9547000000000008</c:v>
                </c:pt>
                <c:pt idx="209">
                  <c:v>9.8163</c:v>
                </c:pt>
                <c:pt idx="210">
                  <c:v>9.7292500000000004</c:v>
                </c:pt>
                <c:pt idx="211">
                  <c:v>9.6980400000000007</c:v>
                </c:pt>
                <c:pt idx="212">
                  <c:v>9.7087000000000003</c:v>
                </c:pt>
                <c:pt idx="213">
                  <c:v>9.5546000000000006</c:v>
                </c:pt>
                <c:pt idx="214">
                  <c:v>9.5942100000000003</c:v>
                </c:pt>
                <c:pt idx="215">
                  <c:v>9.5682600000000004</c:v>
                </c:pt>
                <c:pt idx="216">
                  <c:v>9.5511900000000001</c:v>
                </c:pt>
                <c:pt idx="217">
                  <c:v>9.6323799999999995</c:v>
                </c:pt>
                <c:pt idx="218">
                  <c:v>9.6149900000000006</c:v>
                </c:pt>
                <c:pt idx="219">
                  <c:v>9.5882900000000006</c:v>
                </c:pt>
                <c:pt idx="220">
                  <c:v>9.5329200000000007</c:v>
                </c:pt>
                <c:pt idx="221">
                  <c:v>9.5327300000000008</c:v>
                </c:pt>
                <c:pt idx="222">
                  <c:v>9.6130800000000001</c:v>
                </c:pt>
                <c:pt idx="223">
                  <c:v>9.82789</c:v>
                </c:pt>
                <c:pt idx="224">
                  <c:v>9.87303</c:v>
                </c:pt>
                <c:pt idx="225">
                  <c:v>9.9194300000000002</c:v>
                </c:pt>
                <c:pt idx="226">
                  <c:v>9.9593399999999992</c:v>
                </c:pt>
                <c:pt idx="227">
                  <c:v>9.9804999999999993</c:v>
                </c:pt>
                <c:pt idx="228">
                  <c:v>9.8613999999999997</c:v>
                </c:pt>
                <c:pt idx="229">
                  <c:v>9.9085900000000002</c:v>
                </c:pt>
                <c:pt idx="230">
                  <c:v>9.86</c:v>
                </c:pt>
                <c:pt idx="231">
                  <c:v>9.79392</c:v>
                </c:pt>
                <c:pt idx="232">
                  <c:v>9.8896300000000004</c:v>
                </c:pt>
                <c:pt idx="233">
                  <c:v>9.90151</c:v>
                </c:pt>
                <c:pt idx="234">
                  <c:v>10.0273</c:v>
                </c:pt>
                <c:pt idx="235">
                  <c:v>9.9772999999999996</c:v>
                </c:pt>
                <c:pt idx="236">
                  <c:v>9.9468099999999993</c:v>
                </c:pt>
                <c:pt idx="237">
                  <c:v>9.97959</c:v>
                </c:pt>
                <c:pt idx="238">
                  <c:v>10.055120000000001</c:v>
                </c:pt>
                <c:pt idx="239">
                  <c:v>10.25445</c:v>
                </c:pt>
                <c:pt idx="240">
                  <c:v>10.330120000000001</c:v>
                </c:pt>
                <c:pt idx="241">
                  <c:v>10.33117</c:v>
                </c:pt>
                <c:pt idx="242">
                  <c:v>10.432370000000001</c:v>
                </c:pt>
                <c:pt idx="243">
                  <c:v>10.381449999999999</c:v>
                </c:pt>
                <c:pt idx="244">
                  <c:v>10.187580000000001</c:v>
                </c:pt>
                <c:pt idx="245">
                  <c:v>10.24681</c:v>
                </c:pt>
                <c:pt idx="246">
                  <c:v>10.10101</c:v>
                </c:pt>
                <c:pt idx="247">
                  <c:v>10.023250000000001</c:v>
                </c:pt>
                <c:pt idx="248">
                  <c:v>10.04191</c:v>
                </c:pt>
                <c:pt idx="249">
                  <c:v>10.12162</c:v>
                </c:pt>
                <c:pt idx="250">
                  <c:v>10.23338</c:v>
                </c:pt>
                <c:pt idx="251">
                  <c:v>10.14274</c:v>
                </c:pt>
                <c:pt idx="252">
                  <c:v>10.057539999999999</c:v>
                </c:pt>
                <c:pt idx="253">
                  <c:v>10.117459999999999</c:v>
                </c:pt>
                <c:pt idx="254">
                  <c:v>10.24544</c:v>
                </c:pt>
                <c:pt idx="255">
                  <c:v>10.273870000000001</c:v>
                </c:pt>
                <c:pt idx="256">
                  <c:v>10.33545</c:v>
                </c:pt>
                <c:pt idx="257">
                  <c:v>10.322979999999999</c:v>
                </c:pt>
                <c:pt idx="258">
                  <c:v>10.15546</c:v>
                </c:pt>
                <c:pt idx="259">
                  <c:v>10.15239</c:v>
                </c:pt>
                <c:pt idx="260">
                  <c:v>10.13016</c:v>
                </c:pt>
                <c:pt idx="261">
                  <c:v>10.0548</c:v>
                </c:pt>
                <c:pt idx="262">
                  <c:v>10.189299999999999</c:v>
                </c:pt>
                <c:pt idx="263">
                  <c:v>10.28215</c:v>
                </c:pt>
                <c:pt idx="264">
                  <c:v>10.252549999999999</c:v>
                </c:pt>
                <c:pt idx="265">
                  <c:v>10.26332</c:v>
                </c:pt>
                <c:pt idx="266">
                  <c:v>10.385350000000001</c:v>
                </c:pt>
                <c:pt idx="267">
                  <c:v>10.477959999999999</c:v>
                </c:pt>
                <c:pt idx="268">
                  <c:v>10.64594</c:v>
                </c:pt>
                <c:pt idx="269">
                  <c:v>10.68375</c:v>
                </c:pt>
                <c:pt idx="270">
                  <c:v>10.83389</c:v>
                </c:pt>
                <c:pt idx="271">
                  <c:v>10.886229999999999</c:v>
                </c:pt>
                <c:pt idx="272">
                  <c:v>10.85225</c:v>
                </c:pt>
                <c:pt idx="273">
                  <c:v>10.87885</c:v>
                </c:pt>
                <c:pt idx="274">
                  <c:v>10.920019999999999</c:v>
                </c:pt>
                <c:pt idx="275">
                  <c:v>10.90981</c:v>
                </c:pt>
                <c:pt idx="276">
                  <c:v>10.90354</c:v>
                </c:pt>
                <c:pt idx="277">
                  <c:v>10.949339999999999</c:v>
                </c:pt>
                <c:pt idx="278">
                  <c:v>11.032209999999999</c:v>
                </c:pt>
                <c:pt idx="279">
                  <c:v>11.046469999999999</c:v>
                </c:pt>
                <c:pt idx="280">
                  <c:v>11.002409999999999</c:v>
                </c:pt>
                <c:pt idx="281">
                  <c:v>10.99705</c:v>
                </c:pt>
                <c:pt idx="282">
                  <c:v>11.26187</c:v>
                </c:pt>
                <c:pt idx="283">
                  <c:v>11.202819999999999</c:v>
                </c:pt>
                <c:pt idx="284">
                  <c:v>11.13829</c:v>
                </c:pt>
                <c:pt idx="285">
                  <c:v>11.211539999999999</c:v>
                </c:pt>
                <c:pt idx="286">
                  <c:v>11.146409999999999</c:v>
                </c:pt>
                <c:pt idx="287">
                  <c:v>11.353160000000001</c:v>
                </c:pt>
                <c:pt idx="288">
                  <c:v>11.39583</c:v>
                </c:pt>
                <c:pt idx="289">
                  <c:v>11.5739</c:v>
                </c:pt>
                <c:pt idx="290">
                  <c:v>11.4979</c:v>
                </c:pt>
                <c:pt idx="291">
                  <c:v>11.4617</c:v>
                </c:pt>
                <c:pt idx="292">
                  <c:v>11.484669999999999</c:v>
                </c:pt>
                <c:pt idx="293">
                  <c:v>11.56569</c:v>
                </c:pt>
                <c:pt idx="294">
                  <c:v>11.51925</c:v>
                </c:pt>
                <c:pt idx="295">
                  <c:v>11.193059999999999</c:v>
                </c:pt>
                <c:pt idx="296">
                  <c:v>11.308540000000001</c:v>
                </c:pt>
                <c:pt idx="297">
                  <c:v>11.063650000000001</c:v>
                </c:pt>
                <c:pt idx="298">
                  <c:v>10.999320000000001</c:v>
                </c:pt>
                <c:pt idx="299">
                  <c:v>10.88508</c:v>
                </c:pt>
                <c:pt idx="300">
                  <c:v>10.96237</c:v>
                </c:pt>
                <c:pt idx="301">
                  <c:v>10.792899999999999</c:v>
                </c:pt>
                <c:pt idx="302">
                  <c:v>10.5482</c:v>
                </c:pt>
                <c:pt idx="303">
                  <c:v>10.4681</c:v>
                </c:pt>
                <c:pt idx="304">
                  <c:v>10.502739999999999</c:v>
                </c:pt>
                <c:pt idx="305">
                  <c:v>10.802770000000001</c:v>
                </c:pt>
                <c:pt idx="306">
                  <c:v>10.8193</c:v>
                </c:pt>
                <c:pt idx="307">
                  <c:v>11.021509999999999</c:v>
                </c:pt>
                <c:pt idx="308">
                  <c:v>10.942130000000001</c:v>
                </c:pt>
                <c:pt idx="309">
                  <c:v>10.931710000000001</c:v>
                </c:pt>
                <c:pt idx="310">
                  <c:v>11.068759999999999</c:v>
                </c:pt>
                <c:pt idx="311">
                  <c:v>11.21677</c:v>
                </c:pt>
                <c:pt idx="312">
                  <c:v>11.17248</c:v>
                </c:pt>
                <c:pt idx="313">
                  <c:v>11.177339999999999</c:v>
                </c:pt>
                <c:pt idx="314">
                  <c:v>11.266450000000001</c:v>
                </c:pt>
                <c:pt idx="315">
                  <c:v>11.16146</c:v>
                </c:pt>
                <c:pt idx="316">
                  <c:v>11.241490000000001</c:v>
                </c:pt>
                <c:pt idx="317">
                  <c:v>11.200049999999999</c:v>
                </c:pt>
                <c:pt idx="318">
                  <c:v>11.049189999999999</c:v>
                </c:pt>
                <c:pt idx="319">
                  <c:v>10.810739999999999</c:v>
                </c:pt>
                <c:pt idx="320">
                  <c:v>10.836970000000001</c:v>
                </c:pt>
                <c:pt idx="321">
                  <c:v>10.797040000000001</c:v>
                </c:pt>
                <c:pt idx="322">
                  <c:v>10.79059</c:v>
                </c:pt>
                <c:pt idx="323">
                  <c:v>10.568250000000001</c:v>
                </c:pt>
                <c:pt idx="324">
                  <c:v>10.802960000000001</c:v>
                </c:pt>
                <c:pt idx="325">
                  <c:v>10.79241</c:v>
                </c:pt>
                <c:pt idx="326">
                  <c:v>10.89664</c:v>
                </c:pt>
                <c:pt idx="327">
                  <c:v>11.05294</c:v>
                </c:pt>
                <c:pt idx="328">
                  <c:v>10.787509999999999</c:v>
                </c:pt>
                <c:pt idx="329">
                  <c:v>10.31968</c:v>
                </c:pt>
                <c:pt idx="330">
                  <c:v>10.54318</c:v>
                </c:pt>
                <c:pt idx="331">
                  <c:v>10.38424</c:v>
                </c:pt>
                <c:pt idx="332">
                  <c:v>9.9046299999999992</c:v>
                </c:pt>
                <c:pt idx="333">
                  <c:v>9.9499600000000008</c:v>
                </c:pt>
                <c:pt idx="334">
                  <c:v>9.3655899999999992</c:v>
                </c:pt>
                <c:pt idx="335">
                  <c:v>9.4517500000000005</c:v>
                </c:pt>
                <c:pt idx="336">
                  <c:v>9.0688999999999993</c:v>
                </c:pt>
                <c:pt idx="337">
                  <c:v>8.9704300000000003</c:v>
                </c:pt>
                <c:pt idx="338">
                  <c:v>9.3201699999999992</c:v>
                </c:pt>
                <c:pt idx="339">
                  <c:v>9.0147099999999991</c:v>
                </c:pt>
                <c:pt idx="340">
                  <c:v>9.4735800000000001</c:v>
                </c:pt>
                <c:pt idx="341">
                  <c:v>9.7706599999999995</c:v>
                </c:pt>
                <c:pt idx="342">
                  <c:v>9.8409499999999994</c:v>
                </c:pt>
                <c:pt idx="343">
                  <c:v>9.7574799999999993</c:v>
                </c:pt>
                <c:pt idx="344">
                  <c:v>9.6898199999999992</c:v>
                </c:pt>
                <c:pt idx="345">
                  <c:v>9.8717699999999997</c:v>
                </c:pt>
                <c:pt idx="346">
                  <c:v>9.6747099999999993</c:v>
                </c:pt>
                <c:pt idx="347">
                  <c:v>9.7925599999999999</c:v>
                </c:pt>
                <c:pt idx="348">
                  <c:v>9.7191899999999993</c:v>
                </c:pt>
                <c:pt idx="349">
                  <c:v>9.9446600000000007</c:v>
                </c:pt>
                <c:pt idx="350">
                  <c:v>10.131819999999999</c:v>
                </c:pt>
                <c:pt idx="351">
                  <c:v>10.01187</c:v>
                </c:pt>
                <c:pt idx="352">
                  <c:v>10.12472</c:v>
                </c:pt>
                <c:pt idx="353">
                  <c:v>10.11416</c:v>
                </c:pt>
                <c:pt idx="354">
                  <c:v>10.14124</c:v>
                </c:pt>
                <c:pt idx="355">
                  <c:v>10.266400000000001</c:v>
                </c:pt>
                <c:pt idx="356">
                  <c:v>10.23147</c:v>
                </c:pt>
                <c:pt idx="357">
                  <c:v>10.309369999999999</c:v>
                </c:pt>
                <c:pt idx="358">
                  <c:v>10.37326</c:v>
                </c:pt>
                <c:pt idx="359">
                  <c:v>10.412369999999999</c:v>
                </c:pt>
                <c:pt idx="360">
                  <c:v>10.205030000000001</c:v>
                </c:pt>
                <c:pt idx="361">
                  <c:v>10.321160000000001</c:v>
                </c:pt>
                <c:pt idx="362">
                  <c:v>10.286049999999999</c:v>
                </c:pt>
                <c:pt idx="363">
                  <c:v>10.207979999999999</c:v>
                </c:pt>
                <c:pt idx="364">
                  <c:v>10.36903</c:v>
                </c:pt>
                <c:pt idx="365">
                  <c:v>10.40333</c:v>
                </c:pt>
                <c:pt idx="366">
                  <c:v>10.527060000000001</c:v>
                </c:pt>
                <c:pt idx="367">
                  <c:v>10.495760000000001</c:v>
                </c:pt>
                <c:pt idx="368">
                  <c:v>10.347759999999999</c:v>
                </c:pt>
                <c:pt idx="369">
                  <c:v>10.055070000000001</c:v>
                </c:pt>
                <c:pt idx="370">
                  <c:v>10.179919999999999</c:v>
                </c:pt>
                <c:pt idx="371">
                  <c:v>10.281090000000001</c:v>
                </c:pt>
                <c:pt idx="372">
                  <c:v>10.29055</c:v>
                </c:pt>
                <c:pt idx="373">
                  <c:v>10.48945</c:v>
                </c:pt>
                <c:pt idx="374">
                  <c:v>10.617520000000001</c:v>
                </c:pt>
                <c:pt idx="375">
                  <c:v>10.50886</c:v>
                </c:pt>
                <c:pt idx="376">
                  <c:v>10.51219</c:v>
                </c:pt>
                <c:pt idx="377">
                  <c:v>10.453329999999999</c:v>
                </c:pt>
                <c:pt idx="378">
                  <c:v>10.45862</c:v>
                </c:pt>
                <c:pt idx="379">
                  <c:v>10.64969</c:v>
                </c:pt>
                <c:pt idx="380">
                  <c:v>10.78842</c:v>
                </c:pt>
                <c:pt idx="381">
                  <c:v>10.79857</c:v>
                </c:pt>
                <c:pt idx="382">
                  <c:v>10.668509999999999</c:v>
                </c:pt>
                <c:pt idx="383">
                  <c:v>10.18411</c:v>
                </c:pt>
                <c:pt idx="384">
                  <c:v>10.23779</c:v>
                </c:pt>
                <c:pt idx="385">
                  <c:v>10.423730000000001</c:v>
                </c:pt>
                <c:pt idx="386">
                  <c:v>10.33558</c:v>
                </c:pt>
                <c:pt idx="387">
                  <c:v>10.25267</c:v>
                </c:pt>
                <c:pt idx="388">
                  <c:v>10.407500000000001</c:v>
                </c:pt>
                <c:pt idx="389">
                  <c:v>10.653280000000001</c:v>
                </c:pt>
                <c:pt idx="390">
                  <c:v>10.79087</c:v>
                </c:pt>
                <c:pt idx="391">
                  <c:v>10.936489999999999</c:v>
                </c:pt>
                <c:pt idx="392">
                  <c:v>10.946960000000001</c:v>
                </c:pt>
                <c:pt idx="393">
                  <c:v>11.042439999999999</c:v>
                </c:pt>
                <c:pt idx="394">
                  <c:v>10.998570000000001</c:v>
                </c:pt>
                <c:pt idx="395">
                  <c:v>11.065810000000001</c:v>
                </c:pt>
                <c:pt idx="396">
                  <c:v>11.176629999999999</c:v>
                </c:pt>
                <c:pt idx="397">
                  <c:v>10.94294</c:v>
                </c:pt>
                <c:pt idx="398">
                  <c:v>10.946960000000001</c:v>
                </c:pt>
                <c:pt idx="399">
                  <c:v>10.83428</c:v>
                </c:pt>
                <c:pt idx="400">
                  <c:v>11.096629999999999</c:v>
                </c:pt>
                <c:pt idx="401">
                  <c:v>11.17534</c:v>
                </c:pt>
                <c:pt idx="402">
                  <c:v>11.22508</c:v>
                </c:pt>
                <c:pt idx="403">
                  <c:v>11.2883</c:v>
                </c:pt>
                <c:pt idx="404">
                  <c:v>11.280849999999999</c:v>
                </c:pt>
                <c:pt idx="405">
                  <c:v>11.508240000000001</c:v>
                </c:pt>
                <c:pt idx="406">
                  <c:v>11.44844</c:v>
                </c:pt>
                <c:pt idx="407">
                  <c:v>11.42249</c:v>
                </c:pt>
                <c:pt idx="408">
                  <c:v>11.29763</c:v>
                </c:pt>
                <c:pt idx="409">
                  <c:v>11.223789999999999</c:v>
                </c:pt>
                <c:pt idx="410">
                  <c:v>11.27927</c:v>
                </c:pt>
                <c:pt idx="411">
                  <c:v>11.30106</c:v>
                </c:pt>
                <c:pt idx="412">
                  <c:v>11.67811</c:v>
                </c:pt>
                <c:pt idx="413">
                  <c:v>11.849030000000001</c:v>
                </c:pt>
                <c:pt idx="414">
                  <c:v>12.36</c:v>
                </c:pt>
                <c:pt idx="415">
                  <c:v>12.234680000000001</c:v>
                </c:pt>
                <c:pt idx="416">
                  <c:v>12.699350000000001</c:v>
                </c:pt>
                <c:pt idx="417">
                  <c:v>12.92112</c:v>
                </c:pt>
                <c:pt idx="418">
                  <c:v>12.71594</c:v>
                </c:pt>
                <c:pt idx="419">
                  <c:v>12.65676</c:v>
                </c:pt>
                <c:pt idx="420">
                  <c:v>12.43033</c:v>
                </c:pt>
                <c:pt idx="421">
                  <c:v>12.47194</c:v>
                </c:pt>
                <c:pt idx="422">
                  <c:v>12.003299999999999</c:v>
                </c:pt>
                <c:pt idx="423">
                  <c:v>12.1313</c:v>
                </c:pt>
                <c:pt idx="424">
                  <c:v>12.343909999999999</c:v>
                </c:pt>
                <c:pt idx="425">
                  <c:v>12.62241</c:v>
                </c:pt>
                <c:pt idx="426">
                  <c:v>12.34375</c:v>
                </c:pt>
                <c:pt idx="427">
                  <c:v>12.423719999999999</c:v>
                </c:pt>
                <c:pt idx="428">
                  <c:v>12.067500000000001</c:v>
                </c:pt>
                <c:pt idx="429">
                  <c:v>12.07653</c:v>
                </c:pt>
                <c:pt idx="430">
                  <c:v>12.200659999999999</c:v>
                </c:pt>
                <c:pt idx="431">
                  <c:v>12.31855</c:v>
                </c:pt>
                <c:pt idx="432">
                  <c:v>12.26952</c:v>
                </c:pt>
                <c:pt idx="433">
                  <c:v>12.28242</c:v>
                </c:pt>
                <c:pt idx="434">
                  <c:v>12.463710000000001</c:v>
                </c:pt>
                <c:pt idx="435">
                  <c:v>12.659190000000001</c:v>
                </c:pt>
                <c:pt idx="436">
                  <c:v>12.799670000000001</c:v>
                </c:pt>
                <c:pt idx="437">
                  <c:v>12.78032</c:v>
                </c:pt>
                <c:pt idx="438">
                  <c:v>12.42662</c:v>
                </c:pt>
                <c:pt idx="439">
                  <c:v>12.26033</c:v>
                </c:pt>
                <c:pt idx="440">
                  <c:v>12.32742</c:v>
                </c:pt>
                <c:pt idx="441">
                  <c:v>12.411619999999999</c:v>
                </c:pt>
                <c:pt idx="442">
                  <c:v>12.369680000000001</c:v>
                </c:pt>
                <c:pt idx="443">
                  <c:v>12.37308</c:v>
                </c:pt>
                <c:pt idx="444">
                  <c:v>12.546609999999999</c:v>
                </c:pt>
                <c:pt idx="445">
                  <c:v>12.68741</c:v>
                </c:pt>
                <c:pt idx="446">
                  <c:v>12.59193</c:v>
                </c:pt>
                <c:pt idx="447">
                  <c:v>12.50048</c:v>
                </c:pt>
                <c:pt idx="448">
                  <c:v>12.64983</c:v>
                </c:pt>
                <c:pt idx="449">
                  <c:v>12.95355</c:v>
                </c:pt>
                <c:pt idx="450">
                  <c:v>13.045780000000001</c:v>
                </c:pt>
                <c:pt idx="451">
                  <c:v>13.12964</c:v>
                </c:pt>
                <c:pt idx="452">
                  <c:v>13.103059999999999</c:v>
                </c:pt>
                <c:pt idx="453">
                  <c:v>13.15433</c:v>
                </c:pt>
                <c:pt idx="454">
                  <c:v>12.96982</c:v>
                </c:pt>
                <c:pt idx="455">
                  <c:v>13.212899999999999</c:v>
                </c:pt>
                <c:pt idx="456">
                  <c:v>13.224170000000001</c:v>
                </c:pt>
                <c:pt idx="457">
                  <c:v>12.932399999999999</c:v>
                </c:pt>
                <c:pt idx="458">
                  <c:v>12.82385</c:v>
                </c:pt>
                <c:pt idx="459">
                  <c:v>12.67177</c:v>
                </c:pt>
                <c:pt idx="460">
                  <c:v>12.501289999999999</c:v>
                </c:pt>
                <c:pt idx="461">
                  <c:v>12.449199999999999</c:v>
                </c:pt>
                <c:pt idx="462">
                  <c:v>12.34517</c:v>
                </c:pt>
                <c:pt idx="463">
                  <c:v>12.49258</c:v>
                </c:pt>
                <c:pt idx="464">
                  <c:v>12.648870000000001</c:v>
                </c:pt>
                <c:pt idx="465">
                  <c:v>12.75484</c:v>
                </c:pt>
                <c:pt idx="466">
                  <c:v>12.786770000000001</c:v>
                </c:pt>
                <c:pt idx="467">
                  <c:v>12.66581</c:v>
                </c:pt>
                <c:pt idx="468">
                  <c:v>12.70581</c:v>
                </c:pt>
                <c:pt idx="469">
                  <c:v>12.56742</c:v>
                </c:pt>
                <c:pt idx="470">
                  <c:v>12.51839</c:v>
                </c:pt>
                <c:pt idx="471">
                  <c:v>12.492900000000001</c:v>
                </c:pt>
                <c:pt idx="472">
                  <c:v>12.26549</c:v>
                </c:pt>
                <c:pt idx="473">
                  <c:v>12.228389999999999</c:v>
                </c:pt>
                <c:pt idx="474">
                  <c:v>12.365159999999999</c:v>
                </c:pt>
                <c:pt idx="475">
                  <c:v>12.319839999999999</c:v>
                </c:pt>
                <c:pt idx="476">
                  <c:v>12.598710000000001</c:v>
                </c:pt>
                <c:pt idx="477">
                  <c:v>12.593220000000001</c:v>
                </c:pt>
                <c:pt idx="478">
                  <c:v>12.540319999999999</c:v>
                </c:pt>
                <c:pt idx="479">
                  <c:v>12.637259999999999</c:v>
                </c:pt>
                <c:pt idx="480">
                  <c:v>12.78581</c:v>
                </c:pt>
                <c:pt idx="481">
                  <c:v>12.910970000000001</c:v>
                </c:pt>
                <c:pt idx="482">
                  <c:v>12.96903</c:v>
                </c:pt>
                <c:pt idx="483">
                  <c:v>13.03613</c:v>
                </c:pt>
                <c:pt idx="484">
                  <c:v>13.341939999999999</c:v>
                </c:pt>
                <c:pt idx="485">
                  <c:v>13.34839</c:v>
                </c:pt>
                <c:pt idx="486">
                  <c:v>13.34065</c:v>
                </c:pt>
                <c:pt idx="487">
                  <c:v>13.149509999999999</c:v>
                </c:pt>
                <c:pt idx="488">
                  <c:v>13.306929999999999</c:v>
                </c:pt>
                <c:pt idx="489">
                  <c:v>13.26323</c:v>
                </c:pt>
                <c:pt idx="490">
                  <c:v>13.3871</c:v>
                </c:pt>
                <c:pt idx="491">
                  <c:v>13.42839</c:v>
                </c:pt>
                <c:pt idx="492">
                  <c:v>13.36387</c:v>
                </c:pt>
                <c:pt idx="493">
                  <c:v>13.36</c:v>
                </c:pt>
                <c:pt idx="494">
                  <c:v>13.30822</c:v>
                </c:pt>
                <c:pt idx="495">
                  <c:v>13.44774</c:v>
                </c:pt>
                <c:pt idx="496">
                  <c:v>13.380470000000001</c:v>
                </c:pt>
                <c:pt idx="497">
                  <c:v>13.53342</c:v>
                </c:pt>
                <c:pt idx="498">
                  <c:v>13.26412</c:v>
                </c:pt>
                <c:pt idx="499">
                  <c:v>13.471909999999999</c:v>
                </c:pt>
                <c:pt idx="500">
                  <c:v>13.354229999999999</c:v>
                </c:pt>
                <c:pt idx="501">
                  <c:v>13.61093</c:v>
                </c:pt>
                <c:pt idx="502">
                  <c:v>13.9626</c:v>
                </c:pt>
                <c:pt idx="503">
                  <c:v>14.06002</c:v>
                </c:pt>
                <c:pt idx="504">
                  <c:v>14.06959</c:v>
                </c:pt>
                <c:pt idx="505">
                  <c:v>13.65741</c:v>
                </c:pt>
                <c:pt idx="506">
                  <c:v>13.46583</c:v>
                </c:pt>
                <c:pt idx="507">
                  <c:v>13.660629999999999</c:v>
                </c:pt>
                <c:pt idx="508">
                  <c:v>13.75784</c:v>
                </c:pt>
                <c:pt idx="509">
                  <c:v>13.774649999999999</c:v>
                </c:pt>
                <c:pt idx="510">
                  <c:v>13.656829999999999</c:v>
                </c:pt>
                <c:pt idx="511">
                  <c:v>13.671900000000001</c:v>
                </c:pt>
                <c:pt idx="512">
                  <c:v>13.66122</c:v>
                </c:pt>
                <c:pt idx="513">
                  <c:v>13.869429999999999</c:v>
                </c:pt>
                <c:pt idx="514">
                  <c:v>13.9468</c:v>
                </c:pt>
                <c:pt idx="515">
                  <c:v>13.998760000000001</c:v>
                </c:pt>
                <c:pt idx="516">
                  <c:v>13.81517</c:v>
                </c:pt>
                <c:pt idx="517">
                  <c:v>13.94455</c:v>
                </c:pt>
                <c:pt idx="518">
                  <c:v>14.020849999999999</c:v>
                </c:pt>
                <c:pt idx="519">
                  <c:v>13.62786</c:v>
                </c:pt>
                <c:pt idx="520">
                  <c:v>13.742610000000001</c:v>
                </c:pt>
                <c:pt idx="521">
                  <c:v>13.649559999999999</c:v>
                </c:pt>
                <c:pt idx="522">
                  <c:v>13.763210000000001</c:v>
                </c:pt>
                <c:pt idx="523">
                  <c:v>13.79008</c:v>
                </c:pt>
                <c:pt idx="524">
                  <c:v>13.671379999999999</c:v>
                </c:pt>
                <c:pt idx="525">
                  <c:v>13.69594</c:v>
                </c:pt>
                <c:pt idx="526">
                  <c:v>13.630380000000001</c:v>
                </c:pt>
                <c:pt idx="527">
                  <c:v>13.62</c:v>
                </c:pt>
                <c:pt idx="528">
                  <c:v>13.629619999999999</c:v>
                </c:pt>
                <c:pt idx="529">
                  <c:v>13.49605</c:v>
                </c:pt>
                <c:pt idx="530">
                  <c:v>13.500959999999999</c:v>
                </c:pt>
                <c:pt idx="531">
                  <c:v>13.686970000000001</c:v>
                </c:pt>
                <c:pt idx="532">
                  <c:v>13.85026</c:v>
                </c:pt>
                <c:pt idx="533">
                  <c:v>13.79791</c:v>
                </c:pt>
                <c:pt idx="534">
                  <c:v>13.79279</c:v>
                </c:pt>
                <c:pt idx="535">
                  <c:v>13.653840000000001</c:v>
                </c:pt>
                <c:pt idx="536">
                  <c:v>13.7545</c:v>
                </c:pt>
                <c:pt idx="537">
                  <c:v>13.428430000000001</c:v>
                </c:pt>
                <c:pt idx="538">
                  <c:v>13.44373</c:v>
                </c:pt>
                <c:pt idx="539">
                  <c:v>13.264810000000001</c:v>
                </c:pt>
                <c:pt idx="540">
                  <c:v>13.54785</c:v>
                </c:pt>
                <c:pt idx="541">
                  <c:v>13.93117</c:v>
                </c:pt>
                <c:pt idx="542">
                  <c:v>14.003640000000001</c:v>
                </c:pt>
                <c:pt idx="543">
                  <c:v>14.00508</c:v>
                </c:pt>
                <c:pt idx="544">
                  <c:v>14.04068</c:v>
                </c:pt>
                <c:pt idx="545">
                  <c:v>14.35886</c:v>
                </c:pt>
                <c:pt idx="546">
                  <c:v>14.267110000000001</c:v>
                </c:pt>
                <c:pt idx="547">
                  <c:v>14.2216</c:v>
                </c:pt>
                <c:pt idx="548">
                  <c:v>14.54121</c:v>
                </c:pt>
                <c:pt idx="549">
                  <c:v>14.44082</c:v>
                </c:pt>
                <c:pt idx="550">
                  <c:v>14.550610000000001</c:v>
                </c:pt>
                <c:pt idx="551">
                  <c:v>14.63264</c:v>
                </c:pt>
                <c:pt idx="552">
                  <c:v>14.81152</c:v>
                </c:pt>
                <c:pt idx="553">
                  <c:v>14.77469</c:v>
                </c:pt>
                <c:pt idx="554">
                  <c:v>14.94183</c:v>
                </c:pt>
                <c:pt idx="555">
                  <c:v>15.28063</c:v>
                </c:pt>
                <c:pt idx="556">
                  <c:v>15.695029999999999</c:v>
                </c:pt>
                <c:pt idx="557">
                  <c:v>15.68023</c:v>
                </c:pt>
                <c:pt idx="558">
                  <c:v>15.65362</c:v>
                </c:pt>
                <c:pt idx="559">
                  <c:v>16.107230000000001</c:v>
                </c:pt>
                <c:pt idx="560">
                  <c:v>15.764150000000001</c:v>
                </c:pt>
                <c:pt idx="561">
                  <c:v>15.484349999999999</c:v>
                </c:pt>
                <c:pt idx="562">
                  <c:v>15.189159999999999</c:v>
                </c:pt>
                <c:pt idx="563">
                  <c:v>15.034689999999999</c:v>
                </c:pt>
                <c:pt idx="564">
                  <c:v>15.48373</c:v>
                </c:pt>
                <c:pt idx="565">
                  <c:v>15.65185</c:v>
                </c:pt>
                <c:pt idx="566">
                  <c:v>15.86294</c:v>
                </c:pt>
                <c:pt idx="567">
                  <c:v>15.8207</c:v>
                </c:pt>
                <c:pt idx="568">
                  <c:v>15.85533</c:v>
                </c:pt>
                <c:pt idx="569">
                  <c:v>15.91982</c:v>
                </c:pt>
                <c:pt idx="570">
                  <c:v>16.164400000000001</c:v>
                </c:pt>
                <c:pt idx="571">
                  <c:v>16.449100000000001</c:v>
                </c:pt>
                <c:pt idx="572">
                  <c:v>16.538969999999999</c:v>
                </c:pt>
                <c:pt idx="573">
                  <c:v>16.53725</c:v>
                </c:pt>
                <c:pt idx="574">
                  <c:v>16.54391</c:v>
                </c:pt>
                <c:pt idx="575">
                  <c:v>16.666239999999998</c:v>
                </c:pt>
                <c:pt idx="576">
                  <c:v>16.740410000000001</c:v>
                </c:pt>
                <c:pt idx="577">
                  <c:v>16.372150000000001</c:v>
                </c:pt>
                <c:pt idx="578">
                  <c:v>16.466539999999998</c:v>
                </c:pt>
                <c:pt idx="579">
                  <c:v>15.89306</c:v>
                </c:pt>
                <c:pt idx="580">
                  <c:v>15.837400000000001</c:v>
                </c:pt>
                <c:pt idx="581">
                  <c:v>15.402469999999999</c:v>
                </c:pt>
                <c:pt idx="582">
                  <c:v>15.35872</c:v>
                </c:pt>
                <c:pt idx="583">
                  <c:v>14.87913</c:v>
                </c:pt>
                <c:pt idx="584">
                  <c:v>15.357239999999999</c:v>
                </c:pt>
                <c:pt idx="585">
                  <c:v>15.122920000000001</c:v>
                </c:pt>
                <c:pt idx="586">
                  <c:v>15.30865</c:v>
                </c:pt>
                <c:pt idx="587">
                  <c:v>14.700200000000001</c:v>
                </c:pt>
                <c:pt idx="588">
                  <c:v>14.64486</c:v>
                </c:pt>
                <c:pt idx="589">
                  <c:v>13.99282</c:v>
                </c:pt>
                <c:pt idx="590">
                  <c:v>14.26013</c:v>
                </c:pt>
                <c:pt idx="591">
                  <c:v>14.313879999999999</c:v>
                </c:pt>
                <c:pt idx="592">
                  <c:v>14.83911</c:v>
                </c:pt>
                <c:pt idx="593">
                  <c:v>14.55138</c:v>
                </c:pt>
                <c:pt idx="594">
                  <c:v>14.38983</c:v>
                </c:pt>
                <c:pt idx="595">
                  <c:v>14.5212</c:v>
                </c:pt>
                <c:pt idx="596">
                  <c:v>14.584809999999999</c:v>
                </c:pt>
                <c:pt idx="597">
                  <c:v>14.63823</c:v>
                </c:pt>
                <c:pt idx="598">
                  <c:v>14.49417</c:v>
                </c:pt>
                <c:pt idx="599">
                  <c:v>14.5002</c:v>
                </c:pt>
                <c:pt idx="600">
                  <c:v>14.26751</c:v>
                </c:pt>
                <c:pt idx="601">
                  <c:v>13.81747</c:v>
                </c:pt>
                <c:pt idx="602">
                  <c:v>13.64303</c:v>
                </c:pt>
                <c:pt idx="603">
                  <c:v>13.890750000000001</c:v>
                </c:pt>
                <c:pt idx="604">
                  <c:v>13.85655</c:v>
                </c:pt>
                <c:pt idx="605">
                  <c:v>13.99375</c:v>
                </c:pt>
                <c:pt idx="606">
                  <c:v>13.94191</c:v>
                </c:pt>
                <c:pt idx="607">
                  <c:v>14.291040000000001</c:v>
                </c:pt>
                <c:pt idx="608">
                  <c:v>14.309049999999999</c:v>
                </c:pt>
                <c:pt idx="609">
                  <c:v>14.29049</c:v>
                </c:pt>
                <c:pt idx="610">
                  <c:v>14.393000000000001</c:v>
                </c:pt>
                <c:pt idx="611">
                  <c:v>14.128080000000001</c:v>
                </c:pt>
                <c:pt idx="612">
                  <c:v>14.196070000000001</c:v>
                </c:pt>
                <c:pt idx="613">
                  <c:v>13.994960000000001</c:v>
                </c:pt>
                <c:pt idx="614">
                  <c:v>13.98577</c:v>
                </c:pt>
                <c:pt idx="615">
                  <c:v>13.944269999999999</c:v>
                </c:pt>
                <c:pt idx="616">
                  <c:v>14.073639999999999</c:v>
                </c:pt>
                <c:pt idx="617">
                  <c:v>14.006690000000001</c:v>
                </c:pt>
                <c:pt idx="618">
                  <c:v>14.132569999999999</c:v>
                </c:pt>
                <c:pt idx="619">
                  <c:v>14.20459</c:v>
                </c:pt>
                <c:pt idx="620">
                  <c:v>14.141220000000001</c:v>
                </c:pt>
                <c:pt idx="621">
                  <c:v>14.05974</c:v>
                </c:pt>
                <c:pt idx="622">
                  <c:v>14.15924</c:v>
                </c:pt>
                <c:pt idx="623">
                  <c:v>14.37867</c:v>
                </c:pt>
                <c:pt idx="624">
                  <c:v>14.311669999999999</c:v>
                </c:pt>
                <c:pt idx="625">
                  <c:v>14.330260000000001</c:v>
                </c:pt>
                <c:pt idx="626">
                  <c:v>14.384359999999999</c:v>
                </c:pt>
                <c:pt idx="627">
                  <c:v>14.34515</c:v>
                </c:pt>
                <c:pt idx="628">
                  <c:v>14.126799999999999</c:v>
                </c:pt>
                <c:pt idx="629">
                  <c:v>14.05137</c:v>
                </c:pt>
                <c:pt idx="630">
                  <c:v>14.01684</c:v>
                </c:pt>
                <c:pt idx="631">
                  <c:v>13.906230000000001</c:v>
                </c:pt>
                <c:pt idx="632">
                  <c:v>13.914059999999999</c:v>
                </c:pt>
                <c:pt idx="633">
                  <c:v>13.812989999999999</c:v>
                </c:pt>
                <c:pt idx="634">
                  <c:v>13.622310000000001</c:v>
                </c:pt>
                <c:pt idx="635">
                  <c:v>13.537940000000001</c:v>
                </c:pt>
                <c:pt idx="636">
                  <c:v>13.564489999999999</c:v>
                </c:pt>
                <c:pt idx="637">
                  <c:v>13.149089999999999</c:v>
                </c:pt>
                <c:pt idx="638">
                  <c:v>13.376849999999999</c:v>
                </c:pt>
                <c:pt idx="639">
                  <c:v>13.573090000000001</c:v>
                </c:pt>
                <c:pt idx="640">
                  <c:v>13.74248</c:v>
                </c:pt>
                <c:pt idx="641">
                  <c:v>13.73577</c:v>
                </c:pt>
                <c:pt idx="642">
                  <c:v>13.84552</c:v>
                </c:pt>
                <c:pt idx="643">
                  <c:v>13.709429999999999</c:v>
                </c:pt>
                <c:pt idx="644">
                  <c:v>13.652290000000001</c:v>
                </c:pt>
                <c:pt idx="645">
                  <c:v>13.95115</c:v>
                </c:pt>
                <c:pt idx="646">
                  <c:v>14.0404</c:v>
                </c:pt>
                <c:pt idx="647">
                  <c:v>14.04402</c:v>
                </c:pt>
                <c:pt idx="648">
                  <c:v>14.00263</c:v>
                </c:pt>
                <c:pt idx="649">
                  <c:v>14.20473</c:v>
                </c:pt>
                <c:pt idx="650">
                  <c:v>14.45988</c:v>
                </c:pt>
                <c:pt idx="651">
                  <c:v>14.33929</c:v>
                </c:pt>
                <c:pt idx="652">
                  <c:v>14.119820000000001</c:v>
                </c:pt>
                <c:pt idx="653">
                  <c:v>14.10633</c:v>
                </c:pt>
                <c:pt idx="654">
                  <c:v>14.033300000000001</c:v>
                </c:pt>
                <c:pt idx="655">
                  <c:v>13.983610000000001</c:v>
                </c:pt>
                <c:pt idx="656">
                  <c:v>13.96485</c:v>
                </c:pt>
                <c:pt idx="657">
                  <c:v>13.99982</c:v>
                </c:pt>
                <c:pt idx="658">
                  <c:v>14.002599999999999</c:v>
                </c:pt>
                <c:pt idx="659">
                  <c:v>14.016830000000001</c:v>
                </c:pt>
                <c:pt idx="660">
                  <c:v>13.90531</c:v>
                </c:pt>
                <c:pt idx="661">
                  <c:v>13.70857</c:v>
                </c:pt>
                <c:pt idx="662">
                  <c:v>13.783950000000001</c:v>
                </c:pt>
                <c:pt idx="663">
                  <c:v>13.85507</c:v>
                </c:pt>
                <c:pt idx="664">
                  <c:v>13.74314</c:v>
                </c:pt>
                <c:pt idx="665">
                  <c:v>13.6311</c:v>
                </c:pt>
                <c:pt idx="666">
                  <c:v>13.86571</c:v>
                </c:pt>
                <c:pt idx="667">
                  <c:v>13.96203</c:v>
                </c:pt>
                <c:pt idx="668">
                  <c:v>14.19608</c:v>
                </c:pt>
                <c:pt idx="669">
                  <c:v>14.28829</c:v>
                </c:pt>
                <c:pt idx="670">
                  <c:v>14.219290000000001</c:v>
                </c:pt>
                <c:pt idx="671">
                  <c:v>14.153280000000001</c:v>
                </c:pt>
                <c:pt idx="672">
                  <c:v>14.09679</c:v>
                </c:pt>
                <c:pt idx="673">
                  <c:v>13.774010000000001</c:v>
                </c:pt>
                <c:pt idx="674">
                  <c:v>13.61354</c:v>
                </c:pt>
                <c:pt idx="675">
                  <c:v>13.522600000000001</c:v>
                </c:pt>
                <c:pt idx="676">
                  <c:v>13.42071</c:v>
                </c:pt>
                <c:pt idx="677">
                  <c:v>13.009449999999999</c:v>
                </c:pt>
                <c:pt idx="678">
                  <c:v>13.14373</c:v>
                </c:pt>
                <c:pt idx="679">
                  <c:v>13.22227</c:v>
                </c:pt>
                <c:pt idx="680">
                  <c:v>13.452920000000001</c:v>
                </c:pt>
                <c:pt idx="681">
                  <c:v>13.385350000000001</c:v>
                </c:pt>
                <c:pt idx="682">
                  <c:v>13.546950000000001</c:v>
                </c:pt>
                <c:pt idx="683">
                  <c:v>13.44139</c:v>
                </c:pt>
                <c:pt idx="684">
                  <c:v>13.209540000000001</c:v>
                </c:pt>
                <c:pt idx="685">
                  <c:v>13.13237</c:v>
                </c:pt>
                <c:pt idx="686">
                  <c:v>13.17432</c:v>
                </c:pt>
                <c:pt idx="687">
                  <c:v>13.30125</c:v>
                </c:pt>
                <c:pt idx="688">
                  <c:v>12.93934</c:v>
                </c:pt>
                <c:pt idx="689">
                  <c:v>12.19998</c:v>
                </c:pt>
                <c:pt idx="690">
                  <c:v>11.48634</c:v>
                </c:pt>
                <c:pt idx="691">
                  <c:v>11.87238</c:v>
                </c:pt>
                <c:pt idx="692">
                  <c:v>12.353149999999999</c:v>
                </c:pt>
                <c:pt idx="693">
                  <c:v>12.148619999999999</c:v>
                </c:pt>
                <c:pt idx="694">
                  <c:v>12.32729</c:v>
                </c:pt>
                <c:pt idx="695">
                  <c:v>12.22118</c:v>
                </c:pt>
                <c:pt idx="696">
                  <c:v>12.34887</c:v>
                </c:pt>
                <c:pt idx="697">
                  <c:v>12.193989999999999</c:v>
                </c:pt>
                <c:pt idx="698">
                  <c:v>12.14493</c:v>
                </c:pt>
                <c:pt idx="699">
                  <c:v>12.24639</c:v>
                </c:pt>
                <c:pt idx="700">
                  <c:v>12.46932</c:v>
                </c:pt>
                <c:pt idx="701">
                  <c:v>12.44135</c:v>
                </c:pt>
                <c:pt idx="702">
                  <c:v>12.322179999999999</c:v>
                </c:pt>
                <c:pt idx="703">
                  <c:v>12.168799999999999</c:v>
                </c:pt>
                <c:pt idx="704">
                  <c:v>11.95627</c:v>
                </c:pt>
                <c:pt idx="705">
                  <c:v>11.626709999999999</c:v>
                </c:pt>
                <c:pt idx="706">
                  <c:v>11.734489999999999</c:v>
                </c:pt>
                <c:pt idx="707">
                  <c:v>11.394130000000001</c:v>
                </c:pt>
                <c:pt idx="708">
                  <c:v>11.22095</c:v>
                </c:pt>
                <c:pt idx="709">
                  <c:v>11.39315</c:v>
                </c:pt>
                <c:pt idx="710">
                  <c:v>11.949</c:v>
                </c:pt>
                <c:pt idx="711">
                  <c:v>11.961370000000001</c:v>
                </c:pt>
                <c:pt idx="712">
                  <c:v>11.79485</c:v>
                </c:pt>
                <c:pt idx="713">
                  <c:v>11.75806</c:v>
                </c:pt>
                <c:pt idx="714">
                  <c:v>11.84281</c:v>
                </c:pt>
                <c:pt idx="715">
                  <c:v>12.143689999999999</c:v>
                </c:pt>
                <c:pt idx="716">
                  <c:v>12.25713</c:v>
                </c:pt>
                <c:pt idx="717">
                  <c:v>12.34976</c:v>
                </c:pt>
                <c:pt idx="718">
                  <c:v>12.261810000000001</c:v>
                </c:pt>
                <c:pt idx="719">
                  <c:v>12.407870000000001</c:v>
                </c:pt>
                <c:pt idx="720">
                  <c:v>12.5791</c:v>
                </c:pt>
                <c:pt idx="721">
                  <c:v>12.5246</c:v>
                </c:pt>
                <c:pt idx="722">
                  <c:v>12.20895</c:v>
                </c:pt>
                <c:pt idx="723">
                  <c:v>12.377230000000001</c:v>
                </c:pt>
                <c:pt idx="724">
                  <c:v>12.18089</c:v>
                </c:pt>
                <c:pt idx="725">
                  <c:v>12.006169999999999</c:v>
                </c:pt>
                <c:pt idx="726">
                  <c:v>11.78927</c:v>
                </c:pt>
                <c:pt idx="727">
                  <c:v>11.60577</c:v>
                </c:pt>
                <c:pt idx="728">
                  <c:v>11.78224</c:v>
                </c:pt>
                <c:pt idx="729">
                  <c:v>11.452819999999999</c:v>
                </c:pt>
                <c:pt idx="730">
                  <c:v>11.453010000000001</c:v>
                </c:pt>
                <c:pt idx="731">
                  <c:v>11.49084</c:v>
                </c:pt>
                <c:pt idx="732">
                  <c:v>11.61599</c:v>
                </c:pt>
                <c:pt idx="733">
                  <c:v>11.45008</c:v>
                </c:pt>
                <c:pt idx="734">
                  <c:v>11.47288</c:v>
                </c:pt>
                <c:pt idx="735">
                  <c:v>11.58817</c:v>
                </c:pt>
                <c:pt idx="736">
                  <c:v>11.502890000000001</c:v>
                </c:pt>
                <c:pt idx="737">
                  <c:v>11.51628</c:v>
                </c:pt>
                <c:pt idx="738">
                  <c:v>11.49647</c:v>
                </c:pt>
                <c:pt idx="739">
                  <c:v>11.248379999999999</c:v>
                </c:pt>
                <c:pt idx="740">
                  <c:v>11.262829999999999</c:v>
                </c:pt>
                <c:pt idx="741">
                  <c:v>11.20115</c:v>
                </c:pt>
                <c:pt idx="742">
                  <c:v>11.62181</c:v>
                </c:pt>
                <c:pt idx="743">
                  <c:v>11.72503</c:v>
                </c:pt>
                <c:pt idx="744">
                  <c:v>11.94523</c:v>
                </c:pt>
                <c:pt idx="745">
                  <c:v>11.75412</c:v>
                </c:pt>
                <c:pt idx="746">
                  <c:v>11.83253</c:v>
                </c:pt>
                <c:pt idx="747">
                  <c:v>11.80819</c:v>
                </c:pt>
                <c:pt idx="748">
                  <c:v>11.97254</c:v>
                </c:pt>
                <c:pt idx="749">
                  <c:v>12.037850000000001</c:v>
                </c:pt>
                <c:pt idx="750">
                  <c:v>12.24248</c:v>
                </c:pt>
                <c:pt idx="751">
                  <c:v>12.403689999999999</c:v>
                </c:pt>
                <c:pt idx="752">
                  <c:v>12.36253</c:v>
                </c:pt>
                <c:pt idx="753">
                  <c:v>12.413959999999999</c:v>
                </c:pt>
                <c:pt idx="754">
                  <c:v>12.41976</c:v>
                </c:pt>
                <c:pt idx="755">
                  <c:v>12.250360000000001</c:v>
                </c:pt>
                <c:pt idx="756">
                  <c:v>12.02073</c:v>
                </c:pt>
                <c:pt idx="757">
                  <c:v>11.98616</c:v>
                </c:pt>
                <c:pt idx="758">
                  <c:v>11.877980000000001</c:v>
                </c:pt>
                <c:pt idx="759">
                  <c:v>11.82577</c:v>
                </c:pt>
                <c:pt idx="760">
                  <c:v>11.71421</c:v>
                </c:pt>
                <c:pt idx="761">
                  <c:v>11.732670000000001</c:v>
                </c:pt>
                <c:pt idx="762">
                  <c:v>11.83098</c:v>
                </c:pt>
                <c:pt idx="763">
                  <c:v>11.61312</c:v>
                </c:pt>
                <c:pt idx="764">
                  <c:v>11.574310000000001</c:v>
                </c:pt>
                <c:pt idx="765">
                  <c:v>11.58122</c:v>
                </c:pt>
                <c:pt idx="766">
                  <c:v>11.72114</c:v>
                </c:pt>
                <c:pt idx="767">
                  <c:v>11.939690000000001</c:v>
                </c:pt>
                <c:pt idx="768">
                  <c:v>12.02285</c:v>
                </c:pt>
                <c:pt idx="769">
                  <c:v>11.974729999999999</c:v>
                </c:pt>
                <c:pt idx="770">
                  <c:v>12.154059999999999</c:v>
                </c:pt>
                <c:pt idx="771">
                  <c:v>12.114789999999999</c:v>
                </c:pt>
                <c:pt idx="772">
                  <c:v>11.87679</c:v>
                </c:pt>
                <c:pt idx="773">
                  <c:v>11.770440000000001</c:v>
                </c:pt>
                <c:pt idx="774">
                  <c:v>11.71871</c:v>
                </c:pt>
                <c:pt idx="775">
                  <c:v>11.59684</c:v>
                </c:pt>
                <c:pt idx="776">
                  <c:v>11.582850000000001</c:v>
                </c:pt>
                <c:pt idx="777">
                  <c:v>11.638109999999999</c:v>
                </c:pt>
                <c:pt idx="778">
                  <c:v>11.346909999999999</c:v>
                </c:pt>
                <c:pt idx="779">
                  <c:v>11.291320000000001</c:v>
                </c:pt>
                <c:pt idx="780">
                  <c:v>11.163410000000001</c:v>
                </c:pt>
                <c:pt idx="781">
                  <c:v>11.204660000000001</c:v>
                </c:pt>
                <c:pt idx="782">
                  <c:v>11.20894</c:v>
                </c:pt>
                <c:pt idx="783">
                  <c:v>11.01732</c:v>
                </c:pt>
                <c:pt idx="784">
                  <c:v>10.79757</c:v>
                </c:pt>
                <c:pt idx="785">
                  <c:v>11.147019999999999</c:v>
                </c:pt>
                <c:pt idx="786">
                  <c:v>11.20147</c:v>
                </c:pt>
                <c:pt idx="787">
                  <c:v>11.32973</c:v>
                </c:pt>
                <c:pt idx="788">
                  <c:v>11.21368</c:v>
                </c:pt>
                <c:pt idx="789">
                  <c:v>11.14742</c:v>
                </c:pt>
                <c:pt idx="790">
                  <c:v>10.99474</c:v>
                </c:pt>
                <c:pt idx="791">
                  <c:v>10.84282</c:v>
                </c:pt>
                <c:pt idx="792">
                  <c:v>10.868370000000001</c:v>
                </c:pt>
                <c:pt idx="793">
                  <c:v>10.68998</c:v>
                </c:pt>
                <c:pt idx="794">
                  <c:v>10.4125</c:v>
                </c:pt>
                <c:pt idx="795">
                  <c:v>10.608269999999999</c:v>
                </c:pt>
                <c:pt idx="796">
                  <c:v>10.65404</c:v>
                </c:pt>
                <c:pt idx="797">
                  <c:v>10.71941</c:v>
                </c:pt>
                <c:pt idx="798">
                  <c:v>10.692119999999999</c:v>
                </c:pt>
                <c:pt idx="799">
                  <c:v>10.6761</c:v>
                </c:pt>
                <c:pt idx="800">
                  <c:v>10.659330000000001</c:v>
                </c:pt>
                <c:pt idx="801">
                  <c:v>10.48892</c:v>
                </c:pt>
                <c:pt idx="802">
                  <c:v>10.605399999999999</c:v>
                </c:pt>
                <c:pt idx="803">
                  <c:v>10.80987</c:v>
                </c:pt>
                <c:pt idx="804">
                  <c:v>10.744429999999999</c:v>
                </c:pt>
                <c:pt idx="805">
                  <c:v>10.63767</c:v>
                </c:pt>
                <c:pt idx="806">
                  <c:v>10.36186</c:v>
                </c:pt>
                <c:pt idx="807">
                  <c:v>10.44319</c:v>
                </c:pt>
                <c:pt idx="808">
                  <c:v>10.626810000000001</c:v>
                </c:pt>
                <c:pt idx="809">
                  <c:v>10.7371</c:v>
                </c:pt>
                <c:pt idx="810">
                  <c:v>10.782310000000001</c:v>
                </c:pt>
                <c:pt idx="811">
                  <c:v>11.119809999999999</c:v>
                </c:pt>
                <c:pt idx="812">
                  <c:v>10.99113</c:v>
                </c:pt>
                <c:pt idx="813">
                  <c:v>10.93854</c:v>
                </c:pt>
                <c:pt idx="814">
                  <c:v>10.85411</c:v>
                </c:pt>
                <c:pt idx="815">
                  <c:v>10.80495</c:v>
                </c:pt>
                <c:pt idx="816">
                  <c:v>10.78809</c:v>
                </c:pt>
                <c:pt idx="817">
                  <c:v>11.16305</c:v>
                </c:pt>
                <c:pt idx="818">
                  <c:v>11.09984</c:v>
                </c:pt>
                <c:pt idx="819">
                  <c:v>10.89106</c:v>
                </c:pt>
                <c:pt idx="820">
                  <c:v>10.685930000000001</c:v>
                </c:pt>
                <c:pt idx="821">
                  <c:v>10.668089999999999</c:v>
                </c:pt>
                <c:pt idx="822">
                  <c:v>10.32194</c:v>
                </c:pt>
                <c:pt idx="823">
                  <c:v>10.237030000000001</c:v>
                </c:pt>
                <c:pt idx="824">
                  <c:v>10.493650000000001</c:v>
                </c:pt>
                <c:pt idx="825">
                  <c:v>10.515779999999999</c:v>
                </c:pt>
                <c:pt idx="826">
                  <c:v>10.4856</c:v>
                </c:pt>
                <c:pt idx="827">
                  <c:v>10.453849999999999</c:v>
                </c:pt>
                <c:pt idx="828">
                  <c:v>10.703279999999999</c:v>
                </c:pt>
                <c:pt idx="829">
                  <c:v>10.677670000000001</c:v>
                </c:pt>
                <c:pt idx="830">
                  <c:v>10.57953</c:v>
                </c:pt>
                <c:pt idx="831">
                  <c:v>10.86253</c:v>
                </c:pt>
                <c:pt idx="832">
                  <c:v>10.947319999999999</c:v>
                </c:pt>
                <c:pt idx="833">
                  <c:v>10.850250000000001</c:v>
                </c:pt>
                <c:pt idx="834">
                  <c:v>10.66169</c:v>
                </c:pt>
                <c:pt idx="835">
                  <c:v>10.70321</c:v>
                </c:pt>
                <c:pt idx="836">
                  <c:v>10.83822</c:v>
                </c:pt>
                <c:pt idx="837">
                  <c:v>10.87166</c:v>
                </c:pt>
                <c:pt idx="838">
                  <c:v>10.67826</c:v>
                </c:pt>
                <c:pt idx="839">
                  <c:v>10.527189999999999</c:v>
                </c:pt>
                <c:pt idx="840">
                  <c:v>10.31429</c:v>
                </c:pt>
                <c:pt idx="841">
                  <c:v>10.34196</c:v>
                </c:pt>
                <c:pt idx="842">
                  <c:v>10.04086</c:v>
                </c:pt>
                <c:pt idx="843">
                  <c:v>10.05904</c:v>
                </c:pt>
                <c:pt idx="844">
                  <c:v>10.0837</c:v>
                </c:pt>
                <c:pt idx="845">
                  <c:v>10.154199999999999</c:v>
                </c:pt>
                <c:pt idx="846">
                  <c:v>10.0151</c:v>
                </c:pt>
                <c:pt idx="847">
                  <c:v>9.9191299999999991</c:v>
                </c:pt>
                <c:pt idx="848">
                  <c:v>9.6168600000000009</c:v>
                </c:pt>
                <c:pt idx="849">
                  <c:v>9.2485800000000005</c:v>
                </c:pt>
                <c:pt idx="850">
                  <c:v>9.0616099999999999</c:v>
                </c:pt>
                <c:pt idx="851">
                  <c:v>9.0723099999999999</c:v>
                </c:pt>
                <c:pt idx="852">
                  <c:v>9.0582499999999992</c:v>
                </c:pt>
                <c:pt idx="853">
                  <c:v>8.73231</c:v>
                </c:pt>
                <c:pt idx="854">
                  <c:v>8.0640599999999996</c:v>
                </c:pt>
                <c:pt idx="855">
                  <c:v>7.5727200000000003</c:v>
                </c:pt>
                <c:pt idx="856">
                  <c:v>8.6747499999999995</c:v>
                </c:pt>
                <c:pt idx="857">
                  <c:v>9.1977799999999998</c:v>
                </c:pt>
                <c:pt idx="858">
                  <c:v>9.1787600000000005</c:v>
                </c:pt>
                <c:pt idx="859">
                  <c:v>9.0395599999999998</c:v>
                </c:pt>
                <c:pt idx="860">
                  <c:v>9.3937299999999997</c:v>
                </c:pt>
                <c:pt idx="861">
                  <c:v>9.51206</c:v>
                </c:pt>
                <c:pt idx="862">
                  <c:v>9.3719999999999999</c:v>
                </c:pt>
                <c:pt idx="863">
                  <c:v>9.0531699999999997</c:v>
                </c:pt>
                <c:pt idx="864">
                  <c:v>9.1690500000000004</c:v>
                </c:pt>
                <c:pt idx="865">
                  <c:v>9.3040199999999995</c:v>
                </c:pt>
                <c:pt idx="866">
                  <c:v>9.4425899999999992</c:v>
                </c:pt>
                <c:pt idx="867">
                  <c:v>9.2739399999999996</c:v>
                </c:pt>
                <c:pt idx="868">
                  <c:v>9.36</c:v>
                </c:pt>
                <c:pt idx="869">
                  <c:v>9.6514000000000006</c:v>
                </c:pt>
                <c:pt idx="870">
                  <c:v>9.6025700000000001</c:v>
                </c:pt>
                <c:pt idx="871">
                  <c:v>9.4054599999999997</c:v>
                </c:pt>
                <c:pt idx="872">
                  <c:v>9.2186199999999996</c:v>
                </c:pt>
                <c:pt idx="873">
                  <c:v>9.2065300000000008</c:v>
                </c:pt>
                <c:pt idx="874">
                  <c:v>8.8732100000000003</c:v>
                </c:pt>
                <c:pt idx="875">
                  <c:v>8.9807100000000002</c:v>
                </c:pt>
                <c:pt idx="876">
                  <c:v>9.0389499999999998</c:v>
                </c:pt>
                <c:pt idx="877">
                  <c:v>9.0866199999999999</c:v>
                </c:pt>
                <c:pt idx="878">
                  <c:v>9.0804799999999997</c:v>
                </c:pt>
                <c:pt idx="879">
                  <c:v>9.0606600000000004</c:v>
                </c:pt>
                <c:pt idx="880">
                  <c:v>8.8538300000000003</c:v>
                </c:pt>
                <c:pt idx="881">
                  <c:v>8.7150499999999997</c:v>
                </c:pt>
                <c:pt idx="882">
                  <c:v>8.4733400000000003</c:v>
                </c:pt>
                <c:pt idx="883">
                  <c:v>8.4613099999999992</c:v>
                </c:pt>
                <c:pt idx="884">
                  <c:v>8.1122399999999999</c:v>
                </c:pt>
                <c:pt idx="885">
                  <c:v>8.1541599999999992</c:v>
                </c:pt>
                <c:pt idx="886">
                  <c:v>8.2666299999999993</c:v>
                </c:pt>
                <c:pt idx="887">
                  <c:v>8.4060799999999993</c:v>
                </c:pt>
                <c:pt idx="888">
                  <c:v>8.8931400000000007</c:v>
                </c:pt>
                <c:pt idx="889">
                  <c:v>8.9044100000000004</c:v>
                </c:pt>
                <c:pt idx="890">
                  <c:v>8.8777600000000003</c:v>
                </c:pt>
                <c:pt idx="891">
                  <c:v>8.7656700000000001</c:v>
                </c:pt>
                <c:pt idx="892">
                  <c:v>8.6541599999999992</c:v>
                </c:pt>
                <c:pt idx="893">
                  <c:v>8.2818500000000004</c:v>
                </c:pt>
                <c:pt idx="894">
                  <c:v>8.1989400000000003</c:v>
                </c:pt>
                <c:pt idx="895">
                  <c:v>8.0879999999999992</c:v>
                </c:pt>
                <c:pt idx="896">
                  <c:v>8.1821699999999993</c:v>
                </c:pt>
                <c:pt idx="897">
                  <c:v>8.0025499999999994</c:v>
                </c:pt>
                <c:pt idx="898">
                  <c:v>8.2471300000000003</c:v>
                </c:pt>
                <c:pt idx="899">
                  <c:v>8.2536100000000001</c:v>
                </c:pt>
                <c:pt idx="900">
                  <c:v>8.5735799999999998</c:v>
                </c:pt>
                <c:pt idx="901">
                  <c:v>8.5526800000000005</c:v>
                </c:pt>
                <c:pt idx="902">
                  <c:v>8.3844100000000008</c:v>
                </c:pt>
                <c:pt idx="903">
                  <c:v>8.6183200000000006</c:v>
                </c:pt>
                <c:pt idx="904">
                  <c:v>8.5249500000000005</c:v>
                </c:pt>
                <c:pt idx="905">
                  <c:v>8.2869399999999995</c:v>
                </c:pt>
                <c:pt idx="906">
                  <c:v>8.3110400000000002</c:v>
                </c:pt>
                <c:pt idx="907">
                  <c:v>8.34544</c:v>
                </c:pt>
                <c:pt idx="908">
                  <c:v>8.57423</c:v>
                </c:pt>
                <c:pt idx="909">
                  <c:v>8.7531499999999998</c:v>
                </c:pt>
                <c:pt idx="910">
                  <c:v>8.9703099999999996</c:v>
                </c:pt>
                <c:pt idx="911">
                  <c:v>8.9025400000000001</c:v>
                </c:pt>
                <c:pt idx="912">
                  <c:v>8.8635699999999993</c:v>
                </c:pt>
                <c:pt idx="913">
                  <c:v>8.8536000000000001</c:v>
                </c:pt>
                <c:pt idx="914">
                  <c:v>9.1262500000000006</c:v>
                </c:pt>
                <c:pt idx="915">
                  <c:v>9.1463999999999999</c:v>
                </c:pt>
                <c:pt idx="916">
                  <c:v>9.4700500000000005</c:v>
                </c:pt>
                <c:pt idx="917">
                  <c:v>9.3689900000000002</c:v>
                </c:pt>
                <c:pt idx="918">
                  <c:v>9.3914399999999993</c:v>
                </c:pt>
                <c:pt idx="919">
                  <c:v>9.0152900000000002</c:v>
                </c:pt>
                <c:pt idx="920">
                  <c:v>9.0687899999999999</c:v>
                </c:pt>
                <c:pt idx="921">
                  <c:v>9.2191100000000006</c:v>
                </c:pt>
                <c:pt idx="922">
                  <c:v>8.99803</c:v>
                </c:pt>
                <c:pt idx="923">
                  <c:v>9.1248400000000007</c:v>
                </c:pt>
                <c:pt idx="924">
                  <c:v>9.1681500000000007</c:v>
                </c:pt>
                <c:pt idx="925">
                  <c:v>9.3439499999999995</c:v>
                </c:pt>
                <c:pt idx="926">
                  <c:v>9.1070100000000007</c:v>
                </c:pt>
                <c:pt idx="927">
                  <c:v>9.2909199999999998</c:v>
                </c:pt>
                <c:pt idx="928">
                  <c:v>9.5348500000000005</c:v>
                </c:pt>
                <c:pt idx="929">
                  <c:v>9.6895100000000003</c:v>
                </c:pt>
                <c:pt idx="930">
                  <c:v>9.7204499999999996</c:v>
                </c:pt>
                <c:pt idx="931">
                  <c:v>9.5216899999999995</c:v>
                </c:pt>
                <c:pt idx="932">
                  <c:v>9.4835200000000004</c:v>
                </c:pt>
                <c:pt idx="933">
                  <c:v>9.4871499999999997</c:v>
                </c:pt>
                <c:pt idx="934">
                  <c:v>9.5042100000000005</c:v>
                </c:pt>
                <c:pt idx="935">
                  <c:v>9.5209600000000005</c:v>
                </c:pt>
                <c:pt idx="936">
                  <c:v>9.3947900000000004</c:v>
                </c:pt>
                <c:pt idx="937">
                  <c:v>9.4347300000000001</c:v>
                </c:pt>
                <c:pt idx="938">
                  <c:v>9.4689599999999992</c:v>
                </c:pt>
                <c:pt idx="939">
                  <c:v>9.1454599999999999</c:v>
                </c:pt>
                <c:pt idx="940">
                  <c:v>8.9975699999999996</c:v>
                </c:pt>
                <c:pt idx="941">
                  <c:v>8.9898100000000003</c:v>
                </c:pt>
                <c:pt idx="942">
                  <c:v>8.97973</c:v>
                </c:pt>
                <c:pt idx="943">
                  <c:v>8.7592400000000001</c:v>
                </c:pt>
                <c:pt idx="944">
                  <c:v>8.9554100000000005</c:v>
                </c:pt>
                <c:pt idx="945">
                  <c:v>8.8853500000000007</c:v>
                </c:pt>
                <c:pt idx="946">
                  <c:v>8.9681499999999996</c:v>
                </c:pt>
                <c:pt idx="947">
                  <c:v>8.8950600000000009</c:v>
                </c:pt>
                <c:pt idx="948">
                  <c:v>8.86111</c:v>
                </c:pt>
                <c:pt idx="949">
                  <c:v>8.7972999999999999</c:v>
                </c:pt>
                <c:pt idx="950">
                  <c:v>8.9073499999999992</c:v>
                </c:pt>
                <c:pt idx="951">
                  <c:v>8.8016100000000002</c:v>
                </c:pt>
                <c:pt idx="952">
                  <c:v>8.78355</c:v>
                </c:pt>
                <c:pt idx="953">
                  <c:v>8.5350300000000008</c:v>
                </c:pt>
                <c:pt idx="954">
                  <c:v>8.4815299999999993</c:v>
                </c:pt>
                <c:pt idx="955">
                  <c:v>8.3044600000000006</c:v>
                </c:pt>
                <c:pt idx="956">
                  <c:v>8.3528699999999994</c:v>
                </c:pt>
                <c:pt idx="957">
                  <c:v>8.5325900000000008</c:v>
                </c:pt>
                <c:pt idx="958">
                  <c:v>8.5465</c:v>
                </c:pt>
                <c:pt idx="959">
                  <c:v>8.4420400000000004</c:v>
                </c:pt>
                <c:pt idx="960">
                  <c:v>8.4089200000000002</c:v>
                </c:pt>
                <c:pt idx="961">
                  <c:v>8.2697299999999991</c:v>
                </c:pt>
                <c:pt idx="962">
                  <c:v>8.4999199999999995</c:v>
                </c:pt>
                <c:pt idx="963">
                  <c:v>8.5333000000000006</c:v>
                </c:pt>
                <c:pt idx="964">
                  <c:v>8.4797399999999996</c:v>
                </c:pt>
                <c:pt idx="965">
                  <c:v>8.4069800000000008</c:v>
                </c:pt>
                <c:pt idx="966">
                  <c:v>8.4285399999999999</c:v>
                </c:pt>
                <c:pt idx="967">
                  <c:v>8.3755100000000002</c:v>
                </c:pt>
                <c:pt idx="968">
                  <c:v>8.3596699999999995</c:v>
                </c:pt>
                <c:pt idx="969">
                  <c:v>8.3524499999999993</c:v>
                </c:pt>
                <c:pt idx="970">
                  <c:v>8.3187800000000003</c:v>
                </c:pt>
                <c:pt idx="971">
                  <c:v>8.2123699999999999</c:v>
                </c:pt>
                <c:pt idx="972">
                  <c:v>8.5474300000000003</c:v>
                </c:pt>
                <c:pt idx="973">
                  <c:v>8.6060599999999994</c:v>
                </c:pt>
                <c:pt idx="974">
                  <c:v>8.5454000000000008</c:v>
                </c:pt>
                <c:pt idx="975">
                  <c:v>8.50427</c:v>
                </c:pt>
                <c:pt idx="976">
                  <c:v>8.5460899999999995</c:v>
                </c:pt>
                <c:pt idx="977">
                  <c:v>8.40808</c:v>
                </c:pt>
                <c:pt idx="978">
                  <c:v>8.3291900000000005</c:v>
                </c:pt>
                <c:pt idx="979">
                  <c:v>8.2186699999999995</c:v>
                </c:pt>
                <c:pt idx="980">
                  <c:v>8.2026500000000002</c:v>
                </c:pt>
                <c:pt idx="981">
                  <c:v>8.1785499999999995</c:v>
                </c:pt>
                <c:pt idx="982">
                  <c:v>8.0895799999999998</c:v>
                </c:pt>
                <c:pt idx="983">
                  <c:v>8.3027599999999993</c:v>
                </c:pt>
                <c:pt idx="984">
                  <c:v>8.3339700000000008</c:v>
                </c:pt>
                <c:pt idx="985">
                  <c:v>8.2782300000000006</c:v>
                </c:pt>
                <c:pt idx="986">
                  <c:v>8.1157900000000005</c:v>
                </c:pt>
                <c:pt idx="987">
                  <c:v>8.1131399999999996</c:v>
                </c:pt>
                <c:pt idx="988">
                  <c:v>7.9367099999999997</c:v>
                </c:pt>
                <c:pt idx="989">
                  <c:v>7.8504800000000001</c:v>
                </c:pt>
                <c:pt idx="990">
                  <c:v>7.9251399999999999</c:v>
                </c:pt>
                <c:pt idx="991">
                  <c:v>7.72112</c:v>
                </c:pt>
                <c:pt idx="992">
                  <c:v>7.6337999999999999</c:v>
                </c:pt>
                <c:pt idx="993">
                  <c:v>7.4854500000000002</c:v>
                </c:pt>
                <c:pt idx="994">
                  <c:v>7.5185700000000004</c:v>
                </c:pt>
                <c:pt idx="995">
                  <c:v>7.5529599999999997</c:v>
                </c:pt>
                <c:pt idx="996">
                  <c:v>7.35961</c:v>
                </c:pt>
                <c:pt idx="997">
                  <c:v>7.2993600000000001</c:v>
                </c:pt>
                <c:pt idx="998">
                  <c:v>7.2878999999999996</c:v>
                </c:pt>
                <c:pt idx="999">
                  <c:v>7.25223</c:v>
                </c:pt>
                <c:pt idx="1000">
                  <c:v>7.3007299999999997</c:v>
                </c:pt>
                <c:pt idx="1001">
                  <c:v>7.6231200000000001</c:v>
                </c:pt>
                <c:pt idx="1002">
                  <c:v>7.5567799999999998</c:v>
                </c:pt>
                <c:pt idx="1003">
                  <c:v>7.3988199999999997</c:v>
                </c:pt>
                <c:pt idx="1004">
                  <c:v>7.1530500000000004</c:v>
                </c:pt>
                <c:pt idx="1005">
                  <c:v>6.98726</c:v>
                </c:pt>
                <c:pt idx="1006">
                  <c:v>6.9847099999999998</c:v>
                </c:pt>
                <c:pt idx="1007">
                  <c:v>6.8523199999999997</c:v>
                </c:pt>
                <c:pt idx="1008">
                  <c:v>6.9413999999999998</c:v>
                </c:pt>
                <c:pt idx="1009">
                  <c:v>6.9541399999999998</c:v>
                </c:pt>
                <c:pt idx="1010">
                  <c:v>7.0803399999999996</c:v>
                </c:pt>
                <c:pt idx="1011">
                  <c:v>6.8509599999999997</c:v>
                </c:pt>
                <c:pt idx="1012">
                  <c:v>6.7415700000000003</c:v>
                </c:pt>
                <c:pt idx="1013">
                  <c:v>6.7543100000000003</c:v>
                </c:pt>
                <c:pt idx="1014">
                  <c:v>6.2012700000000001</c:v>
                </c:pt>
                <c:pt idx="1015">
                  <c:v>6.2917199999999998</c:v>
                </c:pt>
                <c:pt idx="1016">
                  <c:v>6.4051799999999997</c:v>
                </c:pt>
                <c:pt idx="1017">
                  <c:v>6.4067800000000004</c:v>
                </c:pt>
                <c:pt idx="1018">
                  <c:v>6.1480100000000002</c:v>
                </c:pt>
                <c:pt idx="1019">
                  <c:v>6.0616099999999999</c:v>
                </c:pt>
                <c:pt idx="1020">
                  <c:v>6.4102699999999997</c:v>
                </c:pt>
                <c:pt idx="1021">
                  <c:v>6.5644099999999996</c:v>
                </c:pt>
                <c:pt idx="1022">
                  <c:v>6.4026300000000003</c:v>
                </c:pt>
                <c:pt idx="1023">
                  <c:v>6.8229300000000004</c:v>
                </c:pt>
                <c:pt idx="1024">
                  <c:v>6.9465899999999996</c:v>
                </c:pt>
                <c:pt idx="1025">
                  <c:v>6.8993599999999997</c:v>
                </c:pt>
                <c:pt idx="1026">
                  <c:v>6.76349</c:v>
                </c:pt>
                <c:pt idx="1027">
                  <c:v>6.6986999999999997</c:v>
                </c:pt>
                <c:pt idx="1028">
                  <c:v>7.2312700000000003</c:v>
                </c:pt>
                <c:pt idx="1029">
                  <c:v>7.3293400000000002</c:v>
                </c:pt>
                <c:pt idx="1030">
                  <c:v>7.70892</c:v>
                </c:pt>
                <c:pt idx="1031">
                  <c:v>7.6414799999999996</c:v>
                </c:pt>
                <c:pt idx="1032">
                  <c:v>7.5507900000000001</c:v>
                </c:pt>
                <c:pt idx="1033">
                  <c:v>7.5354700000000001</c:v>
                </c:pt>
                <c:pt idx="1034">
                  <c:v>7.3902700000000001</c:v>
                </c:pt>
                <c:pt idx="1035">
                  <c:v>7.2638400000000001</c:v>
                </c:pt>
                <c:pt idx="1036">
                  <c:v>7.3220000000000001</c:v>
                </c:pt>
                <c:pt idx="1037">
                  <c:v>7.3727799999999997</c:v>
                </c:pt>
                <c:pt idx="1038">
                  <c:v>7.2971000000000004</c:v>
                </c:pt>
                <c:pt idx="1039">
                  <c:v>7.2271099999999997</c:v>
                </c:pt>
                <c:pt idx="1040">
                  <c:v>7.6450300000000002</c:v>
                </c:pt>
                <c:pt idx="1041">
                  <c:v>7.8532099999999998</c:v>
                </c:pt>
                <c:pt idx="1042">
                  <c:v>7.9147999999999996</c:v>
                </c:pt>
                <c:pt idx="1043">
                  <c:v>7.9296300000000004</c:v>
                </c:pt>
                <c:pt idx="1044">
                  <c:v>8.3156400000000001</c:v>
                </c:pt>
                <c:pt idx="1045">
                  <c:v>8.2604299999999995</c:v>
                </c:pt>
                <c:pt idx="1046">
                  <c:v>8.0117100000000008</c:v>
                </c:pt>
                <c:pt idx="1047">
                  <c:v>8.3111700000000006</c:v>
                </c:pt>
                <c:pt idx="1048">
                  <c:v>8.4651300000000003</c:v>
                </c:pt>
                <c:pt idx="1049">
                  <c:v>8.2478099999999994</c:v>
                </c:pt>
                <c:pt idx="1050">
                  <c:v>8.2644199999999994</c:v>
                </c:pt>
                <c:pt idx="1051">
                  <c:v>8.3340800000000002</c:v>
                </c:pt>
                <c:pt idx="1052">
                  <c:v>8.1937099999999994</c:v>
                </c:pt>
                <c:pt idx="1053">
                  <c:v>8.2302300000000006</c:v>
                </c:pt>
                <c:pt idx="1054">
                  <c:v>8.1735000000000007</c:v>
                </c:pt>
                <c:pt idx="1055">
                  <c:v>8.0121699999999993</c:v>
                </c:pt>
                <c:pt idx="1056">
                  <c:v>8.0498700000000003</c:v>
                </c:pt>
                <c:pt idx="1057">
                  <c:v>8.2419499999999992</c:v>
                </c:pt>
                <c:pt idx="1058">
                  <c:v>8.1573600000000006</c:v>
                </c:pt>
                <c:pt idx="1059">
                  <c:v>8.1622199999999996</c:v>
                </c:pt>
                <c:pt idx="1060">
                  <c:v>8.20139</c:v>
                </c:pt>
                <c:pt idx="1061">
                  <c:v>8.2825600000000001</c:v>
                </c:pt>
                <c:pt idx="1062">
                  <c:v>8.2486899999999999</c:v>
                </c:pt>
                <c:pt idx="1063">
                  <c:v>8.2635799999999993</c:v>
                </c:pt>
                <c:pt idx="1064">
                  <c:v>8.2570200000000007</c:v>
                </c:pt>
                <c:pt idx="1065">
                  <c:v>8.4305000000000003</c:v>
                </c:pt>
                <c:pt idx="1066">
                  <c:v>8.7219599999999993</c:v>
                </c:pt>
                <c:pt idx="1067">
                  <c:v>8.8816299999999995</c:v>
                </c:pt>
                <c:pt idx="1068">
                  <c:v>8.8853899999999992</c:v>
                </c:pt>
                <c:pt idx="1069">
                  <c:v>9.0958000000000006</c:v>
                </c:pt>
                <c:pt idx="1070">
                  <c:v>9.0744900000000008</c:v>
                </c:pt>
                <c:pt idx="1071">
                  <c:v>9.1350099999999994</c:v>
                </c:pt>
                <c:pt idx="1072">
                  <c:v>9.1155899999999992</c:v>
                </c:pt>
                <c:pt idx="1073">
                  <c:v>9.2607300000000006</c:v>
                </c:pt>
                <c:pt idx="1074">
                  <c:v>9.2529299999999992</c:v>
                </c:pt>
                <c:pt idx="1075">
                  <c:v>9.1844000000000001</c:v>
                </c:pt>
                <c:pt idx="1076">
                  <c:v>9.1899200000000008</c:v>
                </c:pt>
                <c:pt idx="1077">
                  <c:v>9.1834500000000006</c:v>
                </c:pt>
                <c:pt idx="1078">
                  <c:v>9.3781499999999998</c:v>
                </c:pt>
                <c:pt idx="1079">
                  <c:v>9.3881300000000003</c:v>
                </c:pt>
                <c:pt idx="1080">
                  <c:v>9.3884500000000006</c:v>
                </c:pt>
                <c:pt idx="1081">
                  <c:v>9.3907600000000002</c:v>
                </c:pt>
                <c:pt idx="1082">
                  <c:v>9.6263699999999996</c:v>
                </c:pt>
                <c:pt idx="1083">
                  <c:v>9.6797699999999995</c:v>
                </c:pt>
                <c:pt idx="1084">
                  <c:v>9.3340800000000002</c:v>
                </c:pt>
                <c:pt idx="1085">
                  <c:v>9.2326300000000003</c:v>
                </c:pt>
                <c:pt idx="1086">
                  <c:v>9.4176000000000002</c:v>
                </c:pt>
                <c:pt idx="1087">
                  <c:v>9.3592200000000005</c:v>
                </c:pt>
                <c:pt idx="1088">
                  <c:v>9.2042199999999994</c:v>
                </c:pt>
                <c:pt idx="1089">
                  <c:v>8.9690200000000004</c:v>
                </c:pt>
                <c:pt idx="1090">
                  <c:v>9.05002</c:v>
                </c:pt>
                <c:pt idx="1091">
                  <c:v>9.0001099999999994</c:v>
                </c:pt>
                <c:pt idx="1092">
                  <c:v>9.1657200000000003</c:v>
                </c:pt>
                <c:pt idx="1093">
                  <c:v>8.9376899999999999</c:v>
                </c:pt>
                <c:pt idx="1094">
                  <c:v>8.9910800000000002</c:v>
                </c:pt>
                <c:pt idx="1095">
                  <c:v>8.9350299999999994</c:v>
                </c:pt>
                <c:pt idx="1096">
                  <c:v>8.8370200000000008</c:v>
                </c:pt>
                <c:pt idx="1097">
                  <c:v>8.8852100000000007</c:v>
                </c:pt>
                <c:pt idx="1098">
                  <c:v>8.7423199999999994</c:v>
                </c:pt>
                <c:pt idx="1099">
                  <c:v>8.8634400000000007</c:v>
                </c:pt>
                <c:pt idx="1100">
                  <c:v>8.6679899999999996</c:v>
                </c:pt>
                <c:pt idx="1101">
                  <c:v>8.5730699999999995</c:v>
                </c:pt>
                <c:pt idx="1102">
                  <c:v>8.5994600000000005</c:v>
                </c:pt>
                <c:pt idx="1103">
                  <c:v>8.3796199999999992</c:v>
                </c:pt>
                <c:pt idx="1104">
                  <c:v>8.3605300000000007</c:v>
                </c:pt>
                <c:pt idx="1105">
                  <c:v>8.2759</c:v>
                </c:pt>
                <c:pt idx="1106">
                  <c:v>8.6657399999999996</c:v>
                </c:pt>
                <c:pt idx="1107">
                  <c:v>8.6015999999999995</c:v>
                </c:pt>
                <c:pt idx="1108">
                  <c:v>8.6932200000000002</c:v>
                </c:pt>
                <c:pt idx="1109">
                  <c:v>8.6476799999999994</c:v>
                </c:pt>
                <c:pt idx="1110">
                  <c:v>8.56189</c:v>
                </c:pt>
                <c:pt idx="1111">
                  <c:v>8.3810000000000002</c:v>
                </c:pt>
                <c:pt idx="1112">
                  <c:v>8.2281300000000002</c:v>
                </c:pt>
                <c:pt idx="1113">
                  <c:v>8.0620700000000003</c:v>
                </c:pt>
                <c:pt idx="1114">
                  <c:v>8.2391900000000007</c:v>
                </c:pt>
                <c:pt idx="1115">
                  <c:v>8.0921000000000003</c:v>
                </c:pt>
                <c:pt idx="1116">
                  <c:v>8.1840700000000002</c:v>
                </c:pt>
                <c:pt idx="1117">
                  <c:v>8.0957500000000007</c:v>
                </c:pt>
                <c:pt idx="1118">
                  <c:v>8.2107100000000006</c:v>
                </c:pt>
                <c:pt idx="1119">
                  <c:v>8.0544200000000004</c:v>
                </c:pt>
                <c:pt idx="1120">
                  <c:v>8.1862300000000001</c:v>
                </c:pt>
                <c:pt idx="1121">
                  <c:v>8.2532700000000006</c:v>
                </c:pt>
                <c:pt idx="1122">
                  <c:v>8.5084999999999997</c:v>
                </c:pt>
                <c:pt idx="1123">
                  <c:v>8.4514899999999997</c:v>
                </c:pt>
                <c:pt idx="1124">
                  <c:v>8.2931000000000008</c:v>
                </c:pt>
                <c:pt idx="1125">
                  <c:v>8.3924599999999998</c:v>
                </c:pt>
                <c:pt idx="1126">
                  <c:v>8.5478799999999993</c:v>
                </c:pt>
                <c:pt idx="1127">
                  <c:v>8.6039300000000001</c:v>
                </c:pt>
                <c:pt idx="1128">
                  <c:v>8.64724</c:v>
                </c:pt>
                <c:pt idx="1129">
                  <c:v>8.6191099999999992</c:v>
                </c:pt>
                <c:pt idx="1130">
                  <c:v>8.5365199999999994</c:v>
                </c:pt>
                <c:pt idx="1131">
                  <c:v>8.5222899999999999</c:v>
                </c:pt>
                <c:pt idx="1132">
                  <c:v>8.54406</c:v>
                </c:pt>
                <c:pt idx="1133">
                  <c:v>8.5517000000000003</c:v>
                </c:pt>
                <c:pt idx="1134">
                  <c:v>8.5413999999999994</c:v>
                </c:pt>
                <c:pt idx="1135">
                  <c:v>8.5859900000000007</c:v>
                </c:pt>
                <c:pt idx="1136">
                  <c:v>8.4547799999999995</c:v>
                </c:pt>
                <c:pt idx="1137">
                  <c:v>8.4880099999999992</c:v>
                </c:pt>
                <c:pt idx="1138">
                  <c:v>8.5248399999999993</c:v>
                </c:pt>
                <c:pt idx="1139">
                  <c:v>8.6562699999999992</c:v>
                </c:pt>
                <c:pt idx="1140">
                  <c:v>8.6203800000000008</c:v>
                </c:pt>
                <c:pt idx="1141">
                  <c:v>8.49587</c:v>
                </c:pt>
                <c:pt idx="1142">
                  <c:v>8.4830199999999998</c:v>
                </c:pt>
                <c:pt idx="1143">
                  <c:v>8.3198500000000006</c:v>
                </c:pt>
                <c:pt idx="1144">
                  <c:v>8.2426700000000004</c:v>
                </c:pt>
                <c:pt idx="1145">
                  <c:v>8.0688899999999997</c:v>
                </c:pt>
                <c:pt idx="1146">
                  <c:v>8.1402300000000007</c:v>
                </c:pt>
                <c:pt idx="1147">
                  <c:v>8.1581700000000001</c:v>
                </c:pt>
                <c:pt idx="1148">
                  <c:v>8.1975599999999993</c:v>
                </c:pt>
                <c:pt idx="1149">
                  <c:v>8.1898099999999996</c:v>
                </c:pt>
                <c:pt idx="1150">
                  <c:v>8.1657100000000007</c:v>
                </c:pt>
                <c:pt idx="1151">
                  <c:v>8.0841799999999999</c:v>
                </c:pt>
                <c:pt idx="1152">
                  <c:v>8.1792599999999993</c:v>
                </c:pt>
                <c:pt idx="1153">
                  <c:v>8.2532700000000006</c:v>
                </c:pt>
                <c:pt idx="1154">
                  <c:v>8.3158100000000008</c:v>
                </c:pt>
                <c:pt idx="1155">
                  <c:v>8.1515000000000004</c:v>
                </c:pt>
                <c:pt idx="1156">
                  <c:v>8.1148699999999998</c:v>
                </c:pt>
                <c:pt idx="1157">
                  <c:v>8.1365999999999996</c:v>
                </c:pt>
                <c:pt idx="1158">
                  <c:v>8.06799</c:v>
                </c:pt>
                <c:pt idx="1159">
                  <c:v>8.2258499999999994</c:v>
                </c:pt>
                <c:pt idx="1160">
                  <c:v>8.2315900000000006</c:v>
                </c:pt>
                <c:pt idx="1161">
                  <c:v>8.1036599999999996</c:v>
                </c:pt>
                <c:pt idx="1162">
                  <c:v>8.11829</c:v>
                </c:pt>
                <c:pt idx="1163">
                  <c:v>7.9940600000000002</c:v>
                </c:pt>
                <c:pt idx="1164">
                  <c:v>8.0932999999999993</c:v>
                </c:pt>
                <c:pt idx="1165">
                  <c:v>7.9774900000000004</c:v>
                </c:pt>
                <c:pt idx="1166">
                  <c:v>7.8420399999999999</c:v>
                </c:pt>
                <c:pt idx="1167">
                  <c:v>7.6783700000000001</c:v>
                </c:pt>
                <c:pt idx="1168">
                  <c:v>7.7107700000000001</c:v>
                </c:pt>
                <c:pt idx="1169">
                  <c:v>7.6237199999999996</c:v>
                </c:pt>
                <c:pt idx="1170">
                  <c:v>7.6206300000000002</c:v>
                </c:pt>
                <c:pt idx="1171">
                  <c:v>7.4819899999999997</c:v>
                </c:pt>
                <c:pt idx="1172">
                  <c:v>7.5080400000000003</c:v>
                </c:pt>
                <c:pt idx="1173">
                  <c:v>7.8165699999999996</c:v>
                </c:pt>
                <c:pt idx="1174">
                  <c:v>7.8212700000000002</c:v>
                </c:pt>
                <c:pt idx="1175">
                  <c:v>7.8106900000000001</c:v>
                </c:pt>
                <c:pt idx="1176">
                  <c:v>7.8731900000000001</c:v>
                </c:pt>
                <c:pt idx="1177">
                  <c:v>7.9023599999999998</c:v>
                </c:pt>
                <c:pt idx="1178">
                  <c:v>7.9452999999999996</c:v>
                </c:pt>
                <c:pt idx="1179">
                  <c:v>7.9487899999999998</c:v>
                </c:pt>
                <c:pt idx="1180">
                  <c:v>8.0208899999999996</c:v>
                </c:pt>
                <c:pt idx="1181">
                  <c:v>8.0042899999999992</c:v>
                </c:pt>
                <c:pt idx="1182">
                  <c:v>8.2243399999999998</c:v>
                </c:pt>
                <c:pt idx="1183">
                  <c:v>8.3116000000000003</c:v>
                </c:pt>
                <c:pt idx="1184">
                  <c:v>8.2230899999999991</c:v>
                </c:pt>
                <c:pt idx="1185">
                  <c:v>8.0514700000000001</c:v>
                </c:pt>
                <c:pt idx="1186">
                  <c:v>7.8683100000000001</c:v>
                </c:pt>
                <c:pt idx="1187">
                  <c:v>7.8620700000000001</c:v>
                </c:pt>
                <c:pt idx="1188">
                  <c:v>7.7428999999999997</c:v>
                </c:pt>
                <c:pt idx="1189">
                  <c:v>7.6937800000000003</c:v>
                </c:pt>
                <c:pt idx="1190">
                  <c:v>7.8505000000000003</c:v>
                </c:pt>
                <c:pt idx="1191">
                  <c:v>7.8304900000000002</c:v>
                </c:pt>
                <c:pt idx="1192">
                  <c:v>7.7209599999999998</c:v>
                </c:pt>
                <c:pt idx="1193">
                  <c:v>7.7292199999999998</c:v>
                </c:pt>
                <c:pt idx="1194">
                  <c:v>7.9094199999999999</c:v>
                </c:pt>
                <c:pt idx="1195">
                  <c:v>7.9582199999999998</c:v>
                </c:pt>
                <c:pt idx="1196">
                  <c:v>7.8363899999999997</c:v>
                </c:pt>
                <c:pt idx="1197">
                  <c:v>7.6390000000000002</c:v>
                </c:pt>
                <c:pt idx="1198">
                  <c:v>7.61015</c:v>
                </c:pt>
                <c:pt idx="1199">
                  <c:v>7.6723600000000003</c:v>
                </c:pt>
                <c:pt idx="1200">
                  <c:v>7.76553</c:v>
                </c:pt>
                <c:pt idx="1201">
                  <c:v>7.85792</c:v>
                </c:pt>
                <c:pt idx="1202">
                  <c:v>8.07179</c:v>
                </c:pt>
                <c:pt idx="1203">
                  <c:v>8.0777099999999997</c:v>
                </c:pt>
                <c:pt idx="1204">
                  <c:v>8.0597899999999996</c:v>
                </c:pt>
                <c:pt idx="1205">
                  <c:v>7.8771199999999997</c:v>
                </c:pt>
                <c:pt idx="1206">
                  <c:v>7.84964</c:v>
                </c:pt>
                <c:pt idx="1207">
                  <c:v>7.8230599999999999</c:v>
                </c:pt>
                <c:pt idx="1208">
                  <c:v>7.8622500000000004</c:v>
                </c:pt>
                <c:pt idx="1209">
                  <c:v>7.75868</c:v>
                </c:pt>
                <c:pt idx="1210">
                  <c:v>8.13035</c:v>
                </c:pt>
                <c:pt idx="1211">
                  <c:v>8.1058199999999996</c:v>
                </c:pt>
                <c:pt idx="1212">
                  <c:v>8.1909600000000005</c:v>
                </c:pt>
                <c:pt idx="1213">
                  <c:v>8.3909400000000005</c:v>
                </c:pt>
                <c:pt idx="1214">
                  <c:v>8.4894700000000007</c:v>
                </c:pt>
                <c:pt idx="1215">
                  <c:v>8.4310600000000004</c:v>
                </c:pt>
                <c:pt idx="1216">
                  <c:v>8.2115600000000004</c:v>
                </c:pt>
                <c:pt idx="1217">
                  <c:v>8.2308599999999998</c:v>
                </c:pt>
                <c:pt idx="1218">
                  <c:v>8.2965199999999992</c:v>
                </c:pt>
                <c:pt idx="1219">
                  <c:v>8.2503899999999994</c:v>
                </c:pt>
                <c:pt idx="1220">
                  <c:v>8.0891199999999994</c:v>
                </c:pt>
                <c:pt idx="1221">
                  <c:v>8.1155399999999993</c:v>
                </c:pt>
                <c:pt idx="1222">
                  <c:v>8.13307</c:v>
                </c:pt>
                <c:pt idx="1223">
                  <c:v>7.9925300000000004</c:v>
                </c:pt>
                <c:pt idx="1224">
                  <c:v>7.8727999999999998</c:v>
                </c:pt>
                <c:pt idx="1225">
                  <c:v>7.7981999999999996</c:v>
                </c:pt>
                <c:pt idx="1226">
                  <c:v>7.6928000000000001</c:v>
                </c:pt>
                <c:pt idx="1227">
                  <c:v>7.7265899999999998</c:v>
                </c:pt>
                <c:pt idx="1228">
                  <c:v>7.5441799999999999</c:v>
                </c:pt>
                <c:pt idx="1229">
                  <c:v>7.4116600000000004</c:v>
                </c:pt>
                <c:pt idx="1230">
                  <c:v>7.4812099999999999</c:v>
                </c:pt>
                <c:pt idx="1231">
                  <c:v>7.4751899999999996</c:v>
                </c:pt>
                <c:pt idx="1232">
                  <c:v>7.6303200000000002</c:v>
                </c:pt>
                <c:pt idx="1233">
                  <c:v>7.5310800000000002</c:v>
                </c:pt>
                <c:pt idx="1234">
                  <c:v>7.6169099999999998</c:v>
                </c:pt>
                <c:pt idx="1235">
                  <c:v>7.7902399999999998</c:v>
                </c:pt>
                <c:pt idx="1236">
                  <c:v>7.7568099999999998</c:v>
                </c:pt>
                <c:pt idx="1237">
                  <c:v>7.72281</c:v>
                </c:pt>
                <c:pt idx="1238">
                  <c:v>7.7534900000000002</c:v>
                </c:pt>
                <c:pt idx="1239">
                  <c:v>7.9700800000000003</c:v>
                </c:pt>
                <c:pt idx="1240">
                  <c:v>7.8264300000000002</c:v>
                </c:pt>
                <c:pt idx="1241">
                  <c:v>7.8053900000000001</c:v>
                </c:pt>
                <c:pt idx="1242">
                  <c:v>7.6773899999999999</c:v>
                </c:pt>
                <c:pt idx="1243">
                  <c:v>7.66493</c:v>
                </c:pt>
                <c:pt idx="1244">
                  <c:v>7.6958399999999996</c:v>
                </c:pt>
                <c:pt idx="1245">
                  <c:v>7.6531000000000002</c:v>
                </c:pt>
                <c:pt idx="1246">
                  <c:v>7.6170200000000001</c:v>
                </c:pt>
                <c:pt idx="1247">
                  <c:v>7.6402299999999999</c:v>
                </c:pt>
                <c:pt idx="1248">
                  <c:v>7.6586999999999996</c:v>
                </c:pt>
                <c:pt idx="1249">
                  <c:v>7.58704</c:v>
                </c:pt>
                <c:pt idx="1250">
                  <c:v>7.5842999999999998</c:v>
                </c:pt>
                <c:pt idx="1251">
                  <c:v>7.51058</c:v>
                </c:pt>
                <c:pt idx="1252">
                  <c:v>7.3900800000000002</c:v>
                </c:pt>
                <c:pt idx="1253">
                  <c:v>7.5950300000000004</c:v>
                </c:pt>
                <c:pt idx="1254">
                  <c:v>7.4683999999999999</c:v>
                </c:pt>
                <c:pt idx="1255">
                  <c:v>7.3768200000000004</c:v>
                </c:pt>
                <c:pt idx="1256">
                  <c:v>7.4193899999999999</c:v>
                </c:pt>
                <c:pt idx="1257">
                  <c:v>7.3433999999999999</c:v>
                </c:pt>
                <c:pt idx="1258">
                  <c:v>7.4977999999999998</c:v>
                </c:pt>
                <c:pt idx="1259">
                  <c:v>7.49186</c:v>
                </c:pt>
                <c:pt idx="1260">
                  <c:v>7.30966</c:v>
                </c:pt>
                <c:pt idx="1261">
                  <c:v>7.2410300000000003</c:v>
                </c:pt>
                <c:pt idx="1262">
                  <c:v>7.2441000000000004</c:v>
                </c:pt>
                <c:pt idx="1263">
                  <c:v>7.36158</c:v>
                </c:pt>
                <c:pt idx="1264">
                  <c:v>7.3776599999999997</c:v>
                </c:pt>
                <c:pt idx="1265">
                  <c:v>7.4404700000000004</c:v>
                </c:pt>
                <c:pt idx="1266">
                  <c:v>7.5233999999999996</c:v>
                </c:pt>
                <c:pt idx="1267">
                  <c:v>7.6332199999999997</c:v>
                </c:pt>
                <c:pt idx="1268">
                  <c:v>7.45465</c:v>
                </c:pt>
                <c:pt idx="1269">
                  <c:v>7.3715400000000004</c:v>
                </c:pt>
                <c:pt idx="1270">
                  <c:v>7.4016799999999998</c:v>
                </c:pt>
                <c:pt idx="1271">
                  <c:v>7.3382899999999998</c:v>
                </c:pt>
                <c:pt idx="1272">
                  <c:v>7.1623099999999997</c:v>
                </c:pt>
                <c:pt idx="1273">
                  <c:v>7.1018699999999999</c:v>
                </c:pt>
                <c:pt idx="1274">
                  <c:v>7.0930099999999996</c:v>
                </c:pt>
                <c:pt idx="1275">
                  <c:v>7.0691699999999997</c:v>
                </c:pt>
                <c:pt idx="1276">
                  <c:v>7.1399400000000002</c:v>
                </c:pt>
                <c:pt idx="1277">
                  <c:v>7.1374700000000004</c:v>
                </c:pt>
                <c:pt idx="1278">
                  <c:v>7.2804700000000002</c:v>
                </c:pt>
                <c:pt idx="1279">
                  <c:v>7.2998599999999998</c:v>
                </c:pt>
                <c:pt idx="1280">
                  <c:v>7.17544</c:v>
                </c:pt>
                <c:pt idx="1281">
                  <c:v>7.1461399999999999</c:v>
                </c:pt>
                <c:pt idx="1282">
                  <c:v>7.1779999999999999</c:v>
                </c:pt>
                <c:pt idx="1283">
                  <c:v>7.3615899999999996</c:v>
                </c:pt>
                <c:pt idx="1284">
                  <c:v>7.5271400000000002</c:v>
                </c:pt>
                <c:pt idx="1285">
                  <c:v>7.4324199999999996</c:v>
                </c:pt>
                <c:pt idx="1286">
                  <c:v>7.4055099999999996</c:v>
                </c:pt>
                <c:pt idx="1287">
                  <c:v>7.3769099999999996</c:v>
                </c:pt>
                <c:pt idx="1288">
                  <c:v>7.26302</c:v>
                </c:pt>
                <c:pt idx="1289">
                  <c:v>7.3494400000000004</c:v>
                </c:pt>
                <c:pt idx="1290">
                  <c:v>7.3383799999999999</c:v>
                </c:pt>
                <c:pt idx="1291">
                  <c:v>7.5903299999999998</c:v>
                </c:pt>
                <c:pt idx="1292">
                  <c:v>7.5051600000000001</c:v>
                </c:pt>
                <c:pt idx="1293">
                  <c:v>7.3612399999999996</c:v>
                </c:pt>
                <c:pt idx="1294">
                  <c:v>7.5102000000000002</c:v>
                </c:pt>
                <c:pt idx="1295">
                  <c:v>7.4942599999999997</c:v>
                </c:pt>
                <c:pt idx="1296">
                  <c:v>7.4734800000000003</c:v>
                </c:pt>
                <c:pt idx="1297">
                  <c:v>7.5701799999999997</c:v>
                </c:pt>
                <c:pt idx="1298">
                  <c:v>7.4542200000000003</c:v>
                </c:pt>
                <c:pt idx="1299">
                  <c:v>7.4319800000000003</c:v>
                </c:pt>
                <c:pt idx="1300">
                  <c:v>7.4271200000000004</c:v>
                </c:pt>
                <c:pt idx="1301">
                  <c:v>7.2960399999999996</c:v>
                </c:pt>
                <c:pt idx="1302">
                  <c:v>7.3533900000000001</c:v>
                </c:pt>
                <c:pt idx="1303">
                  <c:v>7.2625299999999999</c:v>
                </c:pt>
                <c:pt idx="1304">
                  <c:v>7.1537300000000004</c:v>
                </c:pt>
                <c:pt idx="1305">
                  <c:v>7.0221</c:v>
                </c:pt>
                <c:pt idx="1306">
                  <c:v>7.0737300000000003</c:v>
                </c:pt>
                <c:pt idx="1307">
                  <c:v>7.0220799999999999</c:v>
                </c:pt>
                <c:pt idx="1308">
                  <c:v>7.0009199999999998</c:v>
                </c:pt>
                <c:pt idx="1309">
                  <c:v>6.9719199999999999</c:v>
                </c:pt>
                <c:pt idx="1310">
                  <c:v>7.0595299999999996</c:v>
                </c:pt>
                <c:pt idx="1311">
                  <c:v>6.9782299999999999</c:v>
                </c:pt>
                <c:pt idx="1312">
                  <c:v>7.0061999999999998</c:v>
                </c:pt>
                <c:pt idx="1313">
                  <c:v>7.1275700000000004</c:v>
                </c:pt>
                <c:pt idx="1314">
                  <c:v>7.0712099999999998</c:v>
                </c:pt>
                <c:pt idx="1315">
                  <c:v>7.0444000000000004</c:v>
                </c:pt>
                <c:pt idx="1316">
                  <c:v>7.0260199999999999</c:v>
                </c:pt>
                <c:pt idx="1317">
                  <c:v>7.0523199999999999</c:v>
                </c:pt>
                <c:pt idx="1318">
                  <c:v>6.8327299999999997</c:v>
                </c:pt>
                <c:pt idx="1319">
                  <c:v>6.8395400000000004</c:v>
                </c:pt>
                <c:pt idx="1320">
                  <c:v>6.8355300000000003</c:v>
                </c:pt>
                <c:pt idx="1321">
                  <c:v>6.9501499999999998</c:v>
                </c:pt>
                <c:pt idx="1322">
                  <c:v>7.1371000000000002</c:v>
                </c:pt>
                <c:pt idx="1323">
                  <c:v>7.1633399999999998</c:v>
                </c:pt>
                <c:pt idx="1324">
                  <c:v>7.1633399999999998</c:v>
                </c:pt>
                <c:pt idx="1325">
                  <c:v>7.07212</c:v>
                </c:pt>
                <c:pt idx="1326">
                  <c:v>7.0571400000000004</c:v>
                </c:pt>
                <c:pt idx="1327">
                  <c:v>7.0530200000000001</c:v>
                </c:pt>
                <c:pt idx="1328">
                  <c:v>6.97356</c:v>
                </c:pt>
                <c:pt idx="1329">
                  <c:v>6.8391700000000002</c:v>
                </c:pt>
                <c:pt idx="1330">
                  <c:v>6.8069899999999999</c:v>
                </c:pt>
                <c:pt idx="1331">
                  <c:v>6.7780100000000001</c:v>
                </c:pt>
                <c:pt idx="1332">
                  <c:v>6.8668699999999996</c:v>
                </c:pt>
                <c:pt idx="1333">
                  <c:v>6.8468999999999998</c:v>
                </c:pt>
                <c:pt idx="1334">
                  <c:v>6.81914</c:v>
                </c:pt>
                <c:pt idx="1335">
                  <c:v>6.6932499999999999</c:v>
                </c:pt>
                <c:pt idx="1336">
                  <c:v>6.4582499999999996</c:v>
                </c:pt>
                <c:pt idx="1337">
                  <c:v>6.5131500000000004</c:v>
                </c:pt>
                <c:pt idx="1338">
                  <c:v>6.4490499999999997</c:v>
                </c:pt>
                <c:pt idx="1339">
                  <c:v>6.2803000000000004</c:v>
                </c:pt>
                <c:pt idx="1340">
                  <c:v>6.4409700000000001</c:v>
                </c:pt>
                <c:pt idx="1341">
                  <c:v>6.6777499999999996</c:v>
                </c:pt>
                <c:pt idx="1342">
                  <c:v>6.8064400000000003</c:v>
                </c:pt>
                <c:pt idx="1343">
                  <c:v>6.6685400000000001</c:v>
                </c:pt>
                <c:pt idx="1344">
                  <c:v>6.6667500000000004</c:v>
                </c:pt>
                <c:pt idx="1345">
                  <c:v>6.4868100000000002</c:v>
                </c:pt>
                <c:pt idx="1346">
                  <c:v>6.4032499999999999</c:v>
                </c:pt>
                <c:pt idx="1347">
                  <c:v>6.4469500000000002</c:v>
                </c:pt>
                <c:pt idx="1348">
                  <c:v>6.4114399999999998</c:v>
                </c:pt>
                <c:pt idx="1349">
                  <c:v>6.3989500000000001</c:v>
                </c:pt>
                <c:pt idx="1350">
                  <c:v>6.7105499999999996</c:v>
                </c:pt>
                <c:pt idx="1351">
                  <c:v>6.7055499999999997</c:v>
                </c:pt>
                <c:pt idx="1352">
                  <c:v>6.6395600000000004</c:v>
                </c:pt>
                <c:pt idx="1353">
                  <c:v>6.59727</c:v>
                </c:pt>
                <c:pt idx="1354">
                  <c:v>6.6141500000000004</c:v>
                </c:pt>
                <c:pt idx="1355">
                  <c:v>6.5976100000000004</c:v>
                </c:pt>
                <c:pt idx="1356">
                  <c:v>6.6736599999999999</c:v>
                </c:pt>
                <c:pt idx="1357">
                  <c:v>6.6947999999999999</c:v>
                </c:pt>
                <c:pt idx="1358">
                  <c:v>6.8429399999999996</c:v>
                </c:pt>
                <c:pt idx="1359">
                  <c:v>6.7778200000000002</c:v>
                </c:pt>
                <c:pt idx="1360">
                  <c:v>6.8035600000000001</c:v>
                </c:pt>
                <c:pt idx="1361">
                  <c:v>6.9160000000000004</c:v>
                </c:pt>
                <c:pt idx="1362">
                  <c:v>7.0259799999999997</c:v>
                </c:pt>
                <c:pt idx="1363">
                  <c:v>7.0303000000000004</c:v>
                </c:pt>
                <c:pt idx="1364">
                  <c:v>6.9762399999999998</c:v>
                </c:pt>
                <c:pt idx="1365">
                  <c:v>7.0490199999999996</c:v>
                </c:pt>
                <c:pt idx="1366">
                  <c:v>6.9190199999999997</c:v>
                </c:pt>
                <c:pt idx="1367">
                  <c:v>6.9407699999999997</c:v>
                </c:pt>
                <c:pt idx="1368">
                  <c:v>6.9820900000000004</c:v>
                </c:pt>
                <c:pt idx="1369">
                  <c:v>6.9497</c:v>
                </c:pt>
                <c:pt idx="1370">
                  <c:v>6.8024100000000001</c:v>
                </c:pt>
                <c:pt idx="1371">
                  <c:v>6.8938199999999998</c:v>
                </c:pt>
                <c:pt idx="1372">
                  <c:v>6.8263199999999999</c:v>
                </c:pt>
                <c:pt idx="1373">
                  <c:v>6.8547099999999999</c:v>
                </c:pt>
                <c:pt idx="1374">
                  <c:v>6.9812900000000004</c:v>
                </c:pt>
                <c:pt idx="1375">
                  <c:v>7.1831199999999997</c:v>
                </c:pt>
                <c:pt idx="1376">
                  <c:v>7.1790200000000004</c:v>
                </c:pt>
                <c:pt idx="1377">
                  <c:v>7.1477000000000004</c:v>
                </c:pt>
                <c:pt idx="1378">
                  <c:v>7.0734599999999999</c:v>
                </c:pt>
                <c:pt idx="1379">
                  <c:v>7.1322599999999996</c:v>
                </c:pt>
                <c:pt idx="1380">
                  <c:v>7.0335599999999996</c:v>
                </c:pt>
                <c:pt idx="1381">
                  <c:v>7.0770299999999997</c:v>
                </c:pt>
                <c:pt idx="1382">
                  <c:v>7.1294300000000002</c:v>
                </c:pt>
                <c:pt idx="1383">
                  <c:v>6.9851299999999998</c:v>
                </c:pt>
                <c:pt idx="1384">
                  <c:v>6.9626799999999998</c:v>
                </c:pt>
                <c:pt idx="1385">
                  <c:v>7.0187799999999996</c:v>
                </c:pt>
                <c:pt idx="1386">
                  <c:v>6.9341499999999998</c:v>
                </c:pt>
                <c:pt idx="1387">
                  <c:v>6.9969200000000003</c:v>
                </c:pt>
                <c:pt idx="1388">
                  <c:v>7.0055699999999996</c:v>
                </c:pt>
                <c:pt idx="1389">
                  <c:v>7.03817</c:v>
                </c:pt>
                <c:pt idx="1390">
                  <c:v>7.1378399999999997</c:v>
                </c:pt>
                <c:pt idx="1391">
                  <c:v>7.08446</c:v>
                </c:pt>
                <c:pt idx="1392">
                  <c:v>7.07653</c:v>
                </c:pt>
                <c:pt idx="1393">
                  <c:v>7.0485100000000003</c:v>
                </c:pt>
                <c:pt idx="1394">
                  <c:v>7.0460799999999999</c:v>
                </c:pt>
                <c:pt idx="1395">
                  <c:v>7.0886800000000001</c:v>
                </c:pt>
                <c:pt idx="1396">
                  <c:v>7.1840599999999997</c:v>
                </c:pt>
                <c:pt idx="1397">
                  <c:v>7.1782199999999996</c:v>
                </c:pt>
                <c:pt idx="1398">
                  <c:v>7.0375800000000002</c:v>
                </c:pt>
                <c:pt idx="1399">
                  <c:v>7.0165800000000003</c:v>
                </c:pt>
                <c:pt idx="1400">
                  <c:v>6.8910499999999999</c:v>
                </c:pt>
                <c:pt idx="1401">
                  <c:v>6.9172900000000004</c:v>
                </c:pt>
                <c:pt idx="1402">
                  <c:v>6.9687299999999999</c:v>
                </c:pt>
                <c:pt idx="1403">
                  <c:v>6.9038599999999999</c:v>
                </c:pt>
                <c:pt idx="1404">
                  <c:v>7.02874</c:v>
                </c:pt>
                <c:pt idx="1405">
                  <c:v>7.1433099999999996</c:v>
                </c:pt>
                <c:pt idx="1406">
                  <c:v>7.2942499999999999</c:v>
                </c:pt>
                <c:pt idx="1407">
                  <c:v>7.2979700000000003</c:v>
                </c:pt>
                <c:pt idx="1408">
                  <c:v>7.4743599999999999</c:v>
                </c:pt>
                <c:pt idx="1409">
                  <c:v>7.4958200000000001</c:v>
                </c:pt>
                <c:pt idx="1410">
                  <c:v>7.4593100000000003</c:v>
                </c:pt>
                <c:pt idx="1411">
                  <c:v>7.4598599999999999</c:v>
                </c:pt>
                <c:pt idx="1412">
                  <c:v>7.6563800000000004</c:v>
                </c:pt>
                <c:pt idx="1413">
                  <c:v>7.7831999999999999</c:v>
                </c:pt>
                <c:pt idx="1414">
                  <c:v>7.8434600000000003</c:v>
                </c:pt>
                <c:pt idx="1415">
                  <c:v>7.7801400000000003</c:v>
                </c:pt>
                <c:pt idx="1416">
                  <c:v>7.7013600000000002</c:v>
                </c:pt>
                <c:pt idx="1417">
                  <c:v>7.8244199999999999</c:v>
                </c:pt>
                <c:pt idx="1418">
                  <c:v>7.9321200000000003</c:v>
                </c:pt>
                <c:pt idx="1419">
                  <c:v>8.0303699999999996</c:v>
                </c:pt>
                <c:pt idx="1420">
                  <c:v>8.0385000000000009</c:v>
                </c:pt>
                <c:pt idx="1421">
                  <c:v>8.0390300000000003</c:v>
                </c:pt>
                <c:pt idx="1422">
                  <c:v>8.1659600000000001</c:v>
                </c:pt>
                <c:pt idx="1423">
                  <c:v>8.2564299999999999</c:v>
                </c:pt>
                <c:pt idx="1424">
                  <c:v>8.2825699999999998</c:v>
                </c:pt>
                <c:pt idx="1425">
                  <c:v>8.1173199999999994</c:v>
                </c:pt>
                <c:pt idx="1426">
                  <c:v>8.1037099999999995</c:v>
                </c:pt>
                <c:pt idx="1427">
                  <c:v>7.9574800000000003</c:v>
                </c:pt>
                <c:pt idx="1428">
                  <c:v>7.8586999999999998</c:v>
                </c:pt>
                <c:pt idx="1429">
                  <c:v>7.9375400000000003</c:v>
                </c:pt>
                <c:pt idx="1430">
                  <c:v>7.9180200000000003</c:v>
                </c:pt>
                <c:pt idx="1431">
                  <c:v>7.7933199999999996</c:v>
                </c:pt>
                <c:pt idx="1432">
                  <c:v>7.7250699999999997</c:v>
                </c:pt>
                <c:pt idx="1433">
                  <c:v>7.6154900000000003</c:v>
                </c:pt>
                <c:pt idx="1434">
                  <c:v>7.7442500000000001</c:v>
                </c:pt>
                <c:pt idx="1435">
                  <c:v>7.7803199999999997</c:v>
                </c:pt>
                <c:pt idx="1436">
                  <c:v>7.7699100000000003</c:v>
                </c:pt>
                <c:pt idx="1437">
                  <c:v>7.7854700000000001</c:v>
                </c:pt>
                <c:pt idx="1438">
                  <c:v>7.7312000000000003</c:v>
                </c:pt>
                <c:pt idx="1439">
                  <c:v>7.7392700000000003</c:v>
                </c:pt>
                <c:pt idx="1440">
                  <c:v>7.6544999999999996</c:v>
                </c:pt>
                <c:pt idx="1441">
                  <c:v>7.5955700000000004</c:v>
                </c:pt>
                <c:pt idx="1442">
                  <c:v>7.6586299999999996</c:v>
                </c:pt>
                <c:pt idx="1443">
                  <c:v>7.6239699999999999</c:v>
                </c:pt>
                <c:pt idx="1444">
                  <c:v>7.6125400000000001</c:v>
                </c:pt>
                <c:pt idx="1445">
                  <c:v>7.5839299999999996</c:v>
                </c:pt>
                <c:pt idx="1446">
                  <c:v>7.7459100000000003</c:v>
                </c:pt>
                <c:pt idx="1447">
                  <c:v>7.6877700000000004</c:v>
                </c:pt>
                <c:pt idx="1448">
                  <c:v>7.5773900000000003</c:v>
                </c:pt>
                <c:pt idx="1449">
                  <c:v>7.5640400000000003</c:v>
                </c:pt>
                <c:pt idx="1450">
                  <c:v>7.5748800000000003</c:v>
                </c:pt>
                <c:pt idx="1451">
                  <c:v>7.5872999999999999</c:v>
                </c:pt>
                <c:pt idx="1452">
                  <c:v>7.4220199999999998</c:v>
                </c:pt>
                <c:pt idx="1453">
                  <c:v>7.4107700000000003</c:v>
                </c:pt>
                <c:pt idx="1454">
                  <c:v>7.4210200000000004</c:v>
                </c:pt>
                <c:pt idx="1455">
                  <c:v>7.41845</c:v>
                </c:pt>
                <c:pt idx="1456">
                  <c:v>7.5186900000000003</c:v>
                </c:pt>
                <c:pt idx="1457">
                  <c:v>7.5396299999999998</c:v>
                </c:pt>
                <c:pt idx="1458">
                  <c:v>7.4656399999999996</c:v>
                </c:pt>
                <c:pt idx="1459">
                  <c:v>7.3707500000000001</c:v>
                </c:pt>
                <c:pt idx="1460">
                  <c:v>7.4081200000000003</c:v>
                </c:pt>
                <c:pt idx="1461">
                  <c:v>7.3870199999999997</c:v>
                </c:pt>
                <c:pt idx="1462">
                  <c:v>7.5211699999999997</c:v>
                </c:pt>
                <c:pt idx="1463">
                  <c:v>7.6730999999999998</c:v>
                </c:pt>
                <c:pt idx="1464">
                  <c:v>7.5521700000000003</c:v>
                </c:pt>
                <c:pt idx="1465">
                  <c:v>7.4473900000000004</c:v>
                </c:pt>
                <c:pt idx="1466">
                  <c:v>7.4208800000000004</c:v>
                </c:pt>
                <c:pt idx="1467">
                  <c:v>7.4177900000000001</c:v>
                </c:pt>
                <c:pt idx="1468">
                  <c:v>7.3002399999999996</c:v>
                </c:pt>
                <c:pt idx="1469">
                  <c:v>7.3994900000000001</c:v>
                </c:pt>
                <c:pt idx="1470">
                  <c:v>7.2903099999999998</c:v>
                </c:pt>
                <c:pt idx="1471">
                  <c:v>7.2380800000000001</c:v>
                </c:pt>
                <c:pt idx="1472">
                  <c:v>7.1115700000000004</c:v>
                </c:pt>
                <c:pt idx="1473">
                  <c:v>7.13124</c:v>
                </c:pt>
                <c:pt idx="1474">
                  <c:v>7.1688299999999998</c:v>
                </c:pt>
                <c:pt idx="1475">
                  <c:v>7.0731900000000003</c:v>
                </c:pt>
                <c:pt idx="1476">
                  <c:v>7.2449899999999996</c:v>
                </c:pt>
                <c:pt idx="1477">
                  <c:v>7.1974200000000002</c:v>
                </c:pt>
                <c:pt idx="1478">
                  <c:v>7.0914400000000004</c:v>
                </c:pt>
                <c:pt idx="1479">
                  <c:v>7.0290299999999997</c:v>
                </c:pt>
                <c:pt idx="1480">
                  <c:v>7.04169</c:v>
                </c:pt>
                <c:pt idx="1481">
                  <c:v>7.1229800000000001</c:v>
                </c:pt>
                <c:pt idx="1482">
                  <c:v>7.1507399999999999</c:v>
                </c:pt>
                <c:pt idx="1483">
                  <c:v>7.2069799999999997</c:v>
                </c:pt>
                <c:pt idx="1484">
                  <c:v>7.2492999999999999</c:v>
                </c:pt>
                <c:pt idx="1485">
                  <c:v>7.2764600000000002</c:v>
                </c:pt>
                <c:pt idx="1486">
                  <c:v>7.2115099999999996</c:v>
                </c:pt>
                <c:pt idx="1487">
                  <c:v>7.2127699999999999</c:v>
                </c:pt>
                <c:pt idx="1488">
                  <c:v>7.3280200000000004</c:v>
                </c:pt>
                <c:pt idx="1489">
                  <c:v>7.4009400000000003</c:v>
                </c:pt>
                <c:pt idx="1490">
                  <c:v>7.3351699999999997</c:v>
                </c:pt>
                <c:pt idx="1491">
                  <c:v>7.3032399999999997</c:v>
                </c:pt>
                <c:pt idx="1492">
                  <c:v>7.3732499999999996</c:v>
                </c:pt>
                <c:pt idx="1493">
                  <c:v>7.3349099999999998</c:v>
                </c:pt>
                <c:pt idx="1494">
                  <c:v>7.2976799999999997</c:v>
                </c:pt>
                <c:pt idx="1495">
                  <c:v>7.2773399999999997</c:v>
                </c:pt>
                <c:pt idx="1496">
                  <c:v>7.1677099999999996</c:v>
                </c:pt>
                <c:pt idx="1497">
                  <c:v>7.2135400000000001</c:v>
                </c:pt>
                <c:pt idx="1498">
                  <c:v>7.3158899999999996</c:v>
                </c:pt>
                <c:pt idx="1499">
                  <c:v>7.2154299999999996</c:v>
                </c:pt>
                <c:pt idx="1500">
                  <c:v>7.2079000000000004</c:v>
                </c:pt>
                <c:pt idx="1501">
                  <c:v>7.1445499999999997</c:v>
                </c:pt>
                <c:pt idx="1502">
                  <c:v>7.1402400000000004</c:v>
                </c:pt>
                <c:pt idx="1503">
                  <c:v>7.1301800000000002</c:v>
                </c:pt>
                <c:pt idx="1504">
                  <c:v>7.0284700000000004</c:v>
                </c:pt>
                <c:pt idx="1505">
                  <c:v>7.0414099999999999</c:v>
                </c:pt>
                <c:pt idx="1506">
                  <c:v>7.0278799999999997</c:v>
                </c:pt>
                <c:pt idx="1507">
                  <c:v>7.0628799999999998</c:v>
                </c:pt>
                <c:pt idx="1508">
                  <c:v>7.0965999999999996</c:v>
                </c:pt>
                <c:pt idx="1509">
                  <c:v>7.1264799999999999</c:v>
                </c:pt>
                <c:pt idx="1510">
                  <c:v>7.1874399999999996</c:v>
                </c:pt>
                <c:pt idx="1511">
                  <c:v>7.1933199999999999</c:v>
                </c:pt>
                <c:pt idx="1512">
                  <c:v>7.3495999999999997</c:v>
                </c:pt>
                <c:pt idx="1513">
                  <c:v>7.4182399999999999</c:v>
                </c:pt>
                <c:pt idx="1514">
                  <c:v>7.43445</c:v>
                </c:pt>
                <c:pt idx="1515">
                  <c:v>7.8229199999999999</c:v>
                </c:pt>
                <c:pt idx="1516">
                  <c:v>7.8717199999999998</c:v>
                </c:pt>
                <c:pt idx="1517">
                  <c:v>8.3674999999999997</c:v>
                </c:pt>
                <c:pt idx="1518">
                  <c:v>8.6924100000000006</c:v>
                </c:pt>
                <c:pt idx="1519">
                  <c:v>9.0353999999999992</c:v>
                </c:pt>
                <c:pt idx="1520">
                  <c:v>9.0744500000000006</c:v>
                </c:pt>
                <c:pt idx="1521">
                  <c:v>9.5997500000000002</c:v>
                </c:pt>
                <c:pt idx="1522">
                  <c:v>9.4519099999999998</c:v>
                </c:pt>
                <c:pt idx="1523">
                  <c:v>9.6931999999999992</c:v>
                </c:pt>
                <c:pt idx="1524">
                  <c:v>9.8253400000000006</c:v>
                </c:pt>
                <c:pt idx="1525">
                  <c:v>9.0492899999999992</c:v>
                </c:pt>
                <c:pt idx="1526">
                  <c:v>8.8125900000000001</c:v>
                </c:pt>
                <c:pt idx="1527">
                  <c:v>9.0375700000000005</c:v>
                </c:pt>
                <c:pt idx="1528">
                  <c:v>9.0172399999999993</c:v>
                </c:pt>
                <c:pt idx="1529">
                  <c:v>8.9530999999999992</c:v>
                </c:pt>
                <c:pt idx="1530">
                  <c:v>8.5706399999999991</c:v>
                </c:pt>
                <c:pt idx="1531">
                  <c:v>8.5498499999999993</c:v>
                </c:pt>
                <c:pt idx="1532">
                  <c:v>8.4280200000000001</c:v>
                </c:pt>
                <c:pt idx="1533">
                  <c:v>8.7628500000000003</c:v>
                </c:pt>
                <c:pt idx="1534">
                  <c:v>8.6288999999999998</c:v>
                </c:pt>
                <c:pt idx="1535">
                  <c:v>8.6711899999999993</c:v>
                </c:pt>
                <c:pt idx="1536">
                  <c:v>8.7616599999999991</c:v>
                </c:pt>
                <c:pt idx="1537">
                  <c:v>8.6231299999999997</c:v>
                </c:pt>
                <c:pt idx="1538">
                  <c:v>8.6657499999999992</c:v>
                </c:pt>
                <c:pt idx="1539">
                  <c:v>8.6905699999999992</c:v>
                </c:pt>
                <c:pt idx="1540">
                  <c:v>8.6997</c:v>
                </c:pt>
                <c:pt idx="1541">
                  <c:v>8.5505200000000006</c:v>
                </c:pt>
                <c:pt idx="1542">
                  <c:v>8.49634</c:v>
                </c:pt>
                <c:pt idx="1543">
                  <c:v>8.5854099999999995</c:v>
                </c:pt>
                <c:pt idx="1544">
                  <c:v>8.6597000000000008</c:v>
                </c:pt>
                <c:pt idx="1545">
                  <c:v>8.8639899999999994</c:v>
                </c:pt>
                <c:pt idx="1546">
                  <c:v>8.6679999999999993</c:v>
                </c:pt>
                <c:pt idx="1547">
                  <c:v>8.8934899999999999</c:v>
                </c:pt>
                <c:pt idx="1548">
                  <c:v>8.7436000000000007</c:v>
                </c:pt>
                <c:pt idx="1549">
                  <c:v>8.6492900000000006</c:v>
                </c:pt>
                <c:pt idx="1550">
                  <c:v>8.4106500000000004</c:v>
                </c:pt>
                <c:pt idx="1551">
                  <c:v>8.4028600000000004</c:v>
                </c:pt>
                <c:pt idx="1552">
                  <c:v>8.2364999999999995</c:v>
                </c:pt>
                <c:pt idx="1553">
                  <c:v>8.2110299999999992</c:v>
                </c:pt>
                <c:pt idx="1554">
                  <c:v>8.2756500000000006</c:v>
                </c:pt>
                <c:pt idx="1555">
                  <c:v>8.3131199999999996</c:v>
                </c:pt>
                <c:pt idx="1556">
                  <c:v>8.3397100000000002</c:v>
                </c:pt>
                <c:pt idx="1557">
                  <c:v>8.2658299999999993</c:v>
                </c:pt>
                <c:pt idx="1558">
                  <c:v>8.0609999999999999</c:v>
                </c:pt>
                <c:pt idx="1559">
                  <c:v>8.0299899999999997</c:v>
                </c:pt>
                <c:pt idx="1560">
                  <c:v>8.0110299999999999</c:v>
                </c:pt>
                <c:pt idx="1561">
                  <c:v>8.1964299999999994</c:v>
                </c:pt>
                <c:pt idx="1562">
                  <c:v>8.0900999999999996</c:v>
                </c:pt>
                <c:pt idx="1563">
                  <c:v>8.1173000000000002</c:v>
                </c:pt>
                <c:pt idx="1564">
                  <c:v>8.19069</c:v>
                </c:pt>
                <c:pt idx="1565">
                  <c:v>8.2532800000000002</c:v>
                </c:pt>
                <c:pt idx="1566">
                  <c:v>8.2427799999999998</c:v>
                </c:pt>
                <c:pt idx="1567">
                  <c:v>8.1896100000000001</c:v>
                </c:pt>
                <c:pt idx="1568">
                  <c:v>8.3296799999999998</c:v>
                </c:pt>
                <c:pt idx="1569">
                  <c:v>8.5924999999999994</c:v>
                </c:pt>
                <c:pt idx="1570">
                  <c:v>8.4984099999999998</c:v>
                </c:pt>
                <c:pt idx="1571">
                  <c:v>8.4422599999999992</c:v>
                </c:pt>
                <c:pt idx="1572">
                  <c:v>8.5581300000000002</c:v>
                </c:pt>
                <c:pt idx="1573">
                  <c:v>8.3671900000000008</c:v>
                </c:pt>
                <c:pt idx="1574">
                  <c:v>8.27928</c:v>
                </c:pt>
                <c:pt idx="1575">
                  <c:v>8.2578399999999998</c:v>
                </c:pt>
                <c:pt idx="1576">
                  <c:v>8.3234300000000001</c:v>
                </c:pt>
                <c:pt idx="1577">
                  <c:v>8.3016400000000008</c:v>
                </c:pt>
                <c:pt idx="1578">
                  <c:v>8.2912099999999995</c:v>
                </c:pt>
                <c:pt idx="1579">
                  <c:v>8.3230000000000004</c:v>
                </c:pt>
                <c:pt idx="1580">
                  <c:v>8.4071700000000007</c:v>
                </c:pt>
                <c:pt idx="1581">
                  <c:v>8.4068500000000004</c:v>
                </c:pt>
                <c:pt idx="1582">
                  <c:v>8.4034999999999993</c:v>
                </c:pt>
                <c:pt idx="1583">
                  <c:v>8.3861000000000008</c:v>
                </c:pt>
                <c:pt idx="1584">
                  <c:v>8.3491400000000002</c:v>
                </c:pt>
                <c:pt idx="1585">
                  <c:v>8.3307099999999998</c:v>
                </c:pt>
                <c:pt idx="1586">
                  <c:v>8.3297399999999993</c:v>
                </c:pt>
                <c:pt idx="1587">
                  <c:v>8.1372999999999998</c:v>
                </c:pt>
                <c:pt idx="1588">
                  <c:v>8.1524800000000006</c:v>
                </c:pt>
                <c:pt idx="1589">
                  <c:v>8.1243599999999994</c:v>
                </c:pt>
                <c:pt idx="1590">
                  <c:v>8.0013400000000008</c:v>
                </c:pt>
                <c:pt idx="1591">
                  <c:v>7.9225300000000001</c:v>
                </c:pt>
                <c:pt idx="1592">
                  <c:v>7.9182199999999998</c:v>
                </c:pt>
                <c:pt idx="1593">
                  <c:v>7.7975000000000003</c:v>
                </c:pt>
                <c:pt idx="1594">
                  <c:v>7.7444899999999999</c:v>
                </c:pt>
                <c:pt idx="1595">
                  <c:v>7.9261200000000001</c:v>
                </c:pt>
                <c:pt idx="1596">
                  <c:v>7.9471100000000003</c:v>
                </c:pt>
                <c:pt idx="1597">
                  <c:v>8.0142000000000007</c:v>
                </c:pt>
                <c:pt idx="1598">
                  <c:v>8.0514200000000002</c:v>
                </c:pt>
                <c:pt idx="1599">
                  <c:v>8.2115100000000005</c:v>
                </c:pt>
                <c:pt idx="1600">
                  <c:v>8.2605199999999996</c:v>
                </c:pt>
                <c:pt idx="1601">
                  <c:v>8.1158300000000008</c:v>
                </c:pt>
                <c:pt idx="1602">
                  <c:v>8.1122999999999994</c:v>
                </c:pt>
                <c:pt idx="1603">
                  <c:v>8.2934599999999996</c:v>
                </c:pt>
                <c:pt idx="1604">
                  <c:v>8.3633199999999999</c:v>
                </c:pt>
                <c:pt idx="1605">
                  <c:v>8.3901000000000003</c:v>
                </c:pt>
                <c:pt idx="1606">
                  <c:v>8.3868100000000005</c:v>
                </c:pt>
                <c:pt idx="1607">
                  <c:v>8.4052399999999992</c:v>
                </c:pt>
                <c:pt idx="1608">
                  <c:v>8.3833699999999993</c:v>
                </c:pt>
                <c:pt idx="1609">
                  <c:v>8.35839</c:v>
                </c:pt>
                <c:pt idx="1610">
                  <c:v>8.6288800000000005</c:v>
                </c:pt>
                <c:pt idx="1611">
                  <c:v>8.5459700000000005</c:v>
                </c:pt>
                <c:pt idx="1612">
                  <c:v>8.6740899999999996</c:v>
                </c:pt>
                <c:pt idx="1613">
                  <c:v>8.7816899999999993</c:v>
                </c:pt>
                <c:pt idx="1614">
                  <c:v>8.9432799999999997</c:v>
                </c:pt>
                <c:pt idx="1615">
                  <c:v>8.8289799999999996</c:v>
                </c:pt>
                <c:pt idx="1616">
                  <c:v>9.0593900000000005</c:v>
                </c:pt>
                <c:pt idx="1617">
                  <c:v>9.0403000000000002</c:v>
                </c:pt>
                <c:pt idx="1618">
                  <c:v>9.4293899999999997</c:v>
                </c:pt>
                <c:pt idx="1619">
                  <c:v>9.4425699999999999</c:v>
                </c:pt>
                <c:pt idx="1620">
                  <c:v>9.5759500000000006</c:v>
                </c:pt>
                <c:pt idx="1621">
                  <c:v>9.5189299999999992</c:v>
                </c:pt>
                <c:pt idx="1622">
                  <c:v>9.3818199999999994</c:v>
                </c:pt>
                <c:pt idx="1623">
                  <c:v>9.7930700000000002</c:v>
                </c:pt>
                <c:pt idx="1624">
                  <c:v>9.6602099999999993</c:v>
                </c:pt>
                <c:pt idx="1625">
                  <c:v>9.4858700000000002</c:v>
                </c:pt>
                <c:pt idx="1626">
                  <c:v>9.79115</c:v>
                </c:pt>
                <c:pt idx="1627">
                  <c:v>9.7213499999999993</c:v>
                </c:pt>
                <c:pt idx="1628">
                  <c:v>9.3675599999999992</c:v>
                </c:pt>
                <c:pt idx="1629">
                  <c:v>9.3993900000000004</c:v>
                </c:pt>
                <c:pt idx="1630">
                  <c:v>9.4003200000000007</c:v>
                </c:pt>
                <c:pt idx="1631">
                  <c:v>9.6671300000000002</c:v>
                </c:pt>
                <c:pt idx="1632">
                  <c:v>10.03097</c:v>
                </c:pt>
                <c:pt idx="1633">
                  <c:v>9.9809800000000006</c:v>
                </c:pt>
                <c:pt idx="1634">
                  <c:v>9.7726600000000001</c:v>
                </c:pt>
                <c:pt idx="1635">
                  <c:v>9.8150899999999996</c:v>
                </c:pt>
                <c:pt idx="1636">
                  <c:v>9.7588000000000008</c:v>
                </c:pt>
                <c:pt idx="1637">
                  <c:v>9.6873199999999997</c:v>
                </c:pt>
                <c:pt idx="1638">
                  <c:v>9.9671400000000006</c:v>
                </c:pt>
                <c:pt idx="1639">
                  <c:v>10.05152</c:v>
                </c:pt>
                <c:pt idx="1640">
                  <c:v>10.30293</c:v>
                </c:pt>
                <c:pt idx="1641">
                  <c:v>10.27627</c:v>
                </c:pt>
                <c:pt idx="1642">
                  <c:v>10.034879999999999</c:v>
                </c:pt>
                <c:pt idx="1643">
                  <c:v>9.7998399999999997</c:v>
                </c:pt>
                <c:pt idx="1644">
                  <c:v>9.8932300000000009</c:v>
                </c:pt>
                <c:pt idx="1645">
                  <c:v>9.6632800000000003</c:v>
                </c:pt>
                <c:pt idx="1646">
                  <c:v>9.7076600000000006</c:v>
                </c:pt>
                <c:pt idx="1647">
                  <c:v>9.7562999999999995</c:v>
                </c:pt>
                <c:pt idx="1648">
                  <c:v>9.6969799999999999</c:v>
                </c:pt>
                <c:pt idx="1649">
                  <c:v>9.5513499999999993</c:v>
                </c:pt>
                <c:pt idx="1650">
                  <c:v>9.6133600000000001</c:v>
                </c:pt>
                <c:pt idx="1651">
                  <c:v>9.6136599999999994</c:v>
                </c:pt>
                <c:pt idx="1652">
                  <c:v>9.4596699999999991</c:v>
                </c:pt>
                <c:pt idx="1653">
                  <c:v>9.4081700000000001</c:v>
                </c:pt>
                <c:pt idx="1654">
                  <c:v>8.1974199999999993</c:v>
                </c:pt>
                <c:pt idx="1655">
                  <c:v>8.3363499999999995</c:v>
                </c:pt>
                <c:pt idx="1656">
                  <c:v>8.4568499999999993</c:v>
                </c:pt>
                <c:pt idx="1657">
                  <c:v>8.5745799999999992</c:v>
                </c:pt>
                <c:pt idx="1658">
                  <c:v>8.6642299999999999</c:v>
                </c:pt>
                <c:pt idx="1659">
                  <c:v>8.85609</c:v>
                </c:pt>
                <c:pt idx="1660">
                  <c:v>8.8752200000000006</c:v>
                </c:pt>
                <c:pt idx="1661">
                  <c:v>8.6781600000000001</c:v>
                </c:pt>
                <c:pt idx="1662">
                  <c:v>8.7956800000000008</c:v>
                </c:pt>
                <c:pt idx="1663">
                  <c:v>8.7964500000000001</c:v>
                </c:pt>
                <c:pt idx="1664">
                  <c:v>8.8064499999999999</c:v>
                </c:pt>
                <c:pt idx="1665">
                  <c:v>8.8926400000000001</c:v>
                </c:pt>
                <c:pt idx="1666">
                  <c:v>9.0940100000000008</c:v>
                </c:pt>
                <c:pt idx="1667">
                  <c:v>9.0508100000000002</c:v>
                </c:pt>
                <c:pt idx="1668">
                  <c:v>9.0968599999999995</c:v>
                </c:pt>
                <c:pt idx="1669">
                  <c:v>9.0886499999999995</c:v>
                </c:pt>
                <c:pt idx="1670">
                  <c:v>9.0793599999999994</c:v>
                </c:pt>
                <c:pt idx="1671">
                  <c:v>9.1153600000000008</c:v>
                </c:pt>
                <c:pt idx="1672">
                  <c:v>9.1148399999999992</c:v>
                </c:pt>
                <c:pt idx="1673">
                  <c:v>9.3122600000000002</c:v>
                </c:pt>
                <c:pt idx="1674">
                  <c:v>9.3146000000000004</c:v>
                </c:pt>
                <c:pt idx="1675">
                  <c:v>9.3690099999999994</c:v>
                </c:pt>
                <c:pt idx="1676">
                  <c:v>9.3052100000000006</c:v>
                </c:pt>
                <c:pt idx="1677">
                  <c:v>9.3519199999999998</c:v>
                </c:pt>
                <c:pt idx="1678">
                  <c:v>9.3571899999999992</c:v>
                </c:pt>
                <c:pt idx="1679">
                  <c:v>9.6593599999999995</c:v>
                </c:pt>
                <c:pt idx="1680">
                  <c:v>9.5089600000000001</c:v>
                </c:pt>
                <c:pt idx="1681">
                  <c:v>9.7156800000000008</c:v>
                </c:pt>
                <c:pt idx="1682">
                  <c:v>9.6289800000000003</c:v>
                </c:pt>
                <c:pt idx="1683">
                  <c:v>9.5443300000000004</c:v>
                </c:pt>
                <c:pt idx="1684">
                  <c:v>9.5212400000000006</c:v>
                </c:pt>
                <c:pt idx="1685">
                  <c:v>9.6137099999999993</c:v>
                </c:pt>
                <c:pt idx="1686">
                  <c:v>9.6761900000000001</c:v>
                </c:pt>
                <c:pt idx="1687">
                  <c:v>9.5895600000000005</c:v>
                </c:pt>
                <c:pt idx="1688">
                  <c:v>9.5977999999999994</c:v>
                </c:pt>
                <c:pt idx="1689">
                  <c:v>9.4555600000000002</c:v>
                </c:pt>
                <c:pt idx="1690">
                  <c:v>9.4398800000000005</c:v>
                </c:pt>
                <c:pt idx="1691">
                  <c:v>9.38687</c:v>
                </c:pt>
                <c:pt idx="1692">
                  <c:v>9.5126600000000003</c:v>
                </c:pt>
                <c:pt idx="1693">
                  <c:v>9.3338599999999996</c:v>
                </c:pt>
                <c:pt idx="1694">
                  <c:v>9.2866300000000006</c:v>
                </c:pt>
                <c:pt idx="1695">
                  <c:v>9.4229000000000003</c:v>
                </c:pt>
                <c:pt idx="1696">
                  <c:v>9.5061099999999996</c:v>
                </c:pt>
                <c:pt idx="1697">
                  <c:v>9.5975800000000007</c:v>
                </c:pt>
                <c:pt idx="1698">
                  <c:v>9.5561100000000003</c:v>
                </c:pt>
                <c:pt idx="1699">
                  <c:v>9.6999999999999993</c:v>
                </c:pt>
                <c:pt idx="1700">
                  <c:v>9.6888000000000005</c:v>
                </c:pt>
                <c:pt idx="1701">
                  <c:v>9.7742000000000004</c:v>
                </c:pt>
                <c:pt idx="1702">
                  <c:v>9.6735900000000008</c:v>
                </c:pt>
                <c:pt idx="1703">
                  <c:v>9.5861400000000003</c:v>
                </c:pt>
                <c:pt idx="1704">
                  <c:v>9.6550100000000008</c:v>
                </c:pt>
                <c:pt idx="1705">
                  <c:v>9.6392500000000005</c:v>
                </c:pt>
                <c:pt idx="1706">
                  <c:v>9.5473800000000004</c:v>
                </c:pt>
                <c:pt idx="1707">
                  <c:v>9.3566699999999994</c:v>
                </c:pt>
                <c:pt idx="1708">
                  <c:v>9.4549000000000003</c:v>
                </c:pt>
                <c:pt idx="1709">
                  <c:v>9.5016400000000001</c:v>
                </c:pt>
                <c:pt idx="1710">
                  <c:v>9.6868800000000004</c:v>
                </c:pt>
                <c:pt idx="1711">
                  <c:v>9.7904800000000005</c:v>
                </c:pt>
                <c:pt idx="1712">
                  <c:v>9.7338900000000006</c:v>
                </c:pt>
                <c:pt idx="1713">
                  <c:v>9.6989099999999997</c:v>
                </c:pt>
                <c:pt idx="1714">
                  <c:v>9.6229600000000008</c:v>
                </c:pt>
                <c:pt idx="1715">
                  <c:v>9.6284899999999993</c:v>
                </c:pt>
                <c:pt idx="1716">
                  <c:v>9.6522799999999993</c:v>
                </c:pt>
                <c:pt idx="1717">
                  <c:v>9.6074800000000007</c:v>
                </c:pt>
                <c:pt idx="1718">
                  <c:v>9.5819500000000009</c:v>
                </c:pt>
                <c:pt idx="1719">
                  <c:v>9.5940999999999992</c:v>
                </c:pt>
                <c:pt idx="1720">
                  <c:v>9.6913300000000007</c:v>
                </c:pt>
                <c:pt idx="1721">
                  <c:v>9.5793400000000002</c:v>
                </c:pt>
                <c:pt idx="1722">
                  <c:v>9.6325900000000004</c:v>
                </c:pt>
                <c:pt idx="1723">
                  <c:v>9.6587800000000001</c:v>
                </c:pt>
                <c:pt idx="1724">
                  <c:v>9.7095400000000005</c:v>
                </c:pt>
                <c:pt idx="1725">
                  <c:v>9.8924500000000002</c:v>
                </c:pt>
                <c:pt idx="1726">
                  <c:v>9.8694900000000008</c:v>
                </c:pt>
                <c:pt idx="1727">
                  <c:v>9.8899000000000008</c:v>
                </c:pt>
                <c:pt idx="1728">
                  <c:v>10.018420000000001</c:v>
                </c:pt>
                <c:pt idx="1729">
                  <c:v>10.100989999999999</c:v>
                </c:pt>
                <c:pt idx="1730">
                  <c:v>10.17332</c:v>
                </c:pt>
                <c:pt idx="1731">
                  <c:v>10.36802</c:v>
                </c:pt>
                <c:pt idx="1732">
                  <c:v>10.411379999999999</c:v>
                </c:pt>
                <c:pt idx="1733">
                  <c:v>10.30077</c:v>
                </c:pt>
                <c:pt idx="1734">
                  <c:v>10.338200000000001</c:v>
                </c:pt>
                <c:pt idx="1735">
                  <c:v>10.334059999999999</c:v>
                </c:pt>
                <c:pt idx="1736">
                  <c:v>10.21603</c:v>
                </c:pt>
                <c:pt idx="1737">
                  <c:v>10.05606</c:v>
                </c:pt>
                <c:pt idx="1738">
                  <c:v>9.94848</c:v>
                </c:pt>
                <c:pt idx="1739">
                  <c:v>10.066190000000001</c:v>
                </c:pt>
                <c:pt idx="1740">
                  <c:v>10.151719999999999</c:v>
                </c:pt>
                <c:pt idx="1741">
                  <c:v>10.183909999999999</c:v>
                </c:pt>
                <c:pt idx="1742">
                  <c:v>10.220420000000001</c:v>
                </c:pt>
                <c:pt idx="1743">
                  <c:v>10.143140000000001</c:v>
                </c:pt>
                <c:pt idx="1744">
                  <c:v>10.149100000000001</c:v>
                </c:pt>
                <c:pt idx="1745">
                  <c:v>10.179270000000001</c:v>
                </c:pt>
                <c:pt idx="1746">
                  <c:v>10.46176</c:v>
                </c:pt>
                <c:pt idx="1747">
                  <c:v>10.46153</c:v>
                </c:pt>
                <c:pt idx="1748">
                  <c:v>10.441420000000001</c:v>
                </c:pt>
                <c:pt idx="1749">
                  <c:v>10.46729</c:v>
                </c:pt>
                <c:pt idx="1750">
                  <c:v>10.470700000000001</c:v>
                </c:pt>
                <c:pt idx="1751">
                  <c:v>10.472049999999999</c:v>
                </c:pt>
                <c:pt idx="1752">
                  <c:v>10.46644</c:v>
                </c:pt>
                <c:pt idx="1753">
                  <c:v>10.60905</c:v>
                </c:pt>
                <c:pt idx="1754">
                  <c:v>10.844659999999999</c:v>
                </c:pt>
                <c:pt idx="1755">
                  <c:v>10.75413</c:v>
                </c:pt>
                <c:pt idx="1756">
                  <c:v>10.59015</c:v>
                </c:pt>
                <c:pt idx="1757">
                  <c:v>10.4938</c:v>
                </c:pt>
                <c:pt idx="1758">
                  <c:v>10.549720000000001</c:v>
                </c:pt>
                <c:pt idx="1759">
                  <c:v>10.805899999999999</c:v>
                </c:pt>
                <c:pt idx="1760">
                  <c:v>10.75108</c:v>
                </c:pt>
                <c:pt idx="1761">
                  <c:v>10.71716</c:v>
                </c:pt>
                <c:pt idx="1762">
                  <c:v>10.556839999999999</c:v>
                </c:pt>
                <c:pt idx="1763">
                  <c:v>10.746589999999999</c:v>
                </c:pt>
                <c:pt idx="1764">
                  <c:v>10.8674</c:v>
                </c:pt>
                <c:pt idx="1765">
                  <c:v>10.98856</c:v>
                </c:pt>
                <c:pt idx="1766">
                  <c:v>11.05715</c:v>
                </c:pt>
                <c:pt idx="1767">
                  <c:v>11.046799999999999</c:v>
                </c:pt>
                <c:pt idx="1768">
                  <c:v>11.204409999999999</c:v>
                </c:pt>
                <c:pt idx="1769">
                  <c:v>11.238720000000001</c:v>
                </c:pt>
                <c:pt idx="1770">
                  <c:v>11.24208</c:v>
                </c:pt>
                <c:pt idx="1771">
                  <c:v>11.50817</c:v>
                </c:pt>
                <c:pt idx="1772">
                  <c:v>11.307320000000001</c:v>
                </c:pt>
                <c:pt idx="1773">
                  <c:v>11.311920000000001</c:v>
                </c:pt>
                <c:pt idx="1774">
                  <c:v>11.258010000000001</c:v>
                </c:pt>
                <c:pt idx="1775">
                  <c:v>11.15701</c:v>
                </c:pt>
                <c:pt idx="1776">
                  <c:v>11.367800000000001</c:v>
                </c:pt>
                <c:pt idx="1777">
                  <c:v>11.37303</c:v>
                </c:pt>
                <c:pt idx="1778">
                  <c:v>11.210179999999999</c:v>
                </c:pt>
                <c:pt idx="1779">
                  <c:v>11.432919999999999</c:v>
                </c:pt>
                <c:pt idx="1780">
                  <c:v>11.55307</c:v>
                </c:pt>
                <c:pt idx="1781">
                  <c:v>11.55908</c:v>
                </c:pt>
                <c:pt idx="1782">
                  <c:v>11.72185</c:v>
                </c:pt>
                <c:pt idx="1783">
                  <c:v>11.67353</c:v>
                </c:pt>
                <c:pt idx="1784">
                  <c:v>11.60422</c:v>
                </c:pt>
                <c:pt idx="1785">
                  <c:v>11.59965</c:v>
                </c:pt>
                <c:pt idx="1786">
                  <c:v>11.56207</c:v>
                </c:pt>
                <c:pt idx="1787">
                  <c:v>11.56875</c:v>
                </c:pt>
                <c:pt idx="1788">
                  <c:v>11.28687</c:v>
                </c:pt>
                <c:pt idx="1789">
                  <c:v>11.14663</c:v>
                </c:pt>
                <c:pt idx="1790">
                  <c:v>10.9213</c:v>
                </c:pt>
                <c:pt idx="1791">
                  <c:v>11.132569999999999</c:v>
                </c:pt>
                <c:pt idx="1792">
                  <c:v>11.13223</c:v>
                </c:pt>
                <c:pt idx="1793">
                  <c:v>10.84937</c:v>
                </c:pt>
                <c:pt idx="1794">
                  <c:v>11.098240000000001</c:v>
                </c:pt>
                <c:pt idx="1795">
                  <c:v>11.19739</c:v>
                </c:pt>
                <c:pt idx="1796">
                  <c:v>11.08765</c:v>
                </c:pt>
                <c:pt idx="1797">
                  <c:v>11.183450000000001</c:v>
                </c:pt>
                <c:pt idx="1798">
                  <c:v>11.27891</c:v>
                </c:pt>
                <c:pt idx="1799">
                  <c:v>11.47133</c:v>
                </c:pt>
                <c:pt idx="1800">
                  <c:v>11.3492</c:v>
                </c:pt>
                <c:pt idx="1801">
                  <c:v>11.367330000000001</c:v>
                </c:pt>
                <c:pt idx="1802">
                  <c:v>11.339399999999999</c:v>
                </c:pt>
                <c:pt idx="1803">
                  <c:v>11.106210000000001</c:v>
                </c:pt>
                <c:pt idx="1804">
                  <c:v>11.161519999999999</c:v>
                </c:pt>
                <c:pt idx="1805">
                  <c:v>11.042450000000001</c:v>
                </c:pt>
                <c:pt idx="1806">
                  <c:v>11.04684</c:v>
                </c:pt>
                <c:pt idx="1807">
                  <c:v>11.27538</c:v>
                </c:pt>
                <c:pt idx="1808">
                  <c:v>11.13897</c:v>
                </c:pt>
                <c:pt idx="1809">
                  <c:v>11.33264</c:v>
                </c:pt>
                <c:pt idx="1810">
                  <c:v>11.31488</c:v>
                </c:pt>
                <c:pt idx="1811">
                  <c:v>11.355079999999999</c:v>
                </c:pt>
                <c:pt idx="1812">
                  <c:v>11.454639999999999</c:v>
                </c:pt>
                <c:pt idx="1813">
                  <c:v>11.198700000000001</c:v>
                </c:pt>
                <c:pt idx="1814">
                  <c:v>11.10923</c:v>
                </c:pt>
                <c:pt idx="1815">
                  <c:v>10.90408</c:v>
                </c:pt>
                <c:pt idx="1816">
                  <c:v>10.891389999999999</c:v>
                </c:pt>
                <c:pt idx="1817">
                  <c:v>10.85116</c:v>
                </c:pt>
                <c:pt idx="1818">
                  <c:v>10.581950000000001</c:v>
                </c:pt>
                <c:pt idx="1819">
                  <c:v>10.783480000000001</c:v>
                </c:pt>
                <c:pt idx="1820">
                  <c:v>10.899089999999999</c:v>
                </c:pt>
                <c:pt idx="1821">
                  <c:v>10.88714</c:v>
                </c:pt>
                <c:pt idx="1822">
                  <c:v>10.84299</c:v>
                </c:pt>
                <c:pt idx="1823">
                  <c:v>10.824260000000001</c:v>
                </c:pt>
                <c:pt idx="1824">
                  <c:v>10.928280000000001</c:v>
                </c:pt>
                <c:pt idx="1825">
                  <c:v>10.934010000000001</c:v>
                </c:pt>
                <c:pt idx="1826">
                  <c:v>10.7912</c:v>
                </c:pt>
                <c:pt idx="1827">
                  <c:v>10.85858</c:v>
                </c:pt>
                <c:pt idx="1828">
                  <c:v>10.94092</c:v>
                </c:pt>
                <c:pt idx="1829">
                  <c:v>10.8689</c:v>
                </c:pt>
                <c:pt idx="1830">
                  <c:v>10.72993</c:v>
                </c:pt>
                <c:pt idx="1831">
                  <c:v>10.75356</c:v>
                </c:pt>
                <c:pt idx="1832">
                  <c:v>10.691409999999999</c:v>
                </c:pt>
                <c:pt idx="1833">
                  <c:v>10.86557</c:v>
                </c:pt>
                <c:pt idx="1834">
                  <c:v>10.693759999999999</c:v>
                </c:pt>
                <c:pt idx="1835">
                  <c:v>10.522270000000001</c:v>
                </c:pt>
                <c:pt idx="1836">
                  <c:v>10.628959999999999</c:v>
                </c:pt>
                <c:pt idx="1837">
                  <c:v>10.61143</c:v>
                </c:pt>
                <c:pt idx="1838">
                  <c:v>10.70054</c:v>
                </c:pt>
                <c:pt idx="1839">
                  <c:v>10.75572</c:v>
                </c:pt>
                <c:pt idx="1840">
                  <c:v>10.7263</c:v>
                </c:pt>
                <c:pt idx="1841">
                  <c:v>10.724880000000001</c:v>
                </c:pt>
                <c:pt idx="1842">
                  <c:v>10.729649999999999</c:v>
                </c:pt>
                <c:pt idx="1843">
                  <c:v>10.742990000000001</c:v>
                </c:pt>
                <c:pt idx="1844">
                  <c:v>10.67484</c:v>
                </c:pt>
                <c:pt idx="1845">
                  <c:v>10.74004</c:v>
                </c:pt>
                <c:pt idx="1846">
                  <c:v>10.66649</c:v>
                </c:pt>
                <c:pt idx="1847">
                  <c:v>10.667719999999999</c:v>
                </c:pt>
                <c:pt idx="1848">
                  <c:v>10.946569999999999</c:v>
                </c:pt>
                <c:pt idx="1849">
                  <c:v>11.01699</c:v>
                </c:pt>
                <c:pt idx="1850">
                  <c:v>11.15654</c:v>
                </c:pt>
                <c:pt idx="1851">
                  <c:v>11.05838</c:v>
                </c:pt>
                <c:pt idx="1852">
                  <c:v>10.94055</c:v>
                </c:pt>
                <c:pt idx="1853">
                  <c:v>10.972429999999999</c:v>
                </c:pt>
                <c:pt idx="1854">
                  <c:v>11.17276</c:v>
                </c:pt>
                <c:pt idx="1855">
                  <c:v>11.22921</c:v>
                </c:pt>
                <c:pt idx="1856">
                  <c:v>11.294919999999999</c:v>
                </c:pt>
                <c:pt idx="1857">
                  <c:v>11.18079</c:v>
                </c:pt>
                <c:pt idx="1858">
                  <c:v>11.14148</c:v>
                </c:pt>
                <c:pt idx="1859">
                  <c:v>11.033849999999999</c:v>
                </c:pt>
                <c:pt idx="1860">
                  <c:v>10.98808</c:v>
                </c:pt>
                <c:pt idx="1861">
                  <c:v>11.03913</c:v>
                </c:pt>
                <c:pt idx="1862">
                  <c:v>11.02914</c:v>
                </c:pt>
                <c:pt idx="1863">
                  <c:v>11.081630000000001</c:v>
                </c:pt>
                <c:pt idx="1864">
                  <c:v>11.073359999999999</c:v>
                </c:pt>
                <c:pt idx="1865">
                  <c:v>11.17658</c:v>
                </c:pt>
                <c:pt idx="1866">
                  <c:v>11.393599999999999</c:v>
                </c:pt>
                <c:pt idx="1867">
                  <c:v>11.430899999999999</c:v>
                </c:pt>
                <c:pt idx="1868">
                  <c:v>11.16319</c:v>
                </c:pt>
                <c:pt idx="1869">
                  <c:v>10.899229999999999</c:v>
                </c:pt>
                <c:pt idx="1870">
                  <c:v>10.874040000000001</c:v>
                </c:pt>
                <c:pt idx="1871">
                  <c:v>10.813000000000001</c:v>
                </c:pt>
                <c:pt idx="1872">
                  <c:v>10.82535</c:v>
                </c:pt>
                <c:pt idx="1873">
                  <c:v>10.72911</c:v>
                </c:pt>
                <c:pt idx="1874">
                  <c:v>10.91484</c:v>
                </c:pt>
                <c:pt idx="1875">
                  <c:v>10.957990000000001</c:v>
                </c:pt>
                <c:pt idx="1876">
                  <c:v>10.98287</c:v>
                </c:pt>
                <c:pt idx="1877">
                  <c:v>10.86609</c:v>
                </c:pt>
                <c:pt idx="1878">
                  <c:v>10.704879999999999</c:v>
                </c:pt>
                <c:pt idx="1879">
                  <c:v>10.74269</c:v>
                </c:pt>
                <c:pt idx="1880">
                  <c:v>10.745089999999999</c:v>
                </c:pt>
                <c:pt idx="1881">
                  <c:v>10.749739999999999</c:v>
                </c:pt>
                <c:pt idx="1882">
                  <c:v>10.74474</c:v>
                </c:pt>
                <c:pt idx="1883">
                  <c:v>10.603400000000001</c:v>
                </c:pt>
                <c:pt idx="1884">
                  <c:v>10.837160000000001</c:v>
                </c:pt>
                <c:pt idx="1885">
                  <c:v>10.65352</c:v>
                </c:pt>
                <c:pt idx="1886">
                  <c:v>10.705730000000001</c:v>
                </c:pt>
                <c:pt idx="1887">
                  <c:v>10.483219999999999</c:v>
                </c:pt>
                <c:pt idx="1888">
                  <c:v>10.519410000000001</c:v>
                </c:pt>
                <c:pt idx="1889">
                  <c:v>10.34676</c:v>
                </c:pt>
                <c:pt idx="1890">
                  <c:v>10.19145</c:v>
                </c:pt>
                <c:pt idx="1891">
                  <c:v>10.037979999999999</c:v>
                </c:pt>
                <c:pt idx="1892">
                  <c:v>10.00231</c:v>
                </c:pt>
                <c:pt idx="1893">
                  <c:v>10.20129</c:v>
                </c:pt>
                <c:pt idx="1894">
                  <c:v>10.12262</c:v>
                </c:pt>
                <c:pt idx="1895">
                  <c:v>10.3657</c:v>
                </c:pt>
                <c:pt idx="1896">
                  <c:v>10.36055</c:v>
                </c:pt>
                <c:pt idx="1897">
                  <c:v>10.300700000000001</c:v>
                </c:pt>
                <c:pt idx="1898">
                  <c:v>10.244020000000001</c:v>
                </c:pt>
                <c:pt idx="1899">
                  <c:v>10.37907</c:v>
                </c:pt>
                <c:pt idx="1900">
                  <c:v>10.351610000000001</c:v>
                </c:pt>
                <c:pt idx="1901">
                  <c:v>10.386839999999999</c:v>
                </c:pt>
                <c:pt idx="1902">
                  <c:v>10.09726</c:v>
                </c:pt>
                <c:pt idx="1903">
                  <c:v>9.9522200000000005</c:v>
                </c:pt>
                <c:pt idx="1904">
                  <c:v>9.6401599999999998</c:v>
                </c:pt>
                <c:pt idx="1905">
                  <c:v>9.8980300000000003</c:v>
                </c:pt>
                <c:pt idx="1906">
                  <c:v>9.8980300000000003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BB-4D3D-A3D6-136BFE235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399520"/>
        <c:axId val="617399936"/>
      </c:lineChart>
      <c:dateAx>
        <c:axId val="617399520"/>
        <c:scaling>
          <c:orientation val="minMax"/>
          <c:min val="44986"/>
        </c:scaling>
        <c:delete val="0"/>
        <c:axPos val="b"/>
        <c:numFmt formatCode="yy\.m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936"/>
        <c:crosses val="autoZero"/>
        <c:auto val="1"/>
        <c:lblOffset val="100"/>
        <c:baseTimeUnit val="days"/>
        <c:majorUnit val="6"/>
        <c:majorTimeUnit val="months"/>
      </c:dateAx>
      <c:valAx>
        <c:axId val="617399936"/>
        <c:scaling>
          <c:orientation val="minMax"/>
          <c:max val="12"/>
          <c:min val="5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5.4264601139601139E-2"/>
              <c:y val="6.008653846153846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17399520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255834362866524E-2"/>
          <c:y val="0.15603632478632479"/>
          <c:w val="0.88900005518153402"/>
          <c:h val="0.720898504273504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(copied)'!$U$13:$U$148</c:f>
              <c:numCache>
                <c:formatCode>yyyy\-mm\-dd</c:formatCode>
                <c:ptCount val="136"/>
                <c:pt idx="0">
                  <c:v>36616</c:v>
                </c:pt>
                <c:pt idx="1">
                  <c:v>36707</c:v>
                </c:pt>
                <c:pt idx="2">
                  <c:v>36799</c:v>
                </c:pt>
                <c:pt idx="3">
                  <c:v>36891</c:v>
                </c:pt>
                <c:pt idx="4">
                  <c:v>36981</c:v>
                </c:pt>
                <c:pt idx="5">
                  <c:v>37072</c:v>
                </c:pt>
                <c:pt idx="6">
                  <c:v>37164</c:v>
                </c:pt>
                <c:pt idx="7">
                  <c:v>37256</c:v>
                </c:pt>
                <c:pt idx="8">
                  <c:v>37346</c:v>
                </c:pt>
                <c:pt idx="9">
                  <c:v>37437</c:v>
                </c:pt>
                <c:pt idx="10">
                  <c:v>37529</c:v>
                </c:pt>
                <c:pt idx="11">
                  <c:v>37621</c:v>
                </c:pt>
                <c:pt idx="12">
                  <c:v>37711</c:v>
                </c:pt>
                <c:pt idx="13">
                  <c:v>37802</c:v>
                </c:pt>
                <c:pt idx="14">
                  <c:v>37894</c:v>
                </c:pt>
                <c:pt idx="15">
                  <c:v>37986</c:v>
                </c:pt>
                <c:pt idx="16">
                  <c:v>38077</c:v>
                </c:pt>
                <c:pt idx="17">
                  <c:v>38168</c:v>
                </c:pt>
                <c:pt idx="18">
                  <c:v>38260</c:v>
                </c:pt>
                <c:pt idx="19">
                  <c:v>38352</c:v>
                </c:pt>
                <c:pt idx="20">
                  <c:v>38442</c:v>
                </c:pt>
                <c:pt idx="21">
                  <c:v>38533</c:v>
                </c:pt>
                <c:pt idx="22">
                  <c:v>38625</c:v>
                </c:pt>
                <c:pt idx="23">
                  <c:v>38717</c:v>
                </c:pt>
                <c:pt idx="24">
                  <c:v>38807</c:v>
                </c:pt>
                <c:pt idx="25">
                  <c:v>38898</c:v>
                </c:pt>
                <c:pt idx="26">
                  <c:v>38990</c:v>
                </c:pt>
                <c:pt idx="27">
                  <c:v>39082</c:v>
                </c:pt>
                <c:pt idx="28">
                  <c:v>39172</c:v>
                </c:pt>
                <c:pt idx="29">
                  <c:v>39263</c:v>
                </c:pt>
                <c:pt idx="30">
                  <c:v>39355</c:v>
                </c:pt>
                <c:pt idx="31">
                  <c:v>39447</c:v>
                </c:pt>
                <c:pt idx="32">
                  <c:v>39538</c:v>
                </c:pt>
                <c:pt idx="33">
                  <c:v>39629</c:v>
                </c:pt>
                <c:pt idx="34">
                  <c:v>39721</c:v>
                </c:pt>
                <c:pt idx="35">
                  <c:v>39813</c:v>
                </c:pt>
                <c:pt idx="36">
                  <c:v>39903</c:v>
                </c:pt>
                <c:pt idx="37">
                  <c:v>39994</c:v>
                </c:pt>
                <c:pt idx="38">
                  <c:v>40086</c:v>
                </c:pt>
                <c:pt idx="39">
                  <c:v>40178</c:v>
                </c:pt>
                <c:pt idx="40">
                  <c:v>40268</c:v>
                </c:pt>
                <c:pt idx="41">
                  <c:v>40359</c:v>
                </c:pt>
                <c:pt idx="42">
                  <c:v>40451</c:v>
                </c:pt>
                <c:pt idx="43">
                  <c:v>40543</c:v>
                </c:pt>
                <c:pt idx="44">
                  <c:v>40633</c:v>
                </c:pt>
                <c:pt idx="45">
                  <c:v>40724</c:v>
                </c:pt>
                <c:pt idx="46">
                  <c:v>40816</c:v>
                </c:pt>
                <c:pt idx="47">
                  <c:v>40908</c:v>
                </c:pt>
                <c:pt idx="48">
                  <c:v>40999</c:v>
                </c:pt>
                <c:pt idx="49">
                  <c:v>41090</c:v>
                </c:pt>
                <c:pt idx="50">
                  <c:v>41182</c:v>
                </c:pt>
                <c:pt idx="51">
                  <c:v>41274</c:v>
                </c:pt>
                <c:pt idx="52">
                  <c:v>41364</c:v>
                </c:pt>
                <c:pt idx="53">
                  <c:v>41455</c:v>
                </c:pt>
                <c:pt idx="54">
                  <c:v>41547</c:v>
                </c:pt>
                <c:pt idx="55">
                  <c:v>41639</c:v>
                </c:pt>
                <c:pt idx="56">
                  <c:v>41729</c:v>
                </c:pt>
                <c:pt idx="57">
                  <c:v>41820</c:v>
                </c:pt>
                <c:pt idx="58">
                  <c:v>41912</c:v>
                </c:pt>
                <c:pt idx="59">
                  <c:v>42004</c:v>
                </c:pt>
                <c:pt idx="60">
                  <c:v>42094</c:v>
                </c:pt>
                <c:pt idx="61">
                  <c:v>42185</c:v>
                </c:pt>
                <c:pt idx="62">
                  <c:v>42277</c:v>
                </c:pt>
                <c:pt idx="63">
                  <c:v>42369</c:v>
                </c:pt>
                <c:pt idx="64">
                  <c:v>42460</c:v>
                </c:pt>
                <c:pt idx="65">
                  <c:v>42551</c:v>
                </c:pt>
                <c:pt idx="66">
                  <c:v>42643</c:v>
                </c:pt>
                <c:pt idx="67">
                  <c:v>42735</c:v>
                </c:pt>
                <c:pt idx="68">
                  <c:v>42825</c:v>
                </c:pt>
                <c:pt idx="69">
                  <c:v>42916</c:v>
                </c:pt>
                <c:pt idx="70">
                  <c:v>43008</c:v>
                </c:pt>
                <c:pt idx="71">
                  <c:v>43100</c:v>
                </c:pt>
                <c:pt idx="72">
                  <c:v>43190</c:v>
                </c:pt>
                <c:pt idx="73">
                  <c:v>43281</c:v>
                </c:pt>
                <c:pt idx="74">
                  <c:v>43373</c:v>
                </c:pt>
                <c:pt idx="75">
                  <c:v>43465</c:v>
                </c:pt>
                <c:pt idx="76">
                  <c:v>43555</c:v>
                </c:pt>
                <c:pt idx="77">
                  <c:v>43646</c:v>
                </c:pt>
                <c:pt idx="78">
                  <c:v>43738</c:v>
                </c:pt>
                <c:pt idx="79">
                  <c:v>43830</c:v>
                </c:pt>
                <c:pt idx="80">
                  <c:v>43921</c:v>
                </c:pt>
                <c:pt idx="81">
                  <c:v>44012</c:v>
                </c:pt>
                <c:pt idx="82">
                  <c:v>44104</c:v>
                </c:pt>
                <c:pt idx="83">
                  <c:v>44196</c:v>
                </c:pt>
                <c:pt idx="84">
                  <c:v>44286</c:v>
                </c:pt>
                <c:pt idx="85">
                  <c:v>44377</c:v>
                </c:pt>
                <c:pt idx="86">
                  <c:v>44469</c:v>
                </c:pt>
                <c:pt idx="87">
                  <c:v>44561</c:v>
                </c:pt>
                <c:pt idx="88">
                  <c:v>44651</c:v>
                </c:pt>
                <c:pt idx="89">
                  <c:v>44742</c:v>
                </c:pt>
                <c:pt idx="90">
                  <c:v>44834</c:v>
                </c:pt>
                <c:pt idx="91">
                  <c:v>44926</c:v>
                </c:pt>
                <c:pt idx="92">
                  <c:v>45016</c:v>
                </c:pt>
                <c:pt idx="93">
                  <c:v>45107</c:v>
                </c:pt>
                <c:pt idx="94">
                  <c:v>45199</c:v>
                </c:pt>
                <c:pt idx="95">
                  <c:v>45291</c:v>
                </c:pt>
                <c:pt idx="96">
                  <c:v>45382</c:v>
                </c:pt>
                <c:pt idx="97">
                  <c:v>45473</c:v>
                </c:pt>
                <c:pt idx="98">
                  <c:v>45565</c:v>
                </c:pt>
                <c:pt idx="99">
                  <c:v>45657</c:v>
                </c:pt>
                <c:pt idx="100">
                  <c:v>45747</c:v>
                </c:pt>
                <c:pt idx="101">
                  <c:v>45838</c:v>
                </c:pt>
                <c:pt idx="102">
                  <c:v>45930</c:v>
                </c:pt>
                <c:pt idx="103">
                  <c:v>46022</c:v>
                </c:pt>
              </c:numCache>
            </c:numRef>
          </c:cat>
          <c:val>
            <c:numRef>
              <c:f>'CHART (copied)'!$V$13:$V$148</c:f>
              <c:numCache>
                <c:formatCode>General</c:formatCode>
                <c:ptCount val="136"/>
                <c:pt idx="0">
                  <c:v>4.2</c:v>
                </c:pt>
                <c:pt idx="1">
                  <c:v>5.2</c:v>
                </c:pt>
                <c:pt idx="2">
                  <c:v>4</c:v>
                </c:pt>
                <c:pt idx="3">
                  <c:v>2.9</c:v>
                </c:pt>
                <c:pt idx="4">
                  <c:v>2.2000000000000002</c:v>
                </c:pt>
                <c:pt idx="5">
                  <c:v>1</c:v>
                </c:pt>
                <c:pt idx="6">
                  <c:v>0.5</c:v>
                </c:pt>
                <c:pt idx="7">
                  <c:v>0.2</c:v>
                </c:pt>
                <c:pt idx="8">
                  <c:v>1.3</c:v>
                </c:pt>
                <c:pt idx="9">
                  <c:v>1.3</c:v>
                </c:pt>
                <c:pt idx="10">
                  <c:v>2.1</c:v>
                </c:pt>
                <c:pt idx="11">
                  <c:v>2</c:v>
                </c:pt>
                <c:pt idx="12">
                  <c:v>1.7</c:v>
                </c:pt>
                <c:pt idx="13">
                  <c:v>2</c:v>
                </c:pt>
                <c:pt idx="14">
                  <c:v>3.2</c:v>
                </c:pt>
                <c:pt idx="15">
                  <c:v>4.3</c:v>
                </c:pt>
                <c:pt idx="16">
                  <c:v>4.3</c:v>
                </c:pt>
                <c:pt idx="17">
                  <c:v>4.2</c:v>
                </c:pt>
                <c:pt idx="18">
                  <c:v>3.5</c:v>
                </c:pt>
                <c:pt idx="19">
                  <c:v>3.4</c:v>
                </c:pt>
                <c:pt idx="20">
                  <c:v>3.9</c:v>
                </c:pt>
                <c:pt idx="21">
                  <c:v>3.6</c:v>
                </c:pt>
                <c:pt idx="22">
                  <c:v>3.4</c:v>
                </c:pt>
                <c:pt idx="23">
                  <c:v>3</c:v>
                </c:pt>
                <c:pt idx="24">
                  <c:v>3.2</c:v>
                </c:pt>
                <c:pt idx="25">
                  <c:v>3</c:v>
                </c:pt>
                <c:pt idx="26">
                  <c:v>2.2999999999999998</c:v>
                </c:pt>
                <c:pt idx="27">
                  <c:v>2.6</c:v>
                </c:pt>
                <c:pt idx="28">
                  <c:v>1.6</c:v>
                </c:pt>
                <c:pt idx="29">
                  <c:v>1.9</c:v>
                </c:pt>
                <c:pt idx="30">
                  <c:v>2.4</c:v>
                </c:pt>
                <c:pt idx="31">
                  <c:v>2.1</c:v>
                </c:pt>
                <c:pt idx="32">
                  <c:v>1.4</c:v>
                </c:pt>
                <c:pt idx="33">
                  <c:v>1.4</c:v>
                </c:pt>
                <c:pt idx="34">
                  <c:v>0.3</c:v>
                </c:pt>
                <c:pt idx="35">
                  <c:v>-2.5</c:v>
                </c:pt>
                <c:pt idx="36">
                  <c:v>-3.2</c:v>
                </c:pt>
                <c:pt idx="37">
                  <c:v>-4</c:v>
                </c:pt>
                <c:pt idx="38">
                  <c:v>-3.1</c:v>
                </c:pt>
                <c:pt idx="39">
                  <c:v>0.1</c:v>
                </c:pt>
                <c:pt idx="40">
                  <c:v>1.7</c:v>
                </c:pt>
                <c:pt idx="41">
                  <c:v>2.9</c:v>
                </c:pt>
                <c:pt idx="42">
                  <c:v>3.3</c:v>
                </c:pt>
                <c:pt idx="43">
                  <c:v>2.8</c:v>
                </c:pt>
                <c:pt idx="44">
                  <c:v>2</c:v>
                </c:pt>
                <c:pt idx="45">
                  <c:v>1.7</c:v>
                </c:pt>
                <c:pt idx="46">
                  <c:v>0.9</c:v>
                </c:pt>
                <c:pt idx="47">
                  <c:v>1.5</c:v>
                </c:pt>
                <c:pt idx="48">
                  <c:v>2.6</c:v>
                </c:pt>
                <c:pt idx="49">
                  <c:v>2.4</c:v>
                </c:pt>
                <c:pt idx="50">
                  <c:v>2.6</c:v>
                </c:pt>
                <c:pt idx="51">
                  <c:v>1.6</c:v>
                </c:pt>
                <c:pt idx="52">
                  <c:v>1.7</c:v>
                </c:pt>
                <c:pt idx="53">
                  <c:v>1.5</c:v>
                </c:pt>
                <c:pt idx="54">
                  <c:v>2.2000000000000002</c:v>
                </c:pt>
                <c:pt idx="55">
                  <c:v>3</c:v>
                </c:pt>
                <c:pt idx="56">
                  <c:v>1.7</c:v>
                </c:pt>
                <c:pt idx="57">
                  <c:v>2.7</c:v>
                </c:pt>
                <c:pt idx="58">
                  <c:v>3.1</c:v>
                </c:pt>
                <c:pt idx="59">
                  <c:v>2.7</c:v>
                </c:pt>
                <c:pt idx="60">
                  <c:v>4</c:v>
                </c:pt>
                <c:pt idx="61">
                  <c:v>3.3</c:v>
                </c:pt>
                <c:pt idx="62">
                  <c:v>2.4</c:v>
                </c:pt>
                <c:pt idx="63">
                  <c:v>2.1</c:v>
                </c:pt>
                <c:pt idx="64">
                  <c:v>1.8</c:v>
                </c:pt>
                <c:pt idx="65">
                  <c:v>1.5</c:v>
                </c:pt>
                <c:pt idx="66">
                  <c:v>1.8</c:v>
                </c:pt>
                <c:pt idx="67">
                  <c:v>2.2000000000000002</c:v>
                </c:pt>
                <c:pt idx="68">
                  <c:v>2.1</c:v>
                </c:pt>
                <c:pt idx="69">
                  <c:v>2.2999999999999998</c:v>
                </c:pt>
                <c:pt idx="70">
                  <c:v>2.4</c:v>
                </c:pt>
                <c:pt idx="71">
                  <c:v>3</c:v>
                </c:pt>
                <c:pt idx="72">
                  <c:v>3.3</c:v>
                </c:pt>
                <c:pt idx="73">
                  <c:v>3.3</c:v>
                </c:pt>
                <c:pt idx="74">
                  <c:v>3.1</c:v>
                </c:pt>
                <c:pt idx="75">
                  <c:v>2.1</c:v>
                </c:pt>
                <c:pt idx="76">
                  <c:v>1.9</c:v>
                </c:pt>
                <c:pt idx="77">
                  <c:v>2.2000000000000002</c:v>
                </c:pt>
                <c:pt idx="78">
                  <c:v>2.8</c:v>
                </c:pt>
                <c:pt idx="79">
                  <c:v>3.4</c:v>
                </c:pt>
                <c:pt idx="80">
                  <c:v>1.4</c:v>
                </c:pt>
                <c:pt idx="81">
                  <c:v>-7.4</c:v>
                </c:pt>
                <c:pt idx="82">
                  <c:v>-1.4</c:v>
                </c:pt>
                <c:pt idx="83">
                  <c:v>-0.9</c:v>
                </c:pt>
                <c:pt idx="84">
                  <c:v>1.8</c:v>
                </c:pt>
                <c:pt idx="85">
                  <c:v>12.4</c:v>
                </c:pt>
                <c:pt idx="86">
                  <c:v>5.2</c:v>
                </c:pt>
                <c:pt idx="87">
                  <c:v>5.8</c:v>
                </c:pt>
                <c:pt idx="88">
                  <c:v>4</c:v>
                </c:pt>
                <c:pt idx="89">
                  <c:v>2.5</c:v>
                </c:pt>
                <c:pt idx="90">
                  <c:v>2.2999999999999998</c:v>
                </c:pt>
                <c:pt idx="91">
                  <c:v>1.3</c:v>
                </c:pt>
                <c:pt idx="92">
                  <c:v>2.2999999999999998</c:v>
                </c:pt>
                <c:pt idx="93">
                  <c:v>2.8</c:v>
                </c:pt>
                <c:pt idx="94">
                  <c:v>3.2</c:v>
                </c:pt>
                <c:pt idx="95">
                  <c:v>3.4</c:v>
                </c:pt>
                <c:pt idx="96">
                  <c:v>2.9</c:v>
                </c:pt>
                <c:pt idx="97">
                  <c:v>3.1</c:v>
                </c:pt>
                <c:pt idx="98">
                  <c:v>2.8</c:v>
                </c:pt>
                <c:pt idx="99">
                  <c:v>2.4</c:v>
                </c:pt>
                <c:pt idx="100">
                  <c:v>2</c:v>
                </c:pt>
                <c:pt idx="101">
                  <c:v>2.1</c:v>
                </c:pt>
                <c:pt idx="102">
                  <c:v>2.2999999999999998</c:v>
                </c:pt>
                <c:pt idx="103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EE-494C-85EF-2A058BD41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3188744"/>
        <c:axId val="723189072"/>
      </c:lineChart>
      <c:dateAx>
        <c:axId val="723188744"/>
        <c:scaling>
          <c:orientation val="minMax"/>
          <c:min val="38412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23189072"/>
        <c:crosses val="autoZero"/>
        <c:auto val="1"/>
        <c:lblOffset val="100"/>
        <c:baseTimeUnit val="months"/>
        <c:majorUnit val="2"/>
        <c:majorTimeUnit val="years"/>
      </c:dateAx>
      <c:valAx>
        <c:axId val="723189072"/>
        <c:scaling>
          <c:orientation val="minMax"/>
          <c:max val="10"/>
          <c:min val="-8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3.3743961352657004E-2"/>
              <c:y val="2.03525641025641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723188744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236956521739121E-2"/>
          <c:y val="0.10854700854700855"/>
          <c:w val="0.88701908212560399"/>
          <c:h val="0.7683878205128205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(copied)'!$A$13:$A$400</c:f>
              <c:numCache>
                <c:formatCode>yyyy\-mm\-dd</c:formatCode>
                <c:ptCount val="388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  <c:pt idx="313">
                  <c:v>46081</c:v>
                </c:pt>
              </c:numCache>
            </c:numRef>
          </c:cat>
          <c:val>
            <c:numRef>
              <c:f>'CHART (copied)'!$B$13:$B$400</c:f>
              <c:numCache>
                <c:formatCode>General</c:formatCode>
                <c:ptCount val="388"/>
                <c:pt idx="0">
                  <c:v>56.7</c:v>
                </c:pt>
                <c:pt idx="1">
                  <c:v>55.8</c:v>
                </c:pt>
                <c:pt idx="2">
                  <c:v>54.9</c:v>
                </c:pt>
                <c:pt idx="3">
                  <c:v>54.7</c:v>
                </c:pt>
                <c:pt idx="4">
                  <c:v>53.2</c:v>
                </c:pt>
                <c:pt idx="5">
                  <c:v>51.4</c:v>
                </c:pt>
                <c:pt idx="6">
                  <c:v>52.5</c:v>
                </c:pt>
                <c:pt idx="7">
                  <c:v>49.9</c:v>
                </c:pt>
                <c:pt idx="8">
                  <c:v>49.7</c:v>
                </c:pt>
                <c:pt idx="9">
                  <c:v>48.7</c:v>
                </c:pt>
                <c:pt idx="10">
                  <c:v>48.5</c:v>
                </c:pt>
                <c:pt idx="11">
                  <c:v>43.9</c:v>
                </c:pt>
                <c:pt idx="12">
                  <c:v>42.3</c:v>
                </c:pt>
                <c:pt idx="13">
                  <c:v>42.1</c:v>
                </c:pt>
                <c:pt idx="14">
                  <c:v>43.1</c:v>
                </c:pt>
                <c:pt idx="15">
                  <c:v>42.7</c:v>
                </c:pt>
                <c:pt idx="16">
                  <c:v>41.3</c:v>
                </c:pt>
                <c:pt idx="17">
                  <c:v>43.2</c:v>
                </c:pt>
                <c:pt idx="18">
                  <c:v>43.5</c:v>
                </c:pt>
                <c:pt idx="19">
                  <c:v>46.3</c:v>
                </c:pt>
                <c:pt idx="20">
                  <c:v>46.2</c:v>
                </c:pt>
                <c:pt idx="21">
                  <c:v>40.799999999999997</c:v>
                </c:pt>
                <c:pt idx="22">
                  <c:v>44.1</c:v>
                </c:pt>
                <c:pt idx="23">
                  <c:v>45.3</c:v>
                </c:pt>
                <c:pt idx="24">
                  <c:v>47.5</c:v>
                </c:pt>
                <c:pt idx="25">
                  <c:v>50.7</c:v>
                </c:pt>
                <c:pt idx="26">
                  <c:v>52.4</c:v>
                </c:pt>
                <c:pt idx="27">
                  <c:v>52.4</c:v>
                </c:pt>
                <c:pt idx="28">
                  <c:v>53.1</c:v>
                </c:pt>
                <c:pt idx="29">
                  <c:v>53.6</c:v>
                </c:pt>
                <c:pt idx="30">
                  <c:v>50.2</c:v>
                </c:pt>
                <c:pt idx="31">
                  <c:v>50.3</c:v>
                </c:pt>
                <c:pt idx="32">
                  <c:v>50.5</c:v>
                </c:pt>
                <c:pt idx="33">
                  <c:v>49</c:v>
                </c:pt>
                <c:pt idx="34">
                  <c:v>48.5</c:v>
                </c:pt>
                <c:pt idx="35">
                  <c:v>51.6</c:v>
                </c:pt>
                <c:pt idx="36">
                  <c:v>51.3</c:v>
                </c:pt>
                <c:pt idx="37">
                  <c:v>48.8</c:v>
                </c:pt>
                <c:pt idx="38">
                  <c:v>46.3</c:v>
                </c:pt>
                <c:pt idx="39">
                  <c:v>46.1</c:v>
                </c:pt>
                <c:pt idx="40">
                  <c:v>49</c:v>
                </c:pt>
                <c:pt idx="41">
                  <c:v>49</c:v>
                </c:pt>
                <c:pt idx="42">
                  <c:v>51</c:v>
                </c:pt>
                <c:pt idx="43">
                  <c:v>53.2</c:v>
                </c:pt>
                <c:pt idx="44">
                  <c:v>52.4</c:v>
                </c:pt>
                <c:pt idx="45">
                  <c:v>55.2</c:v>
                </c:pt>
                <c:pt idx="46">
                  <c:v>58.4</c:v>
                </c:pt>
                <c:pt idx="47">
                  <c:v>60.1</c:v>
                </c:pt>
                <c:pt idx="48">
                  <c:v>60.8</c:v>
                </c:pt>
                <c:pt idx="49">
                  <c:v>59.9</c:v>
                </c:pt>
                <c:pt idx="50">
                  <c:v>60.6</c:v>
                </c:pt>
                <c:pt idx="51">
                  <c:v>60.6</c:v>
                </c:pt>
                <c:pt idx="52">
                  <c:v>61.4</c:v>
                </c:pt>
                <c:pt idx="53">
                  <c:v>60.5</c:v>
                </c:pt>
                <c:pt idx="54">
                  <c:v>59.9</c:v>
                </c:pt>
                <c:pt idx="55">
                  <c:v>58.5</c:v>
                </c:pt>
                <c:pt idx="56">
                  <c:v>57.4</c:v>
                </c:pt>
                <c:pt idx="57">
                  <c:v>56.3</c:v>
                </c:pt>
                <c:pt idx="58">
                  <c:v>56.2</c:v>
                </c:pt>
                <c:pt idx="59">
                  <c:v>57.2</c:v>
                </c:pt>
                <c:pt idx="60">
                  <c:v>56.8</c:v>
                </c:pt>
                <c:pt idx="61">
                  <c:v>55.5</c:v>
                </c:pt>
                <c:pt idx="62">
                  <c:v>55.2</c:v>
                </c:pt>
                <c:pt idx="63">
                  <c:v>52.2</c:v>
                </c:pt>
                <c:pt idx="64">
                  <c:v>50.8</c:v>
                </c:pt>
                <c:pt idx="65">
                  <c:v>52.4</c:v>
                </c:pt>
                <c:pt idx="66">
                  <c:v>52.8</c:v>
                </c:pt>
                <c:pt idx="67">
                  <c:v>52.4</c:v>
                </c:pt>
                <c:pt idx="68">
                  <c:v>56.8</c:v>
                </c:pt>
                <c:pt idx="69">
                  <c:v>57.2</c:v>
                </c:pt>
                <c:pt idx="70">
                  <c:v>56.7</c:v>
                </c:pt>
                <c:pt idx="71">
                  <c:v>55.1</c:v>
                </c:pt>
                <c:pt idx="72">
                  <c:v>55</c:v>
                </c:pt>
                <c:pt idx="73">
                  <c:v>55.8</c:v>
                </c:pt>
                <c:pt idx="74">
                  <c:v>54.3</c:v>
                </c:pt>
                <c:pt idx="75">
                  <c:v>55.2</c:v>
                </c:pt>
                <c:pt idx="76">
                  <c:v>53.7</c:v>
                </c:pt>
                <c:pt idx="77">
                  <c:v>52</c:v>
                </c:pt>
                <c:pt idx="78">
                  <c:v>53</c:v>
                </c:pt>
                <c:pt idx="79">
                  <c:v>53.7</c:v>
                </c:pt>
                <c:pt idx="80">
                  <c:v>52.2</c:v>
                </c:pt>
                <c:pt idx="81">
                  <c:v>51.4</c:v>
                </c:pt>
                <c:pt idx="82">
                  <c:v>50.3</c:v>
                </c:pt>
                <c:pt idx="83">
                  <c:v>51.4</c:v>
                </c:pt>
                <c:pt idx="84">
                  <c:v>50.4</c:v>
                </c:pt>
                <c:pt idx="85">
                  <c:v>54.1</c:v>
                </c:pt>
                <c:pt idx="86">
                  <c:v>52.8</c:v>
                </c:pt>
                <c:pt idx="87">
                  <c:v>52.7</c:v>
                </c:pt>
                <c:pt idx="88">
                  <c:v>53.1</c:v>
                </c:pt>
                <c:pt idx="89">
                  <c:v>54</c:v>
                </c:pt>
                <c:pt idx="90">
                  <c:v>51.8</c:v>
                </c:pt>
                <c:pt idx="91">
                  <c:v>52.2</c:v>
                </c:pt>
                <c:pt idx="92">
                  <c:v>53.8</c:v>
                </c:pt>
                <c:pt idx="93">
                  <c:v>52.8</c:v>
                </c:pt>
                <c:pt idx="94">
                  <c:v>51.5</c:v>
                </c:pt>
                <c:pt idx="95">
                  <c:v>50.1</c:v>
                </c:pt>
                <c:pt idx="96">
                  <c:v>50.9</c:v>
                </c:pt>
                <c:pt idx="97">
                  <c:v>48.8</c:v>
                </c:pt>
                <c:pt idx="98">
                  <c:v>49.7</c:v>
                </c:pt>
                <c:pt idx="99">
                  <c:v>48.5</c:v>
                </c:pt>
                <c:pt idx="100">
                  <c:v>48.9</c:v>
                </c:pt>
                <c:pt idx="101">
                  <c:v>49.9</c:v>
                </c:pt>
                <c:pt idx="102">
                  <c:v>50.8</c:v>
                </c:pt>
                <c:pt idx="103">
                  <c:v>50.1</c:v>
                </c:pt>
                <c:pt idx="104">
                  <c:v>47.2</c:v>
                </c:pt>
                <c:pt idx="105">
                  <c:v>38.200000000000003</c:v>
                </c:pt>
                <c:pt idx="106">
                  <c:v>39</c:v>
                </c:pt>
                <c:pt idx="107">
                  <c:v>34.5</c:v>
                </c:pt>
                <c:pt idx="108">
                  <c:v>36.4</c:v>
                </c:pt>
                <c:pt idx="109">
                  <c:v>36.6</c:v>
                </c:pt>
                <c:pt idx="110">
                  <c:v>37.200000000000003</c:v>
                </c:pt>
                <c:pt idx="111">
                  <c:v>39.9</c:v>
                </c:pt>
                <c:pt idx="112">
                  <c:v>44.1</c:v>
                </c:pt>
                <c:pt idx="113">
                  <c:v>46.3</c:v>
                </c:pt>
                <c:pt idx="114">
                  <c:v>49.7</c:v>
                </c:pt>
                <c:pt idx="115">
                  <c:v>53.4</c:v>
                </c:pt>
                <c:pt idx="116">
                  <c:v>54.9</c:v>
                </c:pt>
                <c:pt idx="117">
                  <c:v>57.6</c:v>
                </c:pt>
                <c:pt idx="118">
                  <c:v>55.4</c:v>
                </c:pt>
                <c:pt idx="119">
                  <c:v>55.8</c:v>
                </c:pt>
                <c:pt idx="120">
                  <c:v>56.3</c:v>
                </c:pt>
                <c:pt idx="121">
                  <c:v>55.5</c:v>
                </c:pt>
                <c:pt idx="122">
                  <c:v>58.8</c:v>
                </c:pt>
                <c:pt idx="123">
                  <c:v>58.1</c:v>
                </c:pt>
                <c:pt idx="124">
                  <c:v>57.4</c:v>
                </c:pt>
                <c:pt idx="125">
                  <c:v>56.5</c:v>
                </c:pt>
                <c:pt idx="126">
                  <c:v>56.1</c:v>
                </c:pt>
                <c:pt idx="127">
                  <c:v>56.4</c:v>
                </c:pt>
                <c:pt idx="128">
                  <c:v>55.3</c:v>
                </c:pt>
                <c:pt idx="129">
                  <c:v>56.9</c:v>
                </c:pt>
                <c:pt idx="130">
                  <c:v>57.3</c:v>
                </c:pt>
                <c:pt idx="131">
                  <c:v>56.6</c:v>
                </c:pt>
                <c:pt idx="132">
                  <c:v>59.1</c:v>
                </c:pt>
                <c:pt idx="133">
                  <c:v>59.2</c:v>
                </c:pt>
                <c:pt idx="134">
                  <c:v>58.4</c:v>
                </c:pt>
                <c:pt idx="135">
                  <c:v>57.9</c:v>
                </c:pt>
                <c:pt idx="136">
                  <c:v>54.8</c:v>
                </c:pt>
                <c:pt idx="137">
                  <c:v>55.8</c:v>
                </c:pt>
                <c:pt idx="138">
                  <c:v>52.9</c:v>
                </c:pt>
                <c:pt idx="139">
                  <c:v>52.6</c:v>
                </c:pt>
                <c:pt idx="140">
                  <c:v>53.7</c:v>
                </c:pt>
                <c:pt idx="141">
                  <c:v>51.4</c:v>
                </c:pt>
                <c:pt idx="142">
                  <c:v>51.8</c:v>
                </c:pt>
                <c:pt idx="143">
                  <c:v>53</c:v>
                </c:pt>
                <c:pt idx="144">
                  <c:v>54.2</c:v>
                </c:pt>
                <c:pt idx="145">
                  <c:v>53.3</c:v>
                </c:pt>
                <c:pt idx="146">
                  <c:v>53.5</c:v>
                </c:pt>
                <c:pt idx="147">
                  <c:v>55.2</c:v>
                </c:pt>
                <c:pt idx="148">
                  <c:v>53.2</c:v>
                </c:pt>
                <c:pt idx="149">
                  <c:v>49.5</c:v>
                </c:pt>
                <c:pt idx="150">
                  <c:v>49.6</c:v>
                </c:pt>
                <c:pt idx="151">
                  <c:v>49</c:v>
                </c:pt>
                <c:pt idx="152">
                  <c:v>50.8</c:v>
                </c:pt>
                <c:pt idx="153">
                  <c:v>50.5</c:v>
                </c:pt>
                <c:pt idx="154">
                  <c:v>48</c:v>
                </c:pt>
                <c:pt idx="155">
                  <c:v>50.1</c:v>
                </c:pt>
                <c:pt idx="156">
                  <c:v>53.3</c:v>
                </c:pt>
                <c:pt idx="157">
                  <c:v>54.2</c:v>
                </c:pt>
                <c:pt idx="158">
                  <c:v>51.9</c:v>
                </c:pt>
                <c:pt idx="159">
                  <c:v>51</c:v>
                </c:pt>
                <c:pt idx="160">
                  <c:v>50.8</c:v>
                </c:pt>
                <c:pt idx="161">
                  <c:v>51.1</c:v>
                </c:pt>
                <c:pt idx="162">
                  <c:v>53.8</c:v>
                </c:pt>
                <c:pt idx="163">
                  <c:v>54</c:v>
                </c:pt>
                <c:pt idx="164">
                  <c:v>54.6</c:v>
                </c:pt>
                <c:pt idx="165">
                  <c:v>54.6</c:v>
                </c:pt>
                <c:pt idx="166">
                  <c:v>55.5</c:v>
                </c:pt>
                <c:pt idx="167">
                  <c:v>56.5</c:v>
                </c:pt>
                <c:pt idx="168">
                  <c:v>52.5</c:v>
                </c:pt>
                <c:pt idx="169">
                  <c:v>55</c:v>
                </c:pt>
                <c:pt idx="170">
                  <c:v>55.9</c:v>
                </c:pt>
                <c:pt idx="171">
                  <c:v>56.6</c:v>
                </c:pt>
                <c:pt idx="172">
                  <c:v>55.7</c:v>
                </c:pt>
                <c:pt idx="173">
                  <c:v>55</c:v>
                </c:pt>
                <c:pt idx="174">
                  <c:v>55.1</c:v>
                </c:pt>
                <c:pt idx="175">
                  <c:v>56.3</c:v>
                </c:pt>
                <c:pt idx="176">
                  <c:v>55.7</c:v>
                </c:pt>
                <c:pt idx="177">
                  <c:v>56.2</c:v>
                </c:pt>
                <c:pt idx="178">
                  <c:v>56.3</c:v>
                </c:pt>
                <c:pt idx="179">
                  <c:v>55.7</c:v>
                </c:pt>
                <c:pt idx="180">
                  <c:v>53.9</c:v>
                </c:pt>
                <c:pt idx="181">
                  <c:v>53</c:v>
                </c:pt>
                <c:pt idx="182">
                  <c:v>52.1</c:v>
                </c:pt>
                <c:pt idx="183">
                  <c:v>51.9</c:v>
                </c:pt>
                <c:pt idx="184">
                  <c:v>52.9</c:v>
                </c:pt>
                <c:pt idx="185">
                  <c:v>52.5</c:v>
                </c:pt>
                <c:pt idx="186">
                  <c:v>52</c:v>
                </c:pt>
                <c:pt idx="187">
                  <c:v>50.2</c:v>
                </c:pt>
                <c:pt idx="188">
                  <c:v>50.1</c:v>
                </c:pt>
                <c:pt idx="189">
                  <c:v>49.1</c:v>
                </c:pt>
                <c:pt idx="190">
                  <c:v>49.1</c:v>
                </c:pt>
                <c:pt idx="191">
                  <c:v>48.7</c:v>
                </c:pt>
                <c:pt idx="192">
                  <c:v>47.6</c:v>
                </c:pt>
                <c:pt idx="193">
                  <c:v>49.2</c:v>
                </c:pt>
                <c:pt idx="194">
                  <c:v>51</c:v>
                </c:pt>
                <c:pt idx="195">
                  <c:v>51.3</c:v>
                </c:pt>
                <c:pt idx="196">
                  <c:v>51.4</c:v>
                </c:pt>
                <c:pt idx="197">
                  <c:v>52.2</c:v>
                </c:pt>
                <c:pt idx="198">
                  <c:v>52.7</c:v>
                </c:pt>
                <c:pt idx="199">
                  <c:v>49.8</c:v>
                </c:pt>
                <c:pt idx="200">
                  <c:v>51.1</c:v>
                </c:pt>
                <c:pt idx="201">
                  <c:v>51.8</c:v>
                </c:pt>
                <c:pt idx="202">
                  <c:v>53.2</c:v>
                </c:pt>
                <c:pt idx="203">
                  <c:v>54.4</c:v>
                </c:pt>
                <c:pt idx="204">
                  <c:v>55.7</c:v>
                </c:pt>
                <c:pt idx="205">
                  <c:v>57.7</c:v>
                </c:pt>
                <c:pt idx="206">
                  <c:v>56.5</c:v>
                </c:pt>
                <c:pt idx="207">
                  <c:v>55.8</c:v>
                </c:pt>
                <c:pt idx="208">
                  <c:v>56.4</c:v>
                </c:pt>
                <c:pt idx="209">
                  <c:v>56.2</c:v>
                </c:pt>
                <c:pt idx="210">
                  <c:v>56.5</c:v>
                </c:pt>
                <c:pt idx="211">
                  <c:v>58.4</c:v>
                </c:pt>
                <c:pt idx="212">
                  <c:v>60</c:v>
                </c:pt>
                <c:pt idx="213">
                  <c:v>58.6</c:v>
                </c:pt>
                <c:pt idx="214">
                  <c:v>57.6</c:v>
                </c:pt>
                <c:pt idx="215">
                  <c:v>59.7</c:v>
                </c:pt>
                <c:pt idx="216">
                  <c:v>59.4</c:v>
                </c:pt>
                <c:pt idx="217">
                  <c:v>60.9</c:v>
                </c:pt>
                <c:pt idx="218">
                  <c:v>58.8</c:v>
                </c:pt>
                <c:pt idx="219">
                  <c:v>58.6</c:v>
                </c:pt>
                <c:pt idx="220">
                  <c:v>59</c:v>
                </c:pt>
                <c:pt idx="221">
                  <c:v>59.9</c:v>
                </c:pt>
                <c:pt idx="222">
                  <c:v>58.1</c:v>
                </c:pt>
                <c:pt idx="223">
                  <c:v>60.5</c:v>
                </c:pt>
                <c:pt idx="224">
                  <c:v>59.3</c:v>
                </c:pt>
                <c:pt idx="225">
                  <c:v>58.1</c:v>
                </c:pt>
                <c:pt idx="226">
                  <c:v>58.6</c:v>
                </c:pt>
                <c:pt idx="227">
                  <c:v>54.9</c:v>
                </c:pt>
                <c:pt idx="228">
                  <c:v>55.7</c:v>
                </c:pt>
                <c:pt idx="229">
                  <c:v>54.4</c:v>
                </c:pt>
                <c:pt idx="230">
                  <c:v>54.9</c:v>
                </c:pt>
                <c:pt idx="231">
                  <c:v>53.6</c:v>
                </c:pt>
                <c:pt idx="232">
                  <c:v>52.6</c:v>
                </c:pt>
                <c:pt idx="233">
                  <c:v>51.5</c:v>
                </c:pt>
                <c:pt idx="234">
                  <c:v>51</c:v>
                </c:pt>
                <c:pt idx="235">
                  <c:v>48.5</c:v>
                </c:pt>
                <c:pt idx="236">
                  <c:v>48.1</c:v>
                </c:pt>
                <c:pt idx="237">
                  <c:v>48.1</c:v>
                </c:pt>
                <c:pt idx="238">
                  <c:v>48.1</c:v>
                </c:pt>
                <c:pt idx="239">
                  <c:v>47.9</c:v>
                </c:pt>
                <c:pt idx="240">
                  <c:v>51.4</c:v>
                </c:pt>
                <c:pt idx="241">
                  <c:v>50.1</c:v>
                </c:pt>
                <c:pt idx="242">
                  <c:v>49</c:v>
                </c:pt>
                <c:pt idx="243">
                  <c:v>41.8</c:v>
                </c:pt>
                <c:pt idx="244">
                  <c:v>43.5</c:v>
                </c:pt>
                <c:pt idx="245">
                  <c:v>52.6</c:v>
                </c:pt>
                <c:pt idx="246">
                  <c:v>53.8</c:v>
                </c:pt>
                <c:pt idx="247">
                  <c:v>55.4</c:v>
                </c:pt>
                <c:pt idx="248">
                  <c:v>55.5</c:v>
                </c:pt>
                <c:pt idx="249">
                  <c:v>58.7</c:v>
                </c:pt>
                <c:pt idx="250">
                  <c:v>57.3</c:v>
                </c:pt>
                <c:pt idx="251">
                  <c:v>60.2</c:v>
                </c:pt>
                <c:pt idx="252">
                  <c:v>59.2</c:v>
                </c:pt>
                <c:pt idx="253">
                  <c:v>60.4</c:v>
                </c:pt>
                <c:pt idx="254">
                  <c:v>63.8</c:v>
                </c:pt>
                <c:pt idx="255">
                  <c:v>60.8</c:v>
                </c:pt>
                <c:pt idx="256">
                  <c:v>61.6</c:v>
                </c:pt>
                <c:pt idx="257">
                  <c:v>61.3</c:v>
                </c:pt>
                <c:pt idx="258">
                  <c:v>60.2</c:v>
                </c:pt>
                <c:pt idx="259">
                  <c:v>59.8</c:v>
                </c:pt>
                <c:pt idx="260">
                  <c:v>60.8</c:v>
                </c:pt>
                <c:pt idx="261">
                  <c:v>60.7</c:v>
                </c:pt>
                <c:pt idx="262">
                  <c:v>60.8</c:v>
                </c:pt>
                <c:pt idx="263">
                  <c:v>58.3</c:v>
                </c:pt>
                <c:pt idx="264">
                  <c:v>57.4</c:v>
                </c:pt>
                <c:pt idx="265">
                  <c:v>58.1</c:v>
                </c:pt>
                <c:pt idx="266">
                  <c:v>57.2</c:v>
                </c:pt>
                <c:pt idx="267">
                  <c:v>55.3</c:v>
                </c:pt>
                <c:pt idx="268">
                  <c:v>55.9</c:v>
                </c:pt>
                <c:pt idx="269">
                  <c:v>53.5</c:v>
                </c:pt>
                <c:pt idx="270">
                  <c:v>52.9</c:v>
                </c:pt>
                <c:pt idx="271">
                  <c:v>53</c:v>
                </c:pt>
                <c:pt idx="272">
                  <c:v>51.1</c:v>
                </c:pt>
                <c:pt idx="273">
                  <c:v>50.3</c:v>
                </c:pt>
                <c:pt idx="274">
                  <c:v>49</c:v>
                </c:pt>
                <c:pt idx="275">
                  <c:v>48</c:v>
                </c:pt>
                <c:pt idx="276">
                  <c:v>47.3</c:v>
                </c:pt>
                <c:pt idx="277">
                  <c:v>47.5</c:v>
                </c:pt>
                <c:pt idx="278">
                  <c:v>46.3</c:v>
                </c:pt>
                <c:pt idx="279">
                  <c:v>46.7</c:v>
                </c:pt>
                <c:pt idx="280">
                  <c:v>46.4</c:v>
                </c:pt>
                <c:pt idx="281">
                  <c:v>46.3</c:v>
                </c:pt>
                <c:pt idx="282">
                  <c:v>46.7</c:v>
                </c:pt>
                <c:pt idx="283">
                  <c:v>47.9</c:v>
                </c:pt>
                <c:pt idx="284">
                  <c:v>48.9</c:v>
                </c:pt>
                <c:pt idx="285">
                  <c:v>47.3</c:v>
                </c:pt>
                <c:pt idx="286">
                  <c:v>46.9</c:v>
                </c:pt>
                <c:pt idx="287">
                  <c:v>46.9</c:v>
                </c:pt>
                <c:pt idx="288">
                  <c:v>48.9</c:v>
                </c:pt>
                <c:pt idx="289">
                  <c:v>47.6</c:v>
                </c:pt>
                <c:pt idx="290">
                  <c:v>49.8</c:v>
                </c:pt>
                <c:pt idx="291">
                  <c:v>48.8</c:v>
                </c:pt>
                <c:pt idx="292">
                  <c:v>48.5</c:v>
                </c:pt>
                <c:pt idx="293">
                  <c:v>48.3</c:v>
                </c:pt>
                <c:pt idx="294">
                  <c:v>47</c:v>
                </c:pt>
                <c:pt idx="295">
                  <c:v>47.5</c:v>
                </c:pt>
                <c:pt idx="296">
                  <c:v>47.5</c:v>
                </c:pt>
                <c:pt idx="297">
                  <c:v>46.9</c:v>
                </c:pt>
                <c:pt idx="298">
                  <c:v>48.4</c:v>
                </c:pt>
                <c:pt idx="299">
                  <c:v>49.2</c:v>
                </c:pt>
                <c:pt idx="300">
                  <c:v>50.9</c:v>
                </c:pt>
                <c:pt idx="301">
                  <c:v>50.3</c:v>
                </c:pt>
                <c:pt idx="302">
                  <c:v>49</c:v>
                </c:pt>
                <c:pt idx="303">
                  <c:v>48.7</c:v>
                </c:pt>
                <c:pt idx="304">
                  <c:v>48.5</c:v>
                </c:pt>
                <c:pt idx="305">
                  <c:v>49</c:v>
                </c:pt>
                <c:pt idx="306">
                  <c:v>48</c:v>
                </c:pt>
                <c:pt idx="307">
                  <c:v>48.7</c:v>
                </c:pt>
                <c:pt idx="308">
                  <c:v>49.1</c:v>
                </c:pt>
                <c:pt idx="309">
                  <c:v>48.7</c:v>
                </c:pt>
                <c:pt idx="310">
                  <c:v>48.2</c:v>
                </c:pt>
                <c:pt idx="311">
                  <c:v>47.9</c:v>
                </c:pt>
                <c:pt idx="312">
                  <c:v>52.6</c:v>
                </c:pt>
                <c:pt idx="313">
                  <c:v>52.4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B4-4810-B13E-9AB1FC159B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4537616"/>
        <c:axId val="584539912"/>
      </c:lineChart>
      <c:dateAx>
        <c:axId val="584537616"/>
        <c:scaling>
          <c:orientation val="minMax"/>
          <c:max val="45627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9912"/>
        <c:crossesAt val="50"/>
        <c:auto val="1"/>
        <c:lblOffset val="100"/>
        <c:baseTimeUnit val="months"/>
        <c:majorUnit val="2"/>
        <c:majorTimeUnit val="years"/>
      </c:dateAx>
      <c:valAx>
        <c:axId val="584539912"/>
        <c:scaling>
          <c:orientation val="minMax"/>
          <c:max val="70"/>
          <c:min val="3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(pt)</a:t>
                </a:r>
              </a:p>
            </c:rich>
          </c:tx>
          <c:layout>
            <c:manualLayout>
              <c:xMode val="edge"/>
              <c:yMode val="edge"/>
              <c:x val="2.1473429951690822E-2"/>
              <c:y val="6.7841880341880344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7616"/>
        <c:crosses val="autoZero"/>
        <c:crossBetween val="between"/>
        <c:majorUnit val="1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88888888888892E-2"/>
          <c:y val="0.14925213675213675"/>
          <c:w val="0.89823115942028975"/>
          <c:h val="0.7276826923076922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rgbClr val="6482A6"/>
              </a:solidFill>
              <a:prstDash val="solid"/>
            </a:ln>
            <a:effectLst/>
          </c:spPr>
          <c:invertIfNegative val="0"/>
          <c:cat>
            <c:numRef>
              <c:f>'CHART (copied)'!$D$13:$D$400</c:f>
              <c:numCache>
                <c:formatCode>yyyy\-mm\-dd</c:formatCode>
                <c:ptCount val="388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  <c:pt idx="313">
                  <c:v>46081</c:v>
                </c:pt>
              </c:numCache>
            </c:numRef>
          </c:cat>
          <c:val>
            <c:numRef>
              <c:f>'CHART (copied)'!$E$13:$E$400</c:f>
              <c:numCache>
                <c:formatCode>General</c:formatCode>
                <c:ptCount val="388"/>
                <c:pt idx="0">
                  <c:v>228</c:v>
                </c:pt>
                <c:pt idx="1">
                  <c:v>110</c:v>
                </c:pt>
                <c:pt idx="2">
                  <c:v>483</c:v>
                </c:pt>
                <c:pt idx="3">
                  <c:v>279</c:v>
                </c:pt>
                <c:pt idx="4">
                  <c:v>222</c:v>
                </c:pt>
                <c:pt idx="5">
                  <c:v>-43</c:v>
                </c:pt>
                <c:pt idx="6">
                  <c:v>166</c:v>
                </c:pt>
                <c:pt idx="7">
                  <c:v>6</c:v>
                </c:pt>
                <c:pt idx="8">
                  <c:v>104</c:v>
                </c:pt>
                <c:pt idx="9">
                  <c:v>14</c:v>
                </c:pt>
                <c:pt idx="10">
                  <c:v>204</c:v>
                </c:pt>
                <c:pt idx="11">
                  <c:v>160</c:v>
                </c:pt>
                <c:pt idx="12">
                  <c:v>-13</c:v>
                </c:pt>
                <c:pt idx="13">
                  <c:v>85</c:v>
                </c:pt>
                <c:pt idx="14">
                  <c:v>-37</c:v>
                </c:pt>
                <c:pt idx="15">
                  <c:v>-294</c:v>
                </c:pt>
                <c:pt idx="16">
                  <c:v>-48</c:v>
                </c:pt>
                <c:pt idx="17">
                  <c:v>-110</c:v>
                </c:pt>
                <c:pt idx="18">
                  <c:v>-128</c:v>
                </c:pt>
                <c:pt idx="19">
                  <c:v>-150</c:v>
                </c:pt>
                <c:pt idx="20">
                  <c:v>-258</c:v>
                </c:pt>
                <c:pt idx="21">
                  <c:v>-311</c:v>
                </c:pt>
                <c:pt idx="22">
                  <c:v>-308</c:v>
                </c:pt>
                <c:pt idx="23">
                  <c:v>-161</c:v>
                </c:pt>
                <c:pt idx="24">
                  <c:v>-124</c:v>
                </c:pt>
                <c:pt idx="25">
                  <c:v>-123</c:v>
                </c:pt>
                <c:pt idx="26">
                  <c:v>-14</c:v>
                </c:pt>
                <c:pt idx="27">
                  <c:v>-107</c:v>
                </c:pt>
                <c:pt idx="28">
                  <c:v>17</c:v>
                </c:pt>
                <c:pt idx="29">
                  <c:v>41</c:v>
                </c:pt>
                <c:pt idx="30">
                  <c:v>-90</c:v>
                </c:pt>
                <c:pt idx="31">
                  <c:v>-1</c:v>
                </c:pt>
                <c:pt idx="32">
                  <c:v>-79</c:v>
                </c:pt>
                <c:pt idx="33">
                  <c:v>114</c:v>
                </c:pt>
                <c:pt idx="34">
                  <c:v>-1</c:v>
                </c:pt>
                <c:pt idx="35">
                  <c:v>-151</c:v>
                </c:pt>
                <c:pt idx="36">
                  <c:v>108</c:v>
                </c:pt>
                <c:pt idx="37">
                  <c:v>-132</c:v>
                </c:pt>
                <c:pt idx="38">
                  <c:v>-206</c:v>
                </c:pt>
                <c:pt idx="39">
                  <c:v>-63</c:v>
                </c:pt>
                <c:pt idx="40">
                  <c:v>24</c:v>
                </c:pt>
                <c:pt idx="41">
                  <c:v>-11</c:v>
                </c:pt>
                <c:pt idx="42">
                  <c:v>-1</c:v>
                </c:pt>
                <c:pt idx="43">
                  <c:v>-31</c:v>
                </c:pt>
                <c:pt idx="44">
                  <c:v>100</c:v>
                </c:pt>
                <c:pt idx="45">
                  <c:v>187</c:v>
                </c:pt>
                <c:pt idx="46">
                  <c:v>41</c:v>
                </c:pt>
                <c:pt idx="47">
                  <c:v>108</c:v>
                </c:pt>
                <c:pt idx="48">
                  <c:v>167</c:v>
                </c:pt>
                <c:pt idx="49">
                  <c:v>64</c:v>
                </c:pt>
                <c:pt idx="50">
                  <c:v>319</c:v>
                </c:pt>
                <c:pt idx="51">
                  <c:v>273</c:v>
                </c:pt>
                <c:pt idx="52">
                  <c:v>285</c:v>
                </c:pt>
                <c:pt idx="53">
                  <c:v>97</c:v>
                </c:pt>
                <c:pt idx="54">
                  <c:v>59</c:v>
                </c:pt>
                <c:pt idx="55">
                  <c:v>87</c:v>
                </c:pt>
                <c:pt idx="56">
                  <c:v>151</c:v>
                </c:pt>
                <c:pt idx="57">
                  <c:v>340</c:v>
                </c:pt>
                <c:pt idx="58">
                  <c:v>73</c:v>
                </c:pt>
                <c:pt idx="59">
                  <c:v>125</c:v>
                </c:pt>
                <c:pt idx="60">
                  <c:v>152</c:v>
                </c:pt>
                <c:pt idx="61">
                  <c:v>252</c:v>
                </c:pt>
                <c:pt idx="62">
                  <c:v>119</c:v>
                </c:pt>
                <c:pt idx="63">
                  <c:v>367</c:v>
                </c:pt>
                <c:pt idx="64">
                  <c:v>170</c:v>
                </c:pt>
                <c:pt idx="65">
                  <c:v>258</c:v>
                </c:pt>
                <c:pt idx="66">
                  <c:v>353</c:v>
                </c:pt>
                <c:pt idx="67">
                  <c:v>203</c:v>
                </c:pt>
                <c:pt idx="68">
                  <c:v>51</c:v>
                </c:pt>
                <c:pt idx="69">
                  <c:v>89</c:v>
                </c:pt>
                <c:pt idx="70">
                  <c:v>356</c:v>
                </c:pt>
                <c:pt idx="71">
                  <c:v>159</c:v>
                </c:pt>
                <c:pt idx="72">
                  <c:v>268</c:v>
                </c:pt>
                <c:pt idx="73">
                  <c:v>305</c:v>
                </c:pt>
                <c:pt idx="74">
                  <c:v>305</c:v>
                </c:pt>
                <c:pt idx="75">
                  <c:v>172</c:v>
                </c:pt>
                <c:pt idx="76">
                  <c:v>41</c:v>
                </c:pt>
                <c:pt idx="77">
                  <c:v>86</c:v>
                </c:pt>
                <c:pt idx="78">
                  <c:v>194</c:v>
                </c:pt>
                <c:pt idx="79">
                  <c:v>164</c:v>
                </c:pt>
                <c:pt idx="80">
                  <c:v>136</c:v>
                </c:pt>
                <c:pt idx="81">
                  <c:v>17</c:v>
                </c:pt>
                <c:pt idx="82">
                  <c:v>215</c:v>
                </c:pt>
                <c:pt idx="83">
                  <c:v>188</c:v>
                </c:pt>
                <c:pt idx="84">
                  <c:v>223</c:v>
                </c:pt>
                <c:pt idx="85">
                  <c:v>88</c:v>
                </c:pt>
                <c:pt idx="86">
                  <c:v>224</c:v>
                </c:pt>
                <c:pt idx="87">
                  <c:v>63</c:v>
                </c:pt>
                <c:pt idx="88">
                  <c:v>145</c:v>
                </c:pt>
                <c:pt idx="89">
                  <c:v>78</c:v>
                </c:pt>
                <c:pt idx="90">
                  <c:v>-26</c:v>
                </c:pt>
                <c:pt idx="91">
                  <c:v>-31</c:v>
                </c:pt>
                <c:pt idx="92">
                  <c:v>86</c:v>
                </c:pt>
                <c:pt idx="93">
                  <c:v>76</c:v>
                </c:pt>
                <c:pt idx="94">
                  <c:v>115</c:v>
                </c:pt>
                <c:pt idx="95">
                  <c:v>105</c:v>
                </c:pt>
                <c:pt idx="96">
                  <c:v>-4</c:v>
                </c:pt>
                <c:pt idx="97">
                  <c:v>-62</c:v>
                </c:pt>
                <c:pt idx="98">
                  <c:v>-70</c:v>
                </c:pt>
                <c:pt idx="99">
                  <c:v>-219</c:v>
                </c:pt>
                <c:pt idx="100">
                  <c:v>-189</c:v>
                </c:pt>
                <c:pt idx="101">
                  <c:v>-151</c:v>
                </c:pt>
                <c:pt idx="102">
                  <c:v>-203</c:v>
                </c:pt>
                <c:pt idx="103">
                  <c:v>-286</c:v>
                </c:pt>
                <c:pt idx="104">
                  <c:v>-451</c:v>
                </c:pt>
                <c:pt idx="105">
                  <c:v>-469</c:v>
                </c:pt>
                <c:pt idx="106">
                  <c:v>-750</c:v>
                </c:pt>
                <c:pt idx="107">
                  <c:v>-694</c:v>
                </c:pt>
                <c:pt idx="108">
                  <c:v>-768</c:v>
                </c:pt>
                <c:pt idx="109">
                  <c:v>-761</c:v>
                </c:pt>
                <c:pt idx="110">
                  <c:v>-824</c:v>
                </c:pt>
                <c:pt idx="111">
                  <c:v>-672</c:v>
                </c:pt>
                <c:pt idx="112">
                  <c:v>-356</c:v>
                </c:pt>
                <c:pt idx="113">
                  <c:v>-458</c:v>
                </c:pt>
                <c:pt idx="114">
                  <c:v>-346</c:v>
                </c:pt>
                <c:pt idx="115">
                  <c:v>-190</c:v>
                </c:pt>
                <c:pt idx="116">
                  <c:v>-226</c:v>
                </c:pt>
                <c:pt idx="117">
                  <c:v>-185</c:v>
                </c:pt>
                <c:pt idx="118">
                  <c:v>-4</c:v>
                </c:pt>
                <c:pt idx="119">
                  <c:v>-249</c:v>
                </c:pt>
                <c:pt idx="120">
                  <c:v>-6</c:v>
                </c:pt>
                <c:pt idx="121">
                  <c:v>-96</c:v>
                </c:pt>
                <c:pt idx="122">
                  <c:v>160</c:v>
                </c:pt>
                <c:pt idx="123">
                  <c:v>254</c:v>
                </c:pt>
                <c:pt idx="124">
                  <c:v>522</c:v>
                </c:pt>
                <c:pt idx="125">
                  <c:v>-132</c:v>
                </c:pt>
                <c:pt idx="126">
                  <c:v>-95</c:v>
                </c:pt>
                <c:pt idx="127">
                  <c:v>0</c:v>
                </c:pt>
                <c:pt idx="128">
                  <c:v>-74</c:v>
                </c:pt>
                <c:pt idx="129">
                  <c:v>279</c:v>
                </c:pt>
                <c:pt idx="130">
                  <c:v>129</c:v>
                </c:pt>
                <c:pt idx="131">
                  <c:v>81</c:v>
                </c:pt>
                <c:pt idx="132">
                  <c:v>7</c:v>
                </c:pt>
                <c:pt idx="133">
                  <c:v>220</c:v>
                </c:pt>
                <c:pt idx="134">
                  <c:v>226</c:v>
                </c:pt>
                <c:pt idx="135">
                  <c:v>314</c:v>
                </c:pt>
                <c:pt idx="136">
                  <c:v>106</c:v>
                </c:pt>
                <c:pt idx="137">
                  <c:v>228</c:v>
                </c:pt>
                <c:pt idx="138">
                  <c:v>61</c:v>
                </c:pt>
                <c:pt idx="139">
                  <c:v>133</c:v>
                </c:pt>
                <c:pt idx="140">
                  <c:v>219</c:v>
                </c:pt>
                <c:pt idx="141">
                  <c:v>209</c:v>
                </c:pt>
                <c:pt idx="142">
                  <c:v>137</c:v>
                </c:pt>
                <c:pt idx="143">
                  <c:v>198</c:v>
                </c:pt>
                <c:pt idx="144">
                  <c:v>358</c:v>
                </c:pt>
                <c:pt idx="145">
                  <c:v>263</c:v>
                </c:pt>
                <c:pt idx="146">
                  <c:v>239</c:v>
                </c:pt>
                <c:pt idx="147">
                  <c:v>77</c:v>
                </c:pt>
                <c:pt idx="148">
                  <c:v>107</c:v>
                </c:pt>
                <c:pt idx="149">
                  <c:v>81</c:v>
                </c:pt>
                <c:pt idx="150">
                  <c:v>144</c:v>
                </c:pt>
                <c:pt idx="151">
                  <c:v>182</c:v>
                </c:pt>
                <c:pt idx="152">
                  <c:v>178</c:v>
                </c:pt>
                <c:pt idx="153">
                  <c:v>152</c:v>
                </c:pt>
                <c:pt idx="154">
                  <c:v>156</c:v>
                </c:pt>
                <c:pt idx="155">
                  <c:v>249</c:v>
                </c:pt>
                <c:pt idx="156">
                  <c:v>183</c:v>
                </c:pt>
                <c:pt idx="157">
                  <c:v>289</c:v>
                </c:pt>
                <c:pt idx="158">
                  <c:v>143</c:v>
                </c:pt>
                <c:pt idx="159">
                  <c:v>184</c:v>
                </c:pt>
                <c:pt idx="160">
                  <c:v>223</c:v>
                </c:pt>
                <c:pt idx="161">
                  <c:v>183</c:v>
                </c:pt>
                <c:pt idx="162">
                  <c:v>112</c:v>
                </c:pt>
                <c:pt idx="163">
                  <c:v>255</c:v>
                </c:pt>
                <c:pt idx="164">
                  <c:v>175</c:v>
                </c:pt>
                <c:pt idx="165">
                  <c:v>220</c:v>
                </c:pt>
                <c:pt idx="166">
                  <c:v>276</c:v>
                </c:pt>
                <c:pt idx="167">
                  <c:v>55</c:v>
                </c:pt>
                <c:pt idx="168">
                  <c:v>189</c:v>
                </c:pt>
                <c:pt idx="169">
                  <c:v>151</c:v>
                </c:pt>
                <c:pt idx="170">
                  <c:v>273</c:v>
                </c:pt>
                <c:pt idx="171">
                  <c:v>313</c:v>
                </c:pt>
                <c:pt idx="172">
                  <c:v>215</c:v>
                </c:pt>
                <c:pt idx="173">
                  <c:v>336</c:v>
                </c:pt>
                <c:pt idx="174">
                  <c:v>223</c:v>
                </c:pt>
                <c:pt idx="175">
                  <c:v>197</c:v>
                </c:pt>
                <c:pt idx="176">
                  <c:v>294</c:v>
                </c:pt>
                <c:pt idx="177">
                  <c:v>235</c:v>
                </c:pt>
                <c:pt idx="178">
                  <c:v>291</c:v>
                </c:pt>
                <c:pt idx="179">
                  <c:v>275</c:v>
                </c:pt>
                <c:pt idx="180">
                  <c:v>204</c:v>
                </c:pt>
                <c:pt idx="181">
                  <c:v>259</c:v>
                </c:pt>
                <c:pt idx="182">
                  <c:v>96</c:v>
                </c:pt>
                <c:pt idx="183">
                  <c:v>273</c:v>
                </c:pt>
                <c:pt idx="184">
                  <c:v>342</c:v>
                </c:pt>
                <c:pt idx="185">
                  <c:v>171</c:v>
                </c:pt>
                <c:pt idx="186">
                  <c:v>282</c:v>
                </c:pt>
                <c:pt idx="187">
                  <c:v>134</c:v>
                </c:pt>
                <c:pt idx="188">
                  <c:v>150</c:v>
                </c:pt>
                <c:pt idx="189">
                  <c:v>304</c:v>
                </c:pt>
                <c:pt idx="190">
                  <c:v>229</c:v>
                </c:pt>
                <c:pt idx="191">
                  <c:v>269</c:v>
                </c:pt>
                <c:pt idx="192">
                  <c:v>133</c:v>
                </c:pt>
                <c:pt idx="193">
                  <c:v>196</c:v>
                </c:pt>
                <c:pt idx="194">
                  <c:v>256</c:v>
                </c:pt>
                <c:pt idx="195">
                  <c:v>192</c:v>
                </c:pt>
                <c:pt idx="196">
                  <c:v>46</c:v>
                </c:pt>
                <c:pt idx="197">
                  <c:v>247</c:v>
                </c:pt>
                <c:pt idx="198">
                  <c:v>373</c:v>
                </c:pt>
                <c:pt idx="199">
                  <c:v>141</c:v>
                </c:pt>
                <c:pt idx="200">
                  <c:v>306</c:v>
                </c:pt>
                <c:pt idx="201">
                  <c:v>98</c:v>
                </c:pt>
                <c:pt idx="202">
                  <c:v>118</c:v>
                </c:pt>
                <c:pt idx="203">
                  <c:v>225</c:v>
                </c:pt>
                <c:pt idx="204">
                  <c:v>220</c:v>
                </c:pt>
                <c:pt idx="205">
                  <c:v>218</c:v>
                </c:pt>
                <c:pt idx="206">
                  <c:v>124</c:v>
                </c:pt>
                <c:pt idx="207">
                  <c:v>205</c:v>
                </c:pt>
                <c:pt idx="208">
                  <c:v>205</c:v>
                </c:pt>
                <c:pt idx="209">
                  <c:v>203</c:v>
                </c:pt>
                <c:pt idx="210">
                  <c:v>189</c:v>
                </c:pt>
                <c:pt idx="211">
                  <c:v>147</c:v>
                </c:pt>
                <c:pt idx="212">
                  <c:v>89</c:v>
                </c:pt>
                <c:pt idx="213">
                  <c:v>141</c:v>
                </c:pt>
                <c:pt idx="214">
                  <c:v>223</c:v>
                </c:pt>
                <c:pt idx="215">
                  <c:v>151</c:v>
                </c:pt>
                <c:pt idx="216">
                  <c:v>137</c:v>
                </c:pt>
                <c:pt idx="217">
                  <c:v>394</c:v>
                </c:pt>
                <c:pt idx="218">
                  <c:v>226</c:v>
                </c:pt>
                <c:pt idx="219">
                  <c:v>140</c:v>
                </c:pt>
                <c:pt idx="220">
                  <c:v>322</c:v>
                </c:pt>
                <c:pt idx="221">
                  <c:v>218</c:v>
                </c:pt>
                <c:pt idx="222">
                  <c:v>60</c:v>
                </c:pt>
                <c:pt idx="223">
                  <c:v>257</c:v>
                </c:pt>
                <c:pt idx="224">
                  <c:v>81</c:v>
                </c:pt>
                <c:pt idx="225">
                  <c:v>169</c:v>
                </c:pt>
                <c:pt idx="226">
                  <c:v>90</c:v>
                </c:pt>
                <c:pt idx="227">
                  <c:v>192</c:v>
                </c:pt>
                <c:pt idx="228">
                  <c:v>251</c:v>
                </c:pt>
                <c:pt idx="229">
                  <c:v>7</c:v>
                </c:pt>
                <c:pt idx="230">
                  <c:v>228</c:v>
                </c:pt>
                <c:pt idx="231">
                  <c:v>296</c:v>
                </c:pt>
                <c:pt idx="232">
                  <c:v>27</c:v>
                </c:pt>
                <c:pt idx="233">
                  <c:v>220</c:v>
                </c:pt>
                <c:pt idx="234">
                  <c:v>99</c:v>
                </c:pt>
                <c:pt idx="235">
                  <c:v>232</c:v>
                </c:pt>
                <c:pt idx="236">
                  <c:v>196</c:v>
                </c:pt>
                <c:pt idx="237">
                  <c:v>95</c:v>
                </c:pt>
                <c:pt idx="238">
                  <c:v>207</c:v>
                </c:pt>
                <c:pt idx="239">
                  <c:v>127</c:v>
                </c:pt>
                <c:pt idx="240">
                  <c:v>237</c:v>
                </c:pt>
                <c:pt idx="241">
                  <c:v>262</c:v>
                </c:pt>
                <c:pt idx="242">
                  <c:v>-1398</c:v>
                </c:pt>
                <c:pt idx="243">
                  <c:v>-20469</c:v>
                </c:pt>
                <c:pt idx="244">
                  <c:v>2614</c:v>
                </c:pt>
                <c:pt idx="245">
                  <c:v>4631</c:v>
                </c:pt>
                <c:pt idx="246">
                  <c:v>1584</c:v>
                </c:pt>
                <c:pt idx="247">
                  <c:v>1566</c:v>
                </c:pt>
                <c:pt idx="248">
                  <c:v>949</c:v>
                </c:pt>
                <c:pt idx="249">
                  <c:v>690</c:v>
                </c:pt>
                <c:pt idx="250">
                  <c:v>273</c:v>
                </c:pt>
                <c:pt idx="251">
                  <c:v>-185</c:v>
                </c:pt>
                <c:pt idx="252">
                  <c:v>315</c:v>
                </c:pt>
                <c:pt idx="253">
                  <c:v>517</c:v>
                </c:pt>
                <c:pt idx="254">
                  <c:v>852</c:v>
                </c:pt>
                <c:pt idx="255">
                  <c:v>355</c:v>
                </c:pt>
                <c:pt idx="256">
                  <c:v>478</c:v>
                </c:pt>
                <c:pt idx="257">
                  <c:v>755</c:v>
                </c:pt>
                <c:pt idx="258">
                  <c:v>942</c:v>
                </c:pt>
                <c:pt idx="259">
                  <c:v>552</c:v>
                </c:pt>
                <c:pt idx="260">
                  <c:v>457</c:v>
                </c:pt>
                <c:pt idx="261">
                  <c:v>801</c:v>
                </c:pt>
                <c:pt idx="262">
                  <c:v>658</c:v>
                </c:pt>
                <c:pt idx="263">
                  <c:v>586</c:v>
                </c:pt>
                <c:pt idx="264">
                  <c:v>190</c:v>
                </c:pt>
                <c:pt idx="265">
                  <c:v>819</c:v>
                </c:pt>
                <c:pt idx="266">
                  <c:v>490</c:v>
                </c:pt>
                <c:pt idx="267">
                  <c:v>308</c:v>
                </c:pt>
                <c:pt idx="268">
                  <c:v>301</c:v>
                </c:pt>
                <c:pt idx="269">
                  <c:v>434</c:v>
                </c:pt>
                <c:pt idx="270">
                  <c:v>714</c:v>
                </c:pt>
                <c:pt idx="271">
                  <c:v>290</c:v>
                </c:pt>
                <c:pt idx="272">
                  <c:v>220</c:v>
                </c:pt>
                <c:pt idx="273">
                  <c:v>357</c:v>
                </c:pt>
                <c:pt idx="274">
                  <c:v>303</c:v>
                </c:pt>
                <c:pt idx="275">
                  <c:v>100</c:v>
                </c:pt>
                <c:pt idx="276">
                  <c:v>434</c:v>
                </c:pt>
                <c:pt idx="277">
                  <c:v>290</c:v>
                </c:pt>
                <c:pt idx="278">
                  <c:v>68</c:v>
                </c:pt>
                <c:pt idx="279">
                  <c:v>241</c:v>
                </c:pt>
                <c:pt idx="280">
                  <c:v>280</c:v>
                </c:pt>
                <c:pt idx="281">
                  <c:v>225</c:v>
                </c:pt>
                <c:pt idx="282">
                  <c:v>163</c:v>
                </c:pt>
                <c:pt idx="283">
                  <c:v>218</c:v>
                </c:pt>
                <c:pt idx="284">
                  <c:v>156</c:v>
                </c:pt>
                <c:pt idx="285">
                  <c:v>159</c:v>
                </c:pt>
                <c:pt idx="286">
                  <c:v>127</c:v>
                </c:pt>
                <c:pt idx="287">
                  <c:v>154</c:v>
                </c:pt>
                <c:pt idx="288">
                  <c:v>175</c:v>
                </c:pt>
                <c:pt idx="289">
                  <c:v>206</c:v>
                </c:pt>
                <c:pt idx="290">
                  <c:v>228</c:v>
                </c:pt>
                <c:pt idx="291">
                  <c:v>64</c:v>
                </c:pt>
                <c:pt idx="292">
                  <c:v>78</c:v>
                </c:pt>
                <c:pt idx="293">
                  <c:v>87</c:v>
                </c:pt>
                <c:pt idx="294">
                  <c:v>53</c:v>
                </c:pt>
                <c:pt idx="295">
                  <c:v>9</c:v>
                </c:pt>
                <c:pt idx="296">
                  <c:v>155</c:v>
                </c:pt>
                <c:pt idx="297">
                  <c:v>33</c:v>
                </c:pt>
                <c:pt idx="298">
                  <c:v>134</c:v>
                </c:pt>
                <c:pt idx="299">
                  <c:v>237</c:v>
                </c:pt>
                <c:pt idx="300">
                  <c:v>-48</c:v>
                </c:pt>
                <c:pt idx="301">
                  <c:v>42</c:v>
                </c:pt>
                <c:pt idx="302">
                  <c:v>67</c:v>
                </c:pt>
                <c:pt idx="303">
                  <c:v>108</c:v>
                </c:pt>
                <c:pt idx="304">
                  <c:v>13</c:v>
                </c:pt>
                <c:pt idx="305">
                  <c:v>-20</c:v>
                </c:pt>
                <c:pt idx="306">
                  <c:v>64</c:v>
                </c:pt>
                <c:pt idx="307">
                  <c:v>-70</c:v>
                </c:pt>
                <c:pt idx="308">
                  <c:v>76</c:v>
                </c:pt>
                <c:pt idx="309">
                  <c:v>-140</c:v>
                </c:pt>
                <c:pt idx="310">
                  <c:v>41</c:v>
                </c:pt>
                <c:pt idx="311">
                  <c:v>48</c:v>
                </c:pt>
                <c:pt idx="312">
                  <c:v>126</c:v>
                </c:pt>
                <c:pt idx="313">
                  <c:v>-92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2A-4EDC-8C6E-CAB1B3EFE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4537616"/>
        <c:axId val="584539912"/>
      </c:barChart>
      <c:dateAx>
        <c:axId val="584537616"/>
        <c:scaling>
          <c:orientation val="minMax"/>
          <c:max val="45627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9912"/>
        <c:crosses val="autoZero"/>
        <c:auto val="1"/>
        <c:lblOffset val="100"/>
        <c:baseTimeUnit val="months"/>
        <c:majorUnit val="2"/>
        <c:majorTimeUnit val="years"/>
      </c:dateAx>
      <c:valAx>
        <c:axId val="584539912"/>
        <c:scaling>
          <c:orientation val="minMax"/>
          <c:max val="1000"/>
          <c:min val="-100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</a:t>
                </a:r>
                <a:r>
                  <a:rPr lang="ko-KR" alt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천 명</a:t>
                </a: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5338281202304651E-2"/>
              <c:y val="4.04865338244456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584537616"/>
        <c:crosses val="autoZero"/>
        <c:crossBetween val="between"/>
        <c:majorUnit val="400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639930555555549E-2"/>
          <c:y val="0.17142499252209087"/>
          <c:w val="0.88067326388888889"/>
          <c:h val="0.70418903290388013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(copied)'!$J$13:$J$8000</c:f>
              <c:numCache>
                <c:formatCode>m/d/yyyy</c:formatCode>
                <c:ptCount val="7988"/>
                <c:pt idx="0">
                  <c:v>36528</c:v>
                </c:pt>
                <c:pt idx="1">
                  <c:v>36529</c:v>
                </c:pt>
                <c:pt idx="2">
                  <c:v>36530</c:v>
                </c:pt>
                <c:pt idx="3">
                  <c:v>36531</c:v>
                </c:pt>
                <c:pt idx="4">
                  <c:v>36532</c:v>
                </c:pt>
                <c:pt idx="5">
                  <c:v>36535</c:v>
                </c:pt>
                <c:pt idx="6">
                  <c:v>36536</c:v>
                </c:pt>
                <c:pt idx="7">
                  <c:v>36537</c:v>
                </c:pt>
                <c:pt idx="8">
                  <c:v>36538</c:v>
                </c:pt>
                <c:pt idx="9">
                  <c:v>36539</c:v>
                </c:pt>
                <c:pt idx="10">
                  <c:v>36543</c:v>
                </c:pt>
                <c:pt idx="11">
                  <c:v>36544</c:v>
                </c:pt>
                <c:pt idx="12">
                  <c:v>36545</c:v>
                </c:pt>
                <c:pt idx="13">
                  <c:v>36546</c:v>
                </c:pt>
                <c:pt idx="14">
                  <c:v>36549</c:v>
                </c:pt>
                <c:pt idx="15">
                  <c:v>36550</c:v>
                </c:pt>
                <c:pt idx="16">
                  <c:v>36551</c:v>
                </c:pt>
                <c:pt idx="17">
                  <c:v>36552</c:v>
                </c:pt>
                <c:pt idx="18">
                  <c:v>36553</c:v>
                </c:pt>
                <c:pt idx="19">
                  <c:v>36556</c:v>
                </c:pt>
                <c:pt idx="20">
                  <c:v>36557</c:v>
                </c:pt>
                <c:pt idx="21">
                  <c:v>36558</c:v>
                </c:pt>
                <c:pt idx="22">
                  <c:v>36559</c:v>
                </c:pt>
                <c:pt idx="23">
                  <c:v>36560</c:v>
                </c:pt>
                <c:pt idx="24">
                  <c:v>36563</c:v>
                </c:pt>
                <c:pt idx="25">
                  <c:v>36564</c:v>
                </c:pt>
                <c:pt idx="26">
                  <c:v>36565</c:v>
                </c:pt>
                <c:pt idx="27">
                  <c:v>36566</c:v>
                </c:pt>
                <c:pt idx="28">
                  <c:v>36567</c:v>
                </c:pt>
                <c:pt idx="29">
                  <c:v>36570</c:v>
                </c:pt>
                <c:pt idx="30">
                  <c:v>36571</c:v>
                </c:pt>
                <c:pt idx="31">
                  <c:v>36572</c:v>
                </c:pt>
                <c:pt idx="32">
                  <c:v>36573</c:v>
                </c:pt>
                <c:pt idx="33">
                  <c:v>36574</c:v>
                </c:pt>
                <c:pt idx="34">
                  <c:v>36578</c:v>
                </c:pt>
                <c:pt idx="35">
                  <c:v>36579</c:v>
                </c:pt>
                <c:pt idx="36">
                  <c:v>36580</c:v>
                </c:pt>
                <c:pt idx="37">
                  <c:v>36581</c:v>
                </c:pt>
                <c:pt idx="38">
                  <c:v>36584</c:v>
                </c:pt>
                <c:pt idx="39">
                  <c:v>36585</c:v>
                </c:pt>
                <c:pt idx="40">
                  <c:v>36586</c:v>
                </c:pt>
                <c:pt idx="41">
                  <c:v>36587</c:v>
                </c:pt>
                <c:pt idx="42">
                  <c:v>36588</c:v>
                </c:pt>
                <c:pt idx="43">
                  <c:v>36591</c:v>
                </c:pt>
                <c:pt idx="44">
                  <c:v>36592</c:v>
                </c:pt>
                <c:pt idx="45">
                  <c:v>36593</c:v>
                </c:pt>
                <c:pt idx="46">
                  <c:v>36594</c:v>
                </c:pt>
                <c:pt idx="47">
                  <c:v>36595</c:v>
                </c:pt>
                <c:pt idx="48">
                  <c:v>36598</c:v>
                </c:pt>
                <c:pt idx="49">
                  <c:v>36599</c:v>
                </c:pt>
                <c:pt idx="50">
                  <c:v>36600</c:v>
                </c:pt>
                <c:pt idx="51">
                  <c:v>36601</c:v>
                </c:pt>
                <c:pt idx="52">
                  <c:v>36602</c:v>
                </c:pt>
                <c:pt idx="53">
                  <c:v>36605</c:v>
                </c:pt>
                <c:pt idx="54">
                  <c:v>36606</c:v>
                </c:pt>
                <c:pt idx="55">
                  <c:v>36607</c:v>
                </c:pt>
                <c:pt idx="56">
                  <c:v>36608</c:v>
                </c:pt>
                <c:pt idx="57">
                  <c:v>36609</c:v>
                </c:pt>
                <c:pt idx="58">
                  <c:v>36612</c:v>
                </c:pt>
                <c:pt idx="59">
                  <c:v>36613</c:v>
                </c:pt>
                <c:pt idx="60">
                  <c:v>36614</c:v>
                </c:pt>
                <c:pt idx="61">
                  <c:v>36615</c:v>
                </c:pt>
                <c:pt idx="62">
                  <c:v>36616</c:v>
                </c:pt>
                <c:pt idx="63">
                  <c:v>36619</c:v>
                </c:pt>
                <c:pt idx="64">
                  <c:v>36620</c:v>
                </c:pt>
                <c:pt idx="65">
                  <c:v>36621</c:v>
                </c:pt>
                <c:pt idx="66">
                  <c:v>36622</c:v>
                </c:pt>
                <c:pt idx="67">
                  <c:v>36623</c:v>
                </c:pt>
                <c:pt idx="68">
                  <c:v>36626</c:v>
                </c:pt>
                <c:pt idx="69">
                  <c:v>36627</c:v>
                </c:pt>
                <c:pt idx="70">
                  <c:v>36628</c:v>
                </c:pt>
                <c:pt idx="71">
                  <c:v>36629</c:v>
                </c:pt>
                <c:pt idx="72">
                  <c:v>36630</c:v>
                </c:pt>
                <c:pt idx="73">
                  <c:v>36633</c:v>
                </c:pt>
                <c:pt idx="74">
                  <c:v>36634</c:v>
                </c:pt>
                <c:pt idx="75">
                  <c:v>36635</c:v>
                </c:pt>
                <c:pt idx="76">
                  <c:v>36636</c:v>
                </c:pt>
                <c:pt idx="77">
                  <c:v>36640</c:v>
                </c:pt>
                <c:pt idx="78">
                  <c:v>36641</c:v>
                </c:pt>
                <c:pt idx="79">
                  <c:v>36642</c:v>
                </c:pt>
                <c:pt idx="80">
                  <c:v>36643</c:v>
                </c:pt>
                <c:pt idx="81">
                  <c:v>36644</c:v>
                </c:pt>
                <c:pt idx="82">
                  <c:v>36647</c:v>
                </c:pt>
                <c:pt idx="83">
                  <c:v>36648</c:v>
                </c:pt>
                <c:pt idx="84">
                  <c:v>36649</c:v>
                </c:pt>
                <c:pt idx="85">
                  <c:v>36650</c:v>
                </c:pt>
                <c:pt idx="86">
                  <c:v>36651</c:v>
                </c:pt>
                <c:pt idx="87">
                  <c:v>36654</c:v>
                </c:pt>
                <c:pt idx="88">
                  <c:v>36655</c:v>
                </c:pt>
                <c:pt idx="89">
                  <c:v>36656</c:v>
                </c:pt>
                <c:pt idx="90">
                  <c:v>36657</c:v>
                </c:pt>
                <c:pt idx="91">
                  <c:v>36658</c:v>
                </c:pt>
                <c:pt idx="92">
                  <c:v>36661</c:v>
                </c:pt>
                <c:pt idx="93">
                  <c:v>36662</c:v>
                </c:pt>
                <c:pt idx="94">
                  <c:v>36663</c:v>
                </c:pt>
                <c:pt idx="95">
                  <c:v>36664</c:v>
                </c:pt>
                <c:pt idx="96">
                  <c:v>36665</c:v>
                </c:pt>
                <c:pt idx="97">
                  <c:v>36668</c:v>
                </c:pt>
                <c:pt idx="98">
                  <c:v>36669</c:v>
                </c:pt>
                <c:pt idx="99">
                  <c:v>36670</c:v>
                </c:pt>
                <c:pt idx="100">
                  <c:v>36671</c:v>
                </c:pt>
                <c:pt idx="101">
                  <c:v>36672</c:v>
                </c:pt>
                <c:pt idx="102">
                  <c:v>36675</c:v>
                </c:pt>
                <c:pt idx="103">
                  <c:v>36676</c:v>
                </c:pt>
                <c:pt idx="104">
                  <c:v>36677</c:v>
                </c:pt>
                <c:pt idx="105">
                  <c:v>36678</c:v>
                </c:pt>
                <c:pt idx="106">
                  <c:v>36679</c:v>
                </c:pt>
                <c:pt idx="107">
                  <c:v>36682</c:v>
                </c:pt>
                <c:pt idx="108">
                  <c:v>36683</c:v>
                </c:pt>
                <c:pt idx="109">
                  <c:v>36684</c:v>
                </c:pt>
                <c:pt idx="110">
                  <c:v>36685</c:v>
                </c:pt>
                <c:pt idx="111">
                  <c:v>36686</c:v>
                </c:pt>
                <c:pt idx="112">
                  <c:v>36689</c:v>
                </c:pt>
                <c:pt idx="113">
                  <c:v>36690</c:v>
                </c:pt>
                <c:pt idx="114">
                  <c:v>36691</c:v>
                </c:pt>
                <c:pt idx="115">
                  <c:v>36692</c:v>
                </c:pt>
                <c:pt idx="116">
                  <c:v>36693</c:v>
                </c:pt>
                <c:pt idx="117">
                  <c:v>36696</c:v>
                </c:pt>
                <c:pt idx="118">
                  <c:v>36697</c:v>
                </c:pt>
                <c:pt idx="119">
                  <c:v>36698</c:v>
                </c:pt>
                <c:pt idx="120">
                  <c:v>36699</c:v>
                </c:pt>
                <c:pt idx="121">
                  <c:v>36700</c:v>
                </c:pt>
                <c:pt idx="122">
                  <c:v>36703</c:v>
                </c:pt>
                <c:pt idx="123">
                  <c:v>36704</c:v>
                </c:pt>
                <c:pt idx="124">
                  <c:v>36705</c:v>
                </c:pt>
                <c:pt idx="125">
                  <c:v>36706</c:v>
                </c:pt>
                <c:pt idx="126">
                  <c:v>36707</c:v>
                </c:pt>
                <c:pt idx="127">
                  <c:v>36710</c:v>
                </c:pt>
                <c:pt idx="128">
                  <c:v>36711</c:v>
                </c:pt>
                <c:pt idx="129">
                  <c:v>36712</c:v>
                </c:pt>
                <c:pt idx="130">
                  <c:v>36713</c:v>
                </c:pt>
                <c:pt idx="131">
                  <c:v>36714</c:v>
                </c:pt>
                <c:pt idx="132">
                  <c:v>36717</c:v>
                </c:pt>
                <c:pt idx="133">
                  <c:v>36718</c:v>
                </c:pt>
                <c:pt idx="134">
                  <c:v>36719</c:v>
                </c:pt>
                <c:pt idx="135">
                  <c:v>36720</c:v>
                </c:pt>
                <c:pt idx="136">
                  <c:v>36721</c:v>
                </c:pt>
                <c:pt idx="137">
                  <c:v>36724</c:v>
                </c:pt>
                <c:pt idx="138">
                  <c:v>36725</c:v>
                </c:pt>
                <c:pt idx="139">
                  <c:v>36726</c:v>
                </c:pt>
                <c:pt idx="140">
                  <c:v>36727</c:v>
                </c:pt>
                <c:pt idx="141">
                  <c:v>36728</c:v>
                </c:pt>
                <c:pt idx="142">
                  <c:v>36731</c:v>
                </c:pt>
                <c:pt idx="143">
                  <c:v>36732</c:v>
                </c:pt>
                <c:pt idx="144">
                  <c:v>36733</c:v>
                </c:pt>
                <c:pt idx="145">
                  <c:v>36734</c:v>
                </c:pt>
                <c:pt idx="146">
                  <c:v>36735</c:v>
                </c:pt>
                <c:pt idx="147">
                  <c:v>36738</c:v>
                </c:pt>
                <c:pt idx="148">
                  <c:v>36739</c:v>
                </c:pt>
                <c:pt idx="149">
                  <c:v>36740</c:v>
                </c:pt>
                <c:pt idx="150">
                  <c:v>36741</c:v>
                </c:pt>
                <c:pt idx="151">
                  <c:v>36742</c:v>
                </c:pt>
                <c:pt idx="152">
                  <c:v>36745</c:v>
                </c:pt>
                <c:pt idx="153">
                  <c:v>36746</c:v>
                </c:pt>
                <c:pt idx="154">
                  <c:v>36747</c:v>
                </c:pt>
                <c:pt idx="155">
                  <c:v>36748</c:v>
                </c:pt>
                <c:pt idx="156">
                  <c:v>36749</c:v>
                </c:pt>
                <c:pt idx="157">
                  <c:v>36752</c:v>
                </c:pt>
                <c:pt idx="158">
                  <c:v>36753</c:v>
                </c:pt>
                <c:pt idx="159">
                  <c:v>36754</c:v>
                </c:pt>
                <c:pt idx="160">
                  <c:v>36755</c:v>
                </c:pt>
                <c:pt idx="161">
                  <c:v>36756</c:v>
                </c:pt>
                <c:pt idx="162">
                  <c:v>36759</c:v>
                </c:pt>
                <c:pt idx="163">
                  <c:v>36760</c:v>
                </c:pt>
                <c:pt idx="164">
                  <c:v>36761</c:v>
                </c:pt>
                <c:pt idx="165">
                  <c:v>36762</c:v>
                </c:pt>
                <c:pt idx="166">
                  <c:v>36763</c:v>
                </c:pt>
                <c:pt idx="167">
                  <c:v>36766</c:v>
                </c:pt>
                <c:pt idx="168">
                  <c:v>36767</c:v>
                </c:pt>
                <c:pt idx="169">
                  <c:v>36768</c:v>
                </c:pt>
                <c:pt idx="170">
                  <c:v>36769</c:v>
                </c:pt>
                <c:pt idx="171">
                  <c:v>36770</c:v>
                </c:pt>
                <c:pt idx="172">
                  <c:v>36773</c:v>
                </c:pt>
                <c:pt idx="173">
                  <c:v>36774</c:v>
                </c:pt>
                <c:pt idx="174">
                  <c:v>36775</c:v>
                </c:pt>
                <c:pt idx="175">
                  <c:v>36776</c:v>
                </c:pt>
                <c:pt idx="176">
                  <c:v>36777</c:v>
                </c:pt>
                <c:pt idx="177">
                  <c:v>36780</c:v>
                </c:pt>
                <c:pt idx="178">
                  <c:v>36781</c:v>
                </c:pt>
                <c:pt idx="179">
                  <c:v>36782</c:v>
                </c:pt>
                <c:pt idx="180">
                  <c:v>36783</c:v>
                </c:pt>
                <c:pt idx="181">
                  <c:v>36784</c:v>
                </c:pt>
                <c:pt idx="182">
                  <c:v>36787</c:v>
                </c:pt>
                <c:pt idx="183">
                  <c:v>36788</c:v>
                </c:pt>
                <c:pt idx="184">
                  <c:v>36789</c:v>
                </c:pt>
                <c:pt idx="185">
                  <c:v>36790</c:v>
                </c:pt>
                <c:pt idx="186">
                  <c:v>36791</c:v>
                </c:pt>
                <c:pt idx="187">
                  <c:v>36794</c:v>
                </c:pt>
                <c:pt idx="188">
                  <c:v>36795</c:v>
                </c:pt>
                <c:pt idx="189">
                  <c:v>36796</c:v>
                </c:pt>
                <c:pt idx="190">
                  <c:v>36797</c:v>
                </c:pt>
                <c:pt idx="191">
                  <c:v>36798</c:v>
                </c:pt>
                <c:pt idx="192">
                  <c:v>36801</c:v>
                </c:pt>
                <c:pt idx="193">
                  <c:v>36802</c:v>
                </c:pt>
                <c:pt idx="194">
                  <c:v>36803</c:v>
                </c:pt>
                <c:pt idx="195">
                  <c:v>36804</c:v>
                </c:pt>
                <c:pt idx="196">
                  <c:v>36805</c:v>
                </c:pt>
                <c:pt idx="197">
                  <c:v>36808</c:v>
                </c:pt>
                <c:pt idx="198">
                  <c:v>36809</c:v>
                </c:pt>
                <c:pt idx="199">
                  <c:v>36810</c:v>
                </c:pt>
                <c:pt idx="200">
                  <c:v>36811</c:v>
                </c:pt>
                <c:pt idx="201">
                  <c:v>36812</c:v>
                </c:pt>
                <c:pt idx="202">
                  <c:v>36815</c:v>
                </c:pt>
                <c:pt idx="203">
                  <c:v>36816</c:v>
                </c:pt>
                <c:pt idx="204">
                  <c:v>36817</c:v>
                </c:pt>
                <c:pt idx="205">
                  <c:v>36818</c:v>
                </c:pt>
                <c:pt idx="206">
                  <c:v>36819</c:v>
                </c:pt>
                <c:pt idx="207">
                  <c:v>36822</c:v>
                </c:pt>
                <c:pt idx="208">
                  <c:v>36823</c:v>
                </c:pt>
                <c:pt idx="209">
                  <c:v>36824</c:v>
                </c:pt>
                <c:pt idx="210">
                  <c:v>36825</c:v>
                </c:pt>
                <c:pt idx="211">
                  <c:v>36826</c:v>
                </c:pt>
                <c:pt idx="212">
                  <c:v>36829</c:v>
                </c:pt>
                <c:pt idx="213">
                  <c:v>36830</c:v>
                </c:pt>
                <c:pt idx="214">
                  <c:v>36831</c:v>
                </c:pt>
                <c:pt idx="215">
                  <c:v>36832</c:v>
                </c:pt>
                <c:pt idx="216">
                  <c:v>36833</c:v>
                </c:pt>
                <c:pt idx="217">
                  <c:v>36836</c:v>
                </c:pt>
                <c:pt idx="218">
                  <c:v>36837</c:v>
                </c:pt>
                <c:pt idx="219">
                  <c:v>36838</c:v>
                </c:pt>
                <c:pt idx="220">
                  <c:v>36839</c:v>
                </c:pt>
                <c:pt idx="221">
                  <c:v>36840</c:v>
                </c:pt>
                <c:pt idx="222">
                  <c:v>36843</c:v>
                </c:pt>
                <c:pt idx="223">
                  <c:v>36844</c:v>
                </c:pt>
                <c:pt idx="224">
                  <c:v>36845</c:v>
                </c:pt>
                <c:pt idx="225">
                  <c:v>36846</c:v>
                </c:pt>
                <c:pt idx="226">
                  <c:v>36847</c:v>
                </c:pt>
                <c:pt idx="227">
                  <c:v>36850</c:v>
                </c:pt>
                <c:pt idx="228">
                  <c:v>36851</c:v>
                </c:pt>
                <c:pt idx="229">
                  <c:v>36852</c:v>
                </c:pt>
                <c:pt idx="230">
                  <c:v>36853</c:v>
                </c:pt>
                <c:pt idx="231">
                  <c:v>36854</c:v>
                </c:pt>
                <c:pt idx="232">
                  <c:v>36857</c:v>
                </c:pt>
                <c:pt idx="233">
                  <c:v>36858</c:v>
                </c:pt>
                <c:pt idx="234">
                  <c:v>36859</c:v>
                </c:pt>
                <c:pt idx="235">
                  <c:v>36860</c:v>
                </c:pt>
                <c:pt idx="236">
                  <c:v>36861</c:v>
                </c:pt>
                <c:pt idx="237">
                  <c:v>36864</c:v>
                </c:pt>
                <c:pt idx="238">
                  <c:v>36865</c:v>
                </c:pt>
                <c:pt idx="239">
                  <c:v>36866</c:v>
                </c:pt>
                <c:pt idx="240">
                  <c:v>36867</c:v>
                </c:pt>
                <c:pt idx="241">
                  <c:v>36868</c:v>
                </c:pt>
                <c:pt idx="242">
                  <c:v>36871</c:v>
                </c:pt>
                <c:pt idx="243">
                  <c:v>36872</c:v>
                </c:pt>
                <c:pt idx="244">
                  <c:v>36873</c:v>
                </c:pt>
                <c:pt idx="245">
                  <c:v>36874</c:v>
                </c:pt>
                <c:pt idx="246">
                  <c:v>36875</c:v>
                </c:pt>
                <c:pt idx="247">
                  <c:v>36878</c:v>
                </c:pt>
                <c:pt idx="248">
                  <c:v>36879</c:v>
                </c:pt>
                <c:pt idx="249">
                  <c:v>36880</c:v>
                </c:pt>
                <c:pt idx="250">
                  <c:v>36881</c:v>
                </c:pt>
                <c:pt idx="251">
                  <c:v>36882</c:v>
                </c:pt>
                <c:pt idx="252">
                  <c:v>36885</c:v>
                </c:pt>
                <c:pt idx="253">
                  <c:v>36886</c:v>
                </c:pt>
                <c:pt idx="254">
                  <c:v>36887</c:v>
                </c:pt>
                <c:pt idx="255">
                  <c:v>36888</c:v>
                </c:pt>
                <c:pt idx="256">
                  <c:v>36889</c:v>
                </c:pt>
                <c:pt idx="257">
                  <c:v>36892</c:v>
                </c:pt>
                <c:pt idx="258">
                  <c:v>36893</c:v>
                </c:pt>
                <c:pt idx="259">
                  <c:v>36894</c:v>
                </c:pt>
                <c:pt idx="260">
                  <c:v>36895</c:v>
                </c:pt>
                <c:pt idx="261">
                  <c:v>36896</c:v>
                </c:pt>
                <c:pt idx="262">
                  <c:v>36899</c:v>
                </c:pt>
                <c:pt idx="263">
                  <c:v>36900</c:v>
                </c:pt>
                <c:pt idx="264">
                  <c:v>36901</c:v>
                </c:pt>
                <c:pt idx="265">
                  <c:v>36902</c:v>
                </c:pt>
                <c:pt idx="266">
                  <c:v>36903</c:v>
                </c:pt>
                <c:pt idx="267">
                  <c:v>36906</c:v>
                </c:pt>
                <c:pt idx="268">
                  <c:v>36907</c:v>
                </c:pt>
                <c:pt idx="269">
                  <c:v>36908</c:v>
                </c:pt>
                <c:pt idx="270">
                  <c:v>36909</c:v>
                </c:pt>
                <c:pt idx="271">
                  <c:v>36910</c:v>
                </c:pt>
                <c:pt idx="272">
                  <c:v>36913</c:v>
                </c:pt>
                <c:pt idx="273">
                  <c:v>36914</c:v>
                </c:pt>
                <c:pt idx="274">
                  <c:v>36915</c:v>
                </c:pt>
                <c:pt idx="275">
                  <c:v>36916</c:v>
                </c:pt>
                <c:pt idx="276">
                  <c:v>36917</c:v>
                </c:pt>
                <c:pt idx="277">
                  <c:v>36920</c:v>
                </c:pt>
                <c:pt idx="278">
                  <c:v>36921</c:v>
                </c:pt>
                <c:pt idx="279">
                  <c:v>36922</c:v>
                </c:pt>
                <c:pt idx="280">
                  <c:v>36923</c:v>
                </c:pt>
                <c:pt idx="281">
                  <c:v>36924</c:v>
                </c:pt>
                <c:pt idx="282">
                  <c:v>36927</c:v>
                </c:pt>
                <c:pt idx="283">
                  <c:v>36928</c:v>
                </c:pt>
                <c:pt idx="284">
                  <c:v>36929</c:v>
                </c:pt>
                <c:pt idx="285">
                  <c:v>36930</c:v>
                </c:pt>
                <c:pt idx="286">
                  <c:v>36931</c:v>
                </c:pt>
                <c:pt idx="287">
                  <c:v>36934</c:v>
                </c:pt>
                <c:pt idx="288">
                  <c:v>36935</c:v>
                </c:pt>
                <c:pt idx="289">
                  <c:v>36936</c:v>
                </c:pt>
                <c:pt idx="290">
                  <c:v>36937</c:v>
                </c:pt>
                <c:pt idx="291">
                  <c:v>36938</c:v>
                </c:pt>
                <c:pt idx="292">
                  <c:v>36941</c:v>
                </c:pt>
                <c:pt idx="293">
                  <c:v>36942</c:v>
                </c:pt>
                <c:pt idx="294">
                  <c:v>36943</c:v>
                </c:pt>
                <c:pt idx="295">
                  <c:v>36944</c:v>
                </c:pt>
                <c:pt idx="296">
                  <c:v>36945</c:v>
                </c:pt>
                <c:pt idx="297">
                  <c:v>36948</c:v>
                </c:pt>
                <c:pt idx="298">
                  <c:v>36949</c:v>
                </c:pt>
                <c:pt idx="299">
                  <c:v>36950</c:v>
                </c:pt>
                <c:pt idx="300">
                  <c:v>36951</c:v>
                </c:pt>
                <c:pt idx="301">
                  <c:v>36952</c:v>
                </c:pt>
                <c:pt idx="302">
                  <c:v>36955</c:v>
                </c:pt>
                <c:pt idx="303">
                  <c:v>36956</c:v>
                </c:pt>
                <c:pt idx="304">
                  <c:v>36957</c:v>
                </c:pt>
                <c:pt idx="305">
                  <c:v>36958</c:v>
                </c:pt>
                <c:pt idx="306">
                  <c:v>36959</c:v>
                </c:pt>
                <c:pt idx="307">
                  <c:v>36962</c:v>
                </c:pt>
                <c:pt idx="308">
                  <c:v>36963</c:v>
                </c:pt>
                <c:pt idx="309">
                  <c:v>36964</c:v>
                </c:pt>
                <c:pt idx="310">
                  <c:v>36965</c:v>
                </c:pt>
                <c:pt idx="311">
                  <c:v>36966</c:v>
                </c:pt>
                <c:pt idx="312">
                  <c:v>36969</c:v>
                </c:pt>
                <c:pt idx="313">
                  <c:v>36970</c:v>
                </c:pt>
                <c:pt idx="314">
                  <c:v>36971</c:v>
                </c:pt>
                <c:pt idx="315">
                  <c:v>36972</c:v>
                </c:pt>
                <c:pt idx="316">
                  <c:v>36973</c:v>
                </c:pt>
                <c:pt idx="317">
                  <c:v>36976</c:v>
                </c:pt>
                <c:pt idx="318">
                  <c:v>36977</c:v>
                </c:pt>
                <c:pt idx="319">
                  <c:v>36978</c:v>
                </c:pt>
                <c:pt idx="320">
                  <c:v>36979</c:v>
                </c:pt>
                <c:pt idx="321">
                  <c:v>36980</c:v>
                </c:pt>
                <c:pt idx="322">
                  <c:v>36983</c:v>
                </c:pt>
                <c:pt idx="323">
                  <c:v>36984</c:v>
                </c:pt>
                <c:pt idx="324">
                  <c:v>36985</c:v>
                </c:pt>
                <c:pt idx="325">
                  <c:v>36986</c:v>
                </c:pt>
                <c:pt idx="326">
                  <c:v>36987</c:v>
                </c:pt>
                <c:pt idx="327">
                  <c:v>36990</c:v>
                </c:pt>
                <c:pt idx="328">
                  <c:v>36991</c:v>
                </c:pt>
                <c:pt idx="329">
                  <c:v>36992</c:v>
                </c:pt>
                <c:pt idx="330">
                  <c:v>36993</c:v>
                </c:pt>
                <c:pt idx="331">
                  <c:v>36994</c:v>
                </c:pt>
                <c:pt idx="332">
                  <c:v>36997</c:v>
                </c:pt>
                <c:pt idx="333">
                  <c:v>36998</c:v>
                </c:pt>
                <c:pt idx="334">
                  <c:v>36999</c:v>
                </c:pt>
                <c:pt idx="335">
                  <c:v>37000</c:v>
                </c:pt>
                <c:pt idx="336">
                  <c:v>37001</c:v>
                </c:pt>
                <c:pt idx="337">
                  <c:v>37004</c:v>
                </c:pt>
                <c:pt idx="338">
                  <c:v>37005</c:v>
                </c:pt>
                <c:pt idx="339">
                  <c:v>37006</c:v>
                </c:pt>
                <c:pt idx="340">
                  <c:v>37007</c:v>
                </c:pt>
                <c:pt idx="341">
                  <c:v>37008</c:v>
                </c:pt>
                <c:pt idx="342">
                  <c:v>37011</c:v>
                </c:pt>
                <c:pt idx="343">
                  <c:v>37012</c:v>
                </c:pt>
                <c:pt idx="344">
                  <c:v>37013</c:v>
                </c:pt>
                <c:pt idx="345">
                  <c:v>37014</c:v>
                </c:pt>
                <c:pt idx="346">
                  <c:v>37015</c:v>
                </c:pt>
                <c:pt idx="347">
                  <c:v>37018</c:v>
                </c:pt>
                <c:pt idx="348">
                  <c:v>37019</c:v>
                </c:pt>
                <c:pt idx="349">
                  <c:v>37020</c:v>
                </c:pt>
                <c:pt idx="350">
                  <c:v>37021</c:v>
                </c:pt>
                <c:pt idx="351">
                  <c:v>37022</c:v>
                </c:pt>
                <c:pt idx="352">
                  <c:v>37025</c:v>
                </c:pt>
                <c:pt idx="353">
                  <c:v>37026</c:v>
                </c:pt>
                <c:pt idx="354">
                  <c:v>37027</c:v>
                </c:pt>
                <c:pt idx="355">
                  <c:v>37028</c:v>
                </c:pt>
                <c:pt idx="356">
                  <c:v>37029</c:v>
                </c:pt>
                <c:pt idx="357">
                  <c:v>37032</c:v>
                </c:pt>
                <c:pt idx="358">
                  <c:v>37033</c:v>
                </c:pt>
                <c:pt idx="359">
                  <c:v>37034</c:v>
                </c:pt>
                <c:pt idx="360">
                  <c:v>37035</c:v>
                </c:pt>
                <c:pt idx="361">
                  <c:v>37036</c:v>
                </c:pt>
                <c:pt idx="362">
                  <c:v>37040</c:v>
                </c:pt>
                <c:pt idx="363">
                  <c:v>37041</c:v>
                </c:pt>
                <c:pt idx="364">
                  <c:v>37042</c:v>
                </c:pt>
                <c:pt idx="365">
                  <c:v>37043</c:v>
                </c:pt>
                <c:pt idx="366">
                  <c:v>37046</c:v>
                </c:pt>
                <c:pt idx="367">
                  <c:v>37047</c:v>
                </c:pt>
                <c:pt idx="368">
                  <c:v>37048</c:v>
                </c:pt>
                <c:pt idx="369">
                  <c:v>37049</c:v>
                </c:pt>
                <c:pt idx="370">
                  <c:v>37050</c:v>
                </c:pt>
                <c:pt idx="371">
                  <c:v>37053</c:v>
                </c:pt>
                <c:pt idx="372">
                  <c:v>37054</c:v>
                </c:pt>
                <c:pt idx="373">
                  <c:v>37055</c:v>
                </c:pt>
                <c:pt idx="374">
                  <c:v>37056</c:v>
                </c:pt>
                <c:pt idx="375">
                  <c:v>37057</c:v>
                </c:pt>
                <c:pt idx="376">
                  <c:v>37060</c:v>
                </c:pt>
                <c:pt idx="377">
                  <c:v>37061</c:v>
                </c:pt>
                <c:pt idx="378">
                  <c:v>37062</c:v>
                </c:pt>
                <c:pt idx="379">
                  <c:v>37063</c:v>
                </c:pt>
                <c:pt idx="380">
                  <c:v>37064</c:v>
                </c:pt>
                <c:pt idx="381">
                  <c:v>37067</c:v>
                </c:pt>
                <c:pt idx="382">
                  <c:v>37068</c:v>
                </c:pt>
                <c:pt idx="383">
                  <c:v>37069</c:v>
                </c:pt>
                <c:pt idx="384">
                  <c:v>37070</c:v>
                </c:pt>
                <c:pt idx="385">
                  <c:v>37071</c:v>
                </c:pt>
                <c:pt idx="386">
                  <c:v>37074</c:v>
                </c:pt>
                <c:pt idx="387">
                  <c:v>37075</c:v>
                </c:pt>
                <c:pt idx="388">
                  <c:v>37077</c:v>
                </c:pt>
                <c:pt idx="389">
                  <c:v>37078</c:v>
                </c:pt>
                <c:pt idx="390">
                  <c:v>37081</c:v>
                </c:pt>
                <c:pt idx="391">
                  <c:v>37082</c:v>
                </c:pt>
                <c:pt idx="392">
                  <c:v>37083</c:v>
                </c:pt>
                <c:pt idx="393">
                  <c:v>37084</c:v>
                </c:pt>
                <c:pt idx="394">
                  <c:v>37085</c:v>
                </c:pt>
                <c:pt idx="395">
                  <c:v>37088</c:v>
                </c:pt>
                <c:pt idx="396">
                  <c:v>37089</c:v>
                </c:pt>
                <c:pt idx="397">
                  <c:v>37090</c:v>
                </c:pt>
                <c:pt idx="398">
                  <c:v>37091</c:v>
                </c:pt>
                <c:pt idx="399">
                  <c:v>37092</c:v>
                </c:pt>
                <c:pt idx="400">
                  <c:v>37095</c:v>
                </c:pt>
                <c:pt idx="401">
                  <c:v>37096</c:v>
                </c:pt>
                <c:pt idx="402">
                  <c:v>37097</c:v>
                </c:pt>
                <c:pt idx="403">
                  <c:v>37098</c:v>
                </c:pt>
                <c:pt idx="404">
                  <c:v>37099</c:v>
                </c:pt>
                <c:pt idx="405">
                  <c:v>37102</c:v>
                </c:pt>
                <c:pt idx="406">
                  <c:v>37103</c:v>
                </c:pt>
                <c:pt idx="407">
                  <c:v>37104</c:v>
                </c:pt>
                <c:pt idx="408">
                  <c:v>37105</c:v>
                </c:pt>
                <c:pt idx="409">
                  <c:v>37106</c:v>
                </c:pt>
                <c:pt idx="410">
                  <c:v>37109</c:v>
                </c:pt>
                <c:pt idx="411">
                  <c:v>37110</c:v>
                </c:pt>
                <c:pt idx="412">
                  <c:v>37111</c:v>
                </c:pt>
                <c:pt idx="413">
                  <c:v>37112</c:v>
                </c:pt>
                <c:pt idx="414">
                  <c:v>37113</c:v>
                </c:pt>
                <c:pt idx="415">
                  <c:v>37116</c:v>
                </c:pt>
                <c:pt idx="416">
                  <c:v>37117</c:v>
                </c:pt>
                <c:pt idx="417">
                  <c:v>37118</c:v>
                </c:pt>
                <c:pt idx="418">
                  <c:v>37119</c:v>
                </c:pt>
                <c:pt idx="419">
                  <c:v>37120</c:v>
                </c:pt>
                <c:pt idx="420">
                  <c:v>37123</c:v>
                </c:pt>
                <c:pt idx="421">
                  <c:v>37124</c:v>
                </c:pt>
                <c:pt idx="422">
                  <c:v>37125</c:v>
                </c:pt>
                <c:pt idx="423">
                  <c:v>37126</c:v>
                </c:pt>
                <c:pt idx="424">
                  <c:v>37127</c:v>
                </c:pt>
                <c:pt idx="425">
                  <c:v>37130</c:v>
                </c:pt>
                <c:pt idx="426">
                  <c:v>37131</c:v>
                </c:pt>
                <c:pt idx="427">
                  <c:v>37132</c:v>
                </c:pt>
                <c:pt idx="428">
                  <c:v>37133</c:v>
                </c:pt>
                <c:pt idx="429">
                  <c:v>37134</c:v>
                </c:pt>
                <c:pt idx="430">
                  <c:v>37138</c:v>
                </c:pt>
                <c:pt idx="431">
                  <c:v>37139</c:v>
                </c:pt>
                <c:pt idx="432">
                  <c:v>37140</c:v>
                </c:pt>
                <c:pt idx="433">
                  <c:v>37141</c:v>
                </c:pt>
                <c:pt idx="434">
                  <c:v>37144</c:v>
                </c:pt>
                <c:pt idx="435">
                  <c:v>37145</c:v>
                </c:pt>
                <c:pt idx="436">
                  <c:v>37146</c:v>
                </c:pt>
                <c:pt idx="437">
                  <c:v>37147</c:v>
                </c:pt>
                <c:pt idx="438">
                  <c:v>37148</c:v>
                </c:pt>
                <c:pt idx="439">
                  <c:v>37151</c:v>
                </c:pt>
                <c:pt idx="440">
                  <c:v>37152</c:v>
                </c:pt>
                <c:pt idx="441">
                  <c:v>37153</c:v>
                </c:pt>
                <c:pt idx="442">
                  <c:v>37154</c:v>
                </c:pt>
                <c:pt idx="443">
                  <c:v>37155</c:v>
                </c:pt>
                <c:pt idx="444">
                  <c:v>37158</c:v>
                </c:pt>
                <c:pt idx="445">
                  <c:v>37159</c:v>
                </c:pt>
                <c:pt idx="446">
                  <c:v>37160</c:v>
                </c:pt>
                <c:pt idx="447">
                  <c:v>37161</c:v>
                </c:pt>
                <c:pt idx="448">
                  <c:v>37162</c:v>
                </c:pt>
                <c:pt idx="449">
                  <c:v>37165</c:v>
                </c:pt>
                <c:pt idx="450">
                  <c:v>37166</c:v>
                </c:pt>
                <c:pt idx="451">
                  <c:v>37167</c:v>
                </c:pt>
                <c:pt idx="452">
                  <c:v>37168</c:v>
                </c:pt>
                <c:pt idx="453">
                  <c:v>37169</c:v>
                </c:pt>
                <c:pt idx="454">
                  <c:v>37172</c:v>
                </c:pt>
                <c:pt idx="455">
                  <c:v>37173</c:v>
                </c:pt>
                <c:pt idx="456">
                  <c:v>37174</c:v>
                </c:pt>
                <c:pt idx="457">
                  <c:v>37175</c:v>
                </c:pt>
                <c:pt idx="458">
                  <c:v>37176</c:v>
                </c:pt>
                <c:pt idx="459">
                  <c:v>37179</c:v>
                </c:pt>
                <c:pt idx="460">
                  <c:v>37180</c:v>
                </c:pt>
                <c:pt idx="461">
                  <c:v>37181</c:v>
                </c:pt>
                <c:pt idx="462">
                  <c:v>37182</c:v>
                </c:pt>
                <c:pt idx="463">
                  <c:v>37183</c:v>
                </c:pt>
                <c:pt idx="464">
                  <c:v>37186</c:v>
                </c:pt>
                <c:pt idx="465">
                  <c:v>37187</c:v>
                </c:pt>
                <c:pt idx="466">
                  <c:v>37188</c:v>
                </c:pt>
                <c:pt idx="467">
                  <c:v>37189</c:v>
                </c:pt>
                <c:pt idx="468">
                  <c:v>37190</c:v>
                </c:pt>
                <c:pt idx="469">
                  <c:v>37193</c:v>
                </c:pt>
                <c:pt idx="470">
                  <c:v>37194</c:v>
                </c:pt>
                <c:pt idx="471">
                  <c:v>37195</c:v>
                </c:pt>
                <c:pt idx="472">
                  <c:v>37196</c:v>
                </c:pt>
                <c:pt idx="473">
                  <c:v>37197</c:v>
                </c:pt>
                <c:pt idx="474">
                  <c:v>37200</c:v>
                </c:pt>
                <c:pt idx="475">
                  <c:v>37201</c:v>
                </c:pt>
                <c:pt idx="476">
                  <c:v>37202</c:v>
                </c:pt>
                <c:pt idx="477">
                  <c:v>37203</c:v>
                </c:pt>
                <c:pt idx="478">
                  <c:v>37204</c:v>
                </c:pt>
                <c:pt idx="479">
                  <c:v>37207</c:v>
                </c:pt>
                <c:pt idx="480">
                  <c:v>37208</c:v>
                </c:pt>
                <c:pt idx="481">
                  <c:v>37209</c:v>
                </c:pt>
                <c:pt idx="482">
                  <c:v>37210</c:v>
                </c:pt>
                <c:pt idx="483">
                  <c:v>37211</c:v>
                </c:pt>
                <c:pt idx="484">
                  <c:v>37214</c:v>
                </c:pt>
                <c:pt idx="485">
                  <c:v>37215</c:v>
                </c:pt>
                <c:pt idx="486">
                  <c:v>37216</c:v>
                </c:pt>
                <c:pt idx="487">
                  <c:v>37218</c:v>
                </c:pt>
                <c:pt idx="488">
                  <c:v>37221</c:v>
                </c:pt>
                <c:pt idx="489">
                  <c:v>37222</c:v>
                </c:pt>
                <c:pt idx="490">
                  <c:v>37223</c:v>
                </c:pt>
                <c:pt idx="491">
                  <c:v>37224</c:v>
                </c:pt>
                <c:pt idx="492">
                  <c:v>37225</c:v>
                </c:pt>
                <c:pt idx="493">
                  <c:v>37228</c:v>
                </c:pt>
                <c:pt idx="494">
                  <c:v>37229</c:v>
                </c:pt>
                <c:pt idx="495">
                  <c:v>37230</c:v>
                </c:pt>
                <c:pt idx="496">
                  <c:v>37231</c:v>
                </c:pt>
                <c:pt idx="497">
                  <c:v>37232</c:v>
                </c:pt>
                <c:pt idx="498">
                  <c:v>37235</c:v>
                </c:pt>
                <c:pt idx="499">
                  <c:v>37236</c:v>
                </c:pt>
                <c:pt idx="500">
                  <c:v>37237</c:v>
                </c:pt>
                <c:pt idx="501">
                  <c:v>37238</c:v>
                </c:pt>
                <c:pt idx="502">
                  <c:v>37239</c:v>
                </c:pt>
                <c:pt idx="503">
                  <c:v>37242</c:v>
                </c:pt>
                <c:pt idx="504">
                  <c:v>37243</c:v>
                </c:pt>
                <c:pt idx="505">
                  <c:v>37244</c:v>
                </c:pt>
                <c:pt idx="506">
                  <c:v>37245</c:v>
                </c:pt>
                <c:pt idx="507">
                  <c:v>37246</c:v>
                </c:pt>
                <c:pt idx="508">
                  <c:v>37249</c:v>
                </c:pt>
                <c:pt idx="509">
                  <c:v>37251</c:v>
                </c:pt>
                <c:pt idx="510">
                  <c:v>37252</c:v>
                </c:pt>
                <c:pt idx="511">
                  <c:v>37253</c:v>
                </c:pt>
                <c:pt idx="512">
                  <c:v>37256</c:v>
                </c:pt>
                <c:pt idx="513">
                  <c:v>37258</c:v>
                </c:pt>
                <c:pt idx="514">
                  <c:v>37259</c:v>
                </c:pt>
                <c:pt idx="515">
                  <c:v>37260</c:v>
                </c:pt>
                <c:pt idx="516">
                  <c:v>37263</c:v>
                </c:pt>
                <c:pt idx="517">
                  <c:v>37264</c:v>
                </c:pt>
                <c:pt idx="518">
                  <c:v>37265</c:v>
                </c:pt>
                <c:pt idx="519">
                  <c:v>37266</c:v>
                </c:pt>
                <c:pt idx="520">
                  <c:v>37267</c:v>
                </c:pt>
                <c:pt idx="521">
                  <c:v>37270</c:v>
                </c:pt>
                <c:pt idx="522">
                  <c:v>37271</c:v>
                </c:pt>
                <c:pt idx="523">
                  <c:v>37272</c:v>
                </c:pt>
                <c:pt idx="524">
                  <c:v>37273</c:v>
                </c:pt>
                <c:pt idx="525">
                  <c:v>37274</c:v>
                </c:pt>
                <c:pt idx="526">
                  <c:v>37278</c:v>
                </c:pt>
                <c:pt idx="527">
                  <c:v>37279</c:v>
                </c:pt>
                <c:pt idx="528">
                  <c:v>37280</c:v>
                </c:pt>
                <c:pt idx="529">
                  <c:v>37281</c:v>
                </c:pt>
                <c:pt idx="530">
                  <c:v>37284</c:v>
                </c:pt>
                <c:pt idx="531">
                  <c:v>37285</c:v>
                </c:pt>
                <c:pt idx="532">
                  <c:v>37286</c:v>
                </c:pt>
                <c:pt idx="533">
                  <c:v>37287</c:v>
                </c:pt>
                <c:pt idx="534">
                  <c:v>37288</c:v>
                </c:pt>
                <c:pt idx="535">
                  <c:v>37291</c:v>
                </c:pt>
                <c:pt idx="536">
                  <c:v>37292</c:v>
                </c:pt>
                <c:pt idx="537">
                  <c:v>37293</c:v>
                </c:pt>
                <c:pt idx="538">
                  <c:v>37294</c:v>
                </c:pt>
                <c:pt idx="539">
                  <c:v>37295</c:v>
                </c:pt>
                <c:pt idx="540">
                  <c:v>37298</c:v>
                </c:pt>
                <c:pt idx="541">
                  <c:v>37299</c:v>
                </c:pt>
                <c:pt idx="542">
                  <c:v>37300</c:v>
                </c:pt>
                <c:pt idx="543">
                  <c:v>37301</c:v>
                </c:pt>
                <c:pt idx="544">
                  <c:v>37302</c:v>
                </c:pt>
                <c:pt idx="545">
                  <c:v>37306</c:v>
                </c:pt>
                <c:pt idx="546">
                  <c:v>37307</c:v>
                </c:pt>
                <c:pt idx="547">
                  <c:v>37308</c:v>
                </c:pt>
                <c:pt idx="548">
                  <c:v>37309</c:v>
                </c:pt>
                <c:pt idx="549">
                  <c:v>37312</c:v>
                </c:pt>
                <c:pt idx="550">
                  <c:v>37313</c:v>
                </c:pt>
                <c:pt idx="551">
                  <c:v>37314</c:v>
                </c:pt>
                <c:pt idx="552">
                  <c:v>37315</c:v>
                </c:pt>
                <c:pt idx="553">
                  <c:v>37316</c:v>
                </c:pt>
                <c:pt idx="554">
                  <c:v>37319</c:v>
                </c:pt>
                <c:pt idx="555">
                  <c:v>37320</c:v>
                </c:pt>
                <c:pt idx="556">
                  <c:v>37321</c:v>
                </c:pt>
                <c:pt idx="557">
                  <c:v>37322</c:v>
                </c:pt>
                <c:pt idx="558">
                  <c:v>37323</c:v>
                </c:pt>
                <c:pt idx="559">
                  <c:v>37326</c:v>
                </c:pt>
                <c:pt idx="560">
                  <c:v>37327</c:v>
                </c:pt>
                <c:pt idx="561">
                  <c:v>37328</c:v>
                </c:pt>
                <c:pt idx="562">
                  <c:v>37329</c:v>
                </c:pt>
                <c:pt idx="563">
                  <c:v>37330</c:v>
                </c:pt>
                <c:pt idx="564">
                  <c:v>37333</c:v>
                </c:pt>
                <c:pt idx="565">
                  <c:v>37334</c:v>
                </c:pt>
                <c:pt idx="566">
                  <c:v>37335</c:v>
                </c:pt>
                <c:pt idx="567">
                  <c:v>37336</c:v>
                </c:pt>
                <c:pt idx="568">
                  <c:v>37337</c:v>
                </c:pt>
                <c:pt idx="569">
                  <c:v>37340</c:v>
                </c:pt>
                <c:pt idx="570">
                  <c:v>37341</c:v>
                </c:pt>
                <c:pt idx="571">
                  <c:v>37342</c:v>
                </c:pt>
                <c:pt idx="572">
                  <c:v>37343</c:v>
                </c:pt>
                <c:pt idx="573">
                  <c:v>37344</c:v>
                </c:pt>
                <c:pt idx="574">
                  <c:v>37347</c:v>
                </c:pt>
                <c:pt idx="575">
                  <c:v>37348</c:v>
                </c:pt>
                <c:pt idx="576">
                  <c:v>37349</c:v>
                </c:pt>
                <c:pt idx="577">
                  <c:v>37350</c:v>
                </c:pt>
                <c:pt idx="578">
                  <c:v>37351</c:v>
                </c:pt>
                <c:pt idx="579">
                  <c:v>37354</c:v>
                </c:pt>
                <c:pt idx="580">
                  <c:v>37355</c:v>
                </c:pt>
                <c:pt idx="581">
                  <c:v>37356</c:v>
                </c:pt>
                <c:pt idx="582">
                  <c:v>37357</c:v>
                </c:pt>
                <c:pt idx="583">
                  <c:v>37358</c:v>
                </c:pt>
                <c:pt idx="584">
                  <c:v>37361</c:v>
                </c:pt>
                <c:pt idx="585">
                  <c:v>37362</c:v>
                </c:pt>
                <c:pt idx="586">
                  <c:v>37363</c:v>
                </c:pt>
                <c:pt idx="587">
                  <c:v>37364</c:v>
                </c:pt>
                <c:pt idx="588">
                  <c:v>37365</c:v>
                </c:pt>
                <c:pt idx="589">
                  <c:v>37368</c:v>
                </c:pt>
                <c:pt idx="590">
                  <c:v>37369</c:v>
                </c:pt>
                <c:pt idx="591">
                  <c:v>37370</c:v>
                </c:pt>
                <c:pt idx="592">
                  <c:v>37371</c:v>
                </c:pt>
                <c:pt idx="593">
                  <c:v>37372</c:v>
                </c:pt>
                <c:pt idx="594">
                  <c:v>37375</c:v>
                </c:pt>
                <c:pt idx="595">
                  <c:v>37376</c:v>
                </c:pt>
                <c:pt idx="596">
                  <c:v>37377</c:v>
                </c:pt>
                <c:pt idx="597">
                  <c:v>37378</c:v>
                </c:pt>
                <c:pt idx="598">
                  <c:v>37379</c:v>
                </c:pt>
                <c:pt idx="599">
                  <c:v>37382</c:v>
                </c:pt>
                <c:pt idx="600">
                  <c:v>37383</c:v>
                </c:pt>
                <c:pt idx="601">
                  <c:v>37384</c:v>
                </c:pt>
                <c:pt idx="602">
                  <c:v>37385</c:v>
                </c:pt>
                <c:pt idx="603">
                  <c:v>37386</c:v>
                </c:pt>
                <c:pt idx="604">
                  <c:v>37389</c:v>
                </c:pt>
                <c:pt idx="605">
                  <c:v>37390</c:v>
                </c:pt>
                <c:pt idx="606">
                  <c:v>37391</c:v>
                </c:pt>
                <c:pt idx="607">
                  <c:v>37392</c:v>
                </c:pt>
                <c:pt idx="608">
                  <c:v>37393</c:v>
                </c:pt>
                <c:pt idx="609">
                  <c:v>37396</c:v>
                </c:pt>
                <c:pt idx="610">
                  <c:v>37397</c:v>
                </c:pt>
                <c:pt idx="611">
                  <c:v>37398</c:v>
                </c:pt>
                <c:pt idx="612">
                  <c:v>37399</c:v>
                </c:pt>
                <c:pt idx="613">
                  <c:v>37400</c:v>
                </c:pt>
                <c:pt idx="614">
                  <c:v>37404</c:v>
                </c:pt>
                <c:pt idx="615">
                  <c:v>37405</c:v>
                </c:pt>
                <c:pt idx="616">
                  <c:v>37406</c:v>
                </c:pt>
                <c:pt idx="617">
                  <c:v>37407</c:v>
                </c:pt>
                <c:pt idx="618">
                  <c:v>37410</c:v>
                </c:pt>
                <c:pt idx="619">
                  <c:v>37411</c:v>
                </c:pt>
                <c:pt idx="620">
                  <c:v>37412</c:v>
                </c:pt>
                <c:pt idx="621">
                  <c:v>37413</c:v>
                </c:pt>
                <c:pt idx="622">
                  <c:v>37414</c:v>
                </c:pt>
                <c:pt idx="623">
                  <c:v>37417</c:v>
                </c:pt>
                <c:pt idx="624">
                  <c:v>37418</c:v>
                </c:pt>
                <c:pt idx="625">
                  <c:v>37419</c:v>
                </c:pt>
                <c:pt idx="626">
                  <c:v>37420</c:v>
                </c:pt>
                <c:pt idx="627">
                  <c:v>37421</c:v>
                </c:pt>
                <c:pt idx="628">
                  <c:v>37424</c:v>
                </c:pt>
                <c:pt idx="629">
                  <c:v>37425</c:v>
                </c:pt>
                <c:pt idx="630">
                  <c:v>37426</c:v>
                </c:pt>
                <c:pt idx="631">
                  <c:v>37427</c:v>
                </c:pt>
                <c:pt idx="632">
                  <c:v>37428</c:v>
                </c:pt>
                <c:pt idx="633">
                  <c:v>37431</c:v>
                </c:pt>
                <c:pt idx="634">
                  <c:v>37432</c:v>
                </c:pt>
                <c:pt idx="635">
                  <c:v>37433</c:v>
                </c:pt>
                <c:pt idx="636">
                  <c:v>37434</c:v>
                </c:pt>
                <c:pt idx="637">
                  <c:v>37435</c:v>
                </c:pt>
                <c:pt idx="638">
                  <c:v>37438</c:v>
                </c:pt>
                <c:pt idx="639">
                  <c:v>37439</c:v>
                </c:pt>
                <c:pt idx="640">
                  <c:v>37440</c:v>
                </c:pt>
                <c:pt idx="641">
                  <c:v>37442</c:v>
                </c:pt>
                <c:pt idx="642">
                  <c:v>37445</c:v>
                </c:pt>
                <c:pt idx="643">
                  <c:v>37446</c:v>
                </c:pt>
                <c:pt idx="644">
                  <c:v>37447</c:v>
                </c:pt>
                <c:pt idx="645">
                  <c:v>37448</c:v>
                </c:pt>
                <c:pt idx="646">
                  <c:v>37449</c:v>
                </c:pt>
                <c:pt idx="647">
                  <c:v>37452</c:v>
                </c:pt>
                <c:pt idx="648">
                  <c:v>37453</c:v>
                </c:pt>
                <c:pt idx="649">
                  <c:v>37454</c:v>
                </c:pt>
                <c:pt idx="650">
                  <c:v>37455</c:v>
                </c:pt>
                <c:pt idx="651">
                  <c:v>37456</c:v>
                </c:pt>
                <c:pt idx="652">
                  <c:v>37459</c:v>
                </c:pt>
                <c:pt idx="653">
                  <c:v>37460</c:v>
                </c:pt>
                <c:pt idx="654">
                  <c:v>37461</c:v>
                </c:pt>
                <c:pt idx="655">
                  <c:v>37462</c:v>
                </c:pt>
                <c:pt idx="656">
                  <c:v>37463</c:v>
                </c:pt>
                <c:pt idx="657">
                  <c:v>37466</c:v>
                </c:pt>
                <c:pt idx="658">
                  <c:v>37467</c:v>
                </c:pt>
                <c:pt idx="659">
                  <c:v>37468</c:v>
                </c:pt>
                <c:pt idx="660">
                  <c:v>37469</c:v>
                </c:pt>
                <c:pt idx="661">
                  <c:v>37470</c:v>
                </c:pt>
                <c:pt idx="662">
                  <c:v>37473</c:v>
                </c:pt>
                <c:pt idx="663">
                  <c:v>37474</c:v>
                </c:pt>
                <c:pt idx="664">
                  <c:v>37475</c:v>
                </c:pt>
                <c:pt idx="665">
                  <c:v>37476</c:v>
                </c:pt>
                <c:pt idx="666">
                  <c:v>37477</c:v>
                </c:pt>
                <c:pt idx="667">
                  <c:v>37480</c:v>
                </c:pt>
                <c:pt idx="668">
                  <c:v>37481</c:v>
                </c:pt>
                <c:pt idx="669">
                  <c:v>37482</c:v>
                </c:pt>
                <c:pt idx="670">
                  <c:v>37483</c:v>
                </c:pt>
                <c:pt idx="671">
                  <c:v>37484</c:v>
                </c:pt>
                <c:pt idx="672">
                  <c:v>37487</c:v>
                </c:pt>
                <c:pt idx="673">
                  <c:v>37488</c:v>
                </c:pt>
                <c:pt idx="674">
                  <c:v>37489</c:v>
                </c:pt>
                <c:pt idx="675">
                  <c:v>37490</c:v>
                </c:pt>
                <c:pt idx="676">
                  <c:v>37491</c:v>
                </c:pt>
                <c:pt idx="677">
                  <c:v>37494</c:v>
                </c:pt>
                <c:pt idx="678">
                  <c:v>37495</c:v>
                </c:pt>
                <c:pt idx="679">
                  <c:v>37496</c:v>
                </c:pt>
                <c:pt idx="680">
                  <c:v>37497</c:v>
                </c:pt>
                <c:pt idx="681">
                  <c:v>37498</c:v>
                </c:pt>
                <c:pt idx="682">
                  <c:v>37502</c:v>
                </c:pt>
                <c:pt idx="683">
                  <c:v>37503</c:v>
                </c:pt>
                <c:pt idx="684">
                  <c:v>37504</c:v>
                </c:pt>
                <c:pt idx="685">
                  <c:v>37505</c:v>
                </c:pt>
                <c:pt idx="686">
                  <c:v>37508</c:v>
                </c:pt>
                <c:pt idx="687">
                  <c:v>37509</c:v>
                </c:pt>
                <c:pt idx="688">
                  <c:v>37510</c:v>
                </c:pt>
                <c:pt idx="689">
                  <c:v>37511</c:v>
                </c:pt>
                <c:pt idx="690">
                  <c:v>37512</c:v>
                </c:pt>
                <c:pt idx="691">
                  <c:v>37515</c:v>
                </c:pt>
                <c:pt idx="692">
                  <c:v>37516</c:v>
                </c:pt>
                <c:pt idx="693">
                  <c:v>37517</c:v>
                </c:pt>
                <c:pt idx="694">
                  <c:v>37518</c:v>
                </c:pt>
                <c:pt idx="695">
                  <c:v>37519</c:v>
                </c:pt>
                <c:pt idx="696">
                  <c:v>37522</c:v>
                </c:pt>
                <c:pt idx="697">
                  <c:v>37523</c:v>
                </c:pt>
                <c:pt idx="698">
                  <c:v>37524</c:v>
                </c:pt>
                <c:pt idx="699">
                  <c:v>37525</c:v>
                </c:pt>
                <c:pt idx="700">
                  <c:v>37526</c:v>
                </c:pt>
                <c:pt idx="701">
                  <c:v>37529</c:v>
                </c:pt>
                <c:pt idx="702">
                  <c:v>37530</c:v>
                </c:pt>
                <c:pt idx="703">
                  <c:v>37531</c:v>
                </c:pt>
                <c:pt idx="704">
                  <c:v>37532</c:v>
                </c:pt>
                <c:pt idx="705">
                  <c:v>37533</c:v>
                </c:pt>
                <c:pt idx="706">
                  <c:v>37536</c:v>
                </c:pt>
                <c:pt idx="707">
                  <c:v>37537</c:v>
                </c:pt>
                <c:pt idx="708">
                  <c:v>37538</c:v>
                </c:pt>
                <c:pt idx="709">
                  <c:v>37539</c:v>
                </c:pt>
                <c:pt idx="710">
                  <c:v>37540</c:v>
                </c:pt>
                <c:pt idx="711">
                  <c:v>37543</c:v>
                </c:pt>
                <c:pt idx="712">
                  <c:v>37544</c:v>
                </c:pt>
                <c:pt idx="713">
                  <c:v>37545</c:v>
                </c:pt>
                <c:pt idx="714">
                  <c:v>37546</c:v>
                </c:pt>
                <c:pt idx="715">
                  <c:v>37547</c:v>
                </c:pt>
                <c:pt idx="716">
                  <c:v>37550</c:v>
                </c:pt>
                <c:pt idx="717">
                  <c:v>37551</c:v>
                </c:pt>
                <c:pt idx="718">
                  <c:v>37552</c:v>
                </c:pt>
                <c:pt idx="719">
                  <c:v>37553</c:v>
                </c:pt>
                <c:pt idx="720">
                  <c:v>37554</c:v>
                </c:pt>
                <c:pt idx="721">
                  <c:v>37557</c:v>
                </c:pt>
                <c:pt idx="722">
                  <c:v>37558</c:v>
                </c:pt>
                <c:pt idx="723">
                  <c:v>37559</c:v>
                </c:pt>
                <c:pt idx="724">
                  <c:v>37560</c:v>
                </c:pt>
                <c:pt idx="725">
                  <c:v>37561</c:v>
                </c:pt>
                <c:pt idx="726">
                  <c:v>37564</c:v>
                </c:pt>
                <c:pt idx="727">
                  <c:v>37565</c:v>
                </c:pt>
                <c:pt idx="728">
                  <c:v>37566</c:v>
                </c:pt>
                <c:pt idx="729">
                  <c:v>37567</c:v>
                </c:pt>
                <c:pt idx="730">
                  <c:v>37568</c:v>
                </c:pt>
                <c:pt idx="731">
                  <c:v>37571</c:v>
                </c:pt>
                <c:pt idx="732">
                  <c:v>37572</c:v>
                </c:pt>
                <c:pt idx="733">
                  <c:v>37573</c:v>
                </c:pt>
                <c:pt idx="734">
                  <c:v>37574</c:v>
                </c:pt>
                <c:pt idx="735">
                  <c:v>37575</c:v>
                </c:pt>
                <c:pt idx="736">
                  <c:v>37578</c:v>
                </c:pt>
                <c:pt idx="737">
                  <c:v>37579</c:v>
                </c:pt>
                <c:pt idx="738">
                  <c:v>37580</c:v>
                </c:pt>
                <c:pt idx="739">
                  <c:v>37581</c:v>
                </c:pt>
                <c:pt idx="740">
                  <c:v>37582</c:v>
                </c:pt>
                <c:pt idx="741">
                  <c:v>37585</c:v>
                </c:pt>
                <c:pt idx="742">
                  <c:v>37586</c:v>
                </c:pt>
                <c:pt idx="743">
                  <c:v>37587</c:v>
                </c:pt>
                <c:pt idx="744">
                  <c:v>37589</c:v>
                </c:pt>
                <c:pt idx="745">
                  <c:v>37592</c:v>
                </c:pt>
                <c:pt idx="746">
                  <c:v>37593</c:v>
                </c:pt>
                <c:pt idx="747">
                  <c:v>37594</c:v>
                </c:pt>
                <c:pt idx="748">
                  <c:v>37595</c:v>
                </c:pt>
                <c:pt idx="749">
                  <c:v>37596</c:v>
                </c:pt>
                <c:pt idx="750">
                  <c:v>37599</c:v>
                </c:pt>
                <c:pt idx="751">
                  <c:v>37600</c:v>
                </c:pt>
                <c:pt idx="752">
                  <c:v>37601</c:v>
                </c:pt>
                <c:pt idx="753">
                  <c:v>37602</c:v>
                </c:pt>
                <c:pt idx="754">
                  <c:v>37603</c:v>
                </c:pt>
                <c:pt idx="755">
                  <c:v>37606</c:v>
                </c:pt>
                <c:pt idx="756">
                  <c:v>37607</c:v>
                </c:pt>
                <c:pt idx="757">
                  <c:v>37608</c:v>
                </c:pt>
                <c:pt idx="758">
                  <c:v>37609</c:v>
                </c:pt>
                <c:pt idx="759">
                  <c:v>37610</c:v>
                </c:pt>
                <c:pt idx="760">
                  <c:v>37613</c:v>
                </c:pt>
                <c:pt idx="761">
                  <c:v>37614</c:v>
                </c:pt>
                <c:pt idx="762">
                  <c:v>37616</c:v>
                </c:pt>
                <c:pt idx="763">
                  <c:v>37617</c:v>
                </c:pt>
                <c:pt idx="764">
                  <c:v>37620</c:v>
                </c:pt>
                <c:pt idx="765">
                  <c:v>37621</c:v>
                </c:pt>
                <c:pt idx="766">
                  <c:v>37623</c:v>
                </c:pt>
                <c:pt idx="767">
                  <c:v>37624</c:v>
                </c:pt>
                <c:pt idx="768">
                  <c:v>37627</c:v>
                </c:pt>
                <c:pt idx="769">
                  <c:v>37628</c:v>
                </c:pt>
                <c:pt idx="770">
                  <c:v>37629</c:v>
                </c:pt>
                <c:pt idx="771">
                  <c:v>37630</c:v>
                </c:pt>
                <c:pt idx="772">
                  <c:v>37631</c:v>
                </c:pt>
                <c:pt idx="773">
                  <c:v>37634</c:v>
                </c:pt>
                <c:pt idx="774">
                  <c:v>37635</c:v>
                </c:pt>
                <c:pt idx="775">
                  <c:v>37636</c:v>
                </c:pt>
                <c:pt idx="776">
                  <c:v>37637</c:v>
                </c:pt>
                <c:pt idx="777">
                  <c:v>37638</c:v>
                </c:pt>
                <c:pt idx="778">
                  <c:v>37642</c:v>
                </c:pt>
                <c:pt idx="779">
                  <c:v>37643</c:v>
                </c:pt>
                <c:pt idx="780">
                  <c:v>37644</c:v>
                </c:pt>
                <c:pt idx="781">
                  <c:v>37645</c:v>
                </c:pt>
                <c:pt idx="782">
                  <c:v>37648</c:v>
                </c:pt>
                <c:pt idx="783">
                  <c:v>37649</c:v>
                </c:pt>
                <c:pt idx="784">
                  <c:v>37650</c:v>
                </c:pt>
                <c:pt idx="785">
                  <c:v>37651</c:v>
                </c:pt>
                <c:pt idx="786">
                  <c:v>37652</c:v>
                </c:pt>
                <c:pt idx="787">
                  <c:v>37655</c:v>
                </c:pt>
                <c:pt idx="788">
                  <c:v>37656</c:v>
                </c:pt>
                <c:pt idx="789">
                  <c:v>37657</c:v>
                </c:pt>
                <c:pt idx="790">
                  <c:v>37658</c:v>
                </c:pt>
                <c:pt idx="791">
                  <c:v>37659</c:v>
                </c:pt>
                <c:pt idx="792">
                  <c:v>37662</c:v>
                </c:pt>
                <c:pt idx="793">
                  <c:v>37663</c:v>
                </c:pt>
                <c:pt idx="794">
                  <c:v>37664</c:v>
                </c:pt>
                <c:pt idx="795">
                  <c:v>37665</c:v>
                </c:pt>
                <c:pt idx="796">
                  <c:v>37666</c:v>
                </c:pt>
                <c:pt idx="797">
                  <c:v>37670</c:v>
                </c:pt>
                <c:pt idx="798">
                  <c:v>37671</c:v>
                </c:pt>
                <c:pt idx="799">
                  <c:v>37672</c:v>
                </c:pt>
                <c:pt idx="800">
                  <c:v>37673</c:v>
                </c:pt>
                <c:pt idx="801">
                  <c:v>37676</c:v>
                </c:pt>
                <c:pt idx="802">
                  <c:v>37677</c:v>
                </c:pt>
                <c:pt idx="803">
                  <c:v>37678</c:v>
                </c:pt>
                <c:pt idx="804">
                  <c:v>37679</c:v>
                </c:pt>
                <c:pt idx="805">
                  <c:v>37680</c:v>
                </c:pt>
                <c:pt idx="806">
                  <c:v>37683</c:v>
                </c:pt>
                <c:pt idx="807">
                  <c:v>37684</c:v>
                </c:pt>
                <c:pt idx="808">
                  <c:v>37685</c:v>
                </c:pt>
                <c:pt idx="809">
                  <c:v>37686</c:v>
                </c:pt>
                <c:pt idx="810">
                  <c:v>37687</c:v>
                </c:pt>
                <c:pt idx="811">
                  <c:v>37690</c:v>
                </c:pt>
                <c:pt idx="812">
                  <c:v>37691</c:v>
                </c:pt>
                <c:pt idx="813">
                  <c:v>37692</c:v>
                </c:pt>
                <c:pt idx="814">
                  <c:v>37693</c:v>
                </c:pt>
                <c:pt idx="815">
                  <c:v>37694</c:v>
                </c:pt>
                <c:pt idx="816">
                  <c:v>37697</c:v>
                </c:pt>
                <c:pt idx="817">
                  <c:v>37698</c:v>
                </c:pt>
                <c:pt idx="818">
                  <c:v>37699</c:v>
                </c:pt>
                <c:pt idx="819">
                  <c:v>37700</c:v>
                </c:pt>
                <c:pt idx="820">
                  <c:v>37701</c:v>
                </c:pt>
                <c:pt idx="821">
                  <c:v>37704</c:v>
                </c:pt>
                <c:pt idx="822">
                  <c:v>37705</c:v>
                </c:pt>
                <c:pt idx="823">
                  <c:v>37706</c:v>
                </c:pt>
                <c:pt idx="824">
                  <c:v>37707</c:v>
                </c:pt>
                <c:pt idx="825">
                  <c:v>37708</c:v>
                </c:pt>
                <c:pt idx="826">
                  <c:v>37711</c:v>
                </c:pt>
                <c:pt idx="827">
                  <c:v>37712</c:v>
                </c:pt>
                <c:pt idx="828">
                  <c:v>37713</c:v>
                </c:pt>
                <c:pt idx="829">
                  <c:v>37714</c:v>
                </c:pt>
                <c:pt idx="830">
                  <c:v>37715</c:v>
                </c:pt>
                <c:pt idx="831">
                  <c:v>37718</c:v>
                </c:pt>
                <c:pt idx="832">
                  <c:v>37719</c:v>
                </c:pt>
                <c:pt idx="833">
                  <c:v>37720</c:v>
                </c:pt>
                <c:pt idx="834">
                  <c:v>37721</c:v>
                </c:pt>
                <c:pt idx="835">
                  <c:v>37722</c:v>
                </c:pt>
                <c:pt idx="836">
                  <c:v>37725</c:v>
                </c:pt>
                <c:pt idx="837">
                  <c:v>37726</c:v>
                </c:pt>
                <c:pt idx="838">
                  <c:v>37727</c:v>
                </c:pt>
                <c:pt idx="839">
                  <c:v>37728</c:v>
                </c:pt>
                <c:pt idx="840">
                  <c:v>37732</c:v>
                </c:pt>
                <c:pt idx="841">
                  <c:v>37733</c:v>
                </c:pt>
                <c:pt idx="842">
                  <c:v>37734</c:v>
                </c:pt>
                <c:pt idx="843">
                  <c:v>37735</c:v>
                </c:pt>
                <c:pt idx="844">
                  <c:v>37736</c:v>
                </c:pt>
                <c:pt idx="845">
                  <c:v>37739</c:v>
                </c:pt>
                <c:pt idx="846">
                  <c:v>37740</c:v>
                </c:pt>
                <c:pt idx="847">
                  <c:v>37741</c:v>
                </c:pt>
                <c:pt idx="848">
                  <c:v>37742</c:v>
                </c:pt>
                <c:pt idx="849">
                  <c:v>37743</c:v>
                </c:pt>
                <c:pt idx="850">
                  <c:v>37746</c:v>
                </c:pt>
                <c:pt idx="851">
                  <c:v>37747</c:v>
                </c:pt>
                <c:pt idx="852">
                  <c:v>37748</c:v>
                </c:pt>
                <c:pt idx="853">
                  <c:v>37749</c:v>
                </c:pt>
                <c:pt idx="854">
                  <c:v>37750</c:v>
                </c:pt>
                <c:pt idx="855">
                  <c:v>37753</c:v>
                </c:pt>
                <c:pt idx="856">
                  <c:v>37754</c:v>
                </c:pt>
                <c:pt idx="857">
                  <c:v>37755</c:v>
                </c:pt>
                <c:pt idx="858">
                  <c:v>37756</c:v>
                </c:pt>
                <c:pt idx="859">
                  <c:v>37757</c:v>
                </c:pt>
                <c:pt idx="860">
                  <c:v>37760</c:v>
                </c:pt>
                <c:pt idx="861">
                  <c:v>37761</c:v>
                </c:pt>
                <c:pt idx="862">
                  <c:v>37762</c:v>
                </c:pt>
                <c:pt idx="863">
                  <c:v>37763</c:v>
                </c:pt>
                <c:pt idx="864">
                  <c:v>37764</c:v>
                </c:pt>
                <c:pt idx="865">
                  <c:v>37768</c:v>
                </c:pt>
                <c:pt idx="866">
                  <c:v>37769</c:v>
                </c:pt>
                <c:pt idx="867">
                  <c:v>37770</c:v>
                </c:pt>
                <c:pt idx="868">
                  <c:v>37771</c:v>
                </c:pt>
                <c:pt idx="869">
                  <c:v>37774</c:v>
                </c:pt>
                <c:pt idx="870">
                  <c:v>37775</c:v>
                </c:pt>
                <c:pt idx="871">
                  <c:v>37776</c:v>
                </c:pt>
                <c:pt idx="872">
                  <c:v>37777</c:v>
                </c:pt>
                <c:pt idx="873">
                  <c:v>37778</c:v>
                </c:pt>
                <c:pt idx="874">
                  <c:v>37781</c:v>
                </c:pt>
                <c:pt idx="875">
                  <c:v>37782</c:v>
                </c:pt>
                <c:pt idx="876">
                  <c:v>37783</c:v>
                </c:pt>
                <c:pt idx="877">
                  <c:v>37784</c:v>
                </c:pt>
                <c:pt idx="878">
                  <c:v>37785</c:v>
                </c:pt>
                <c:pt idx="879">
                  <c:v>37788</c:v>
                </c:pt>
                <c:pt idx="880">
                  <c:v>37789</c:v>
                </c:pt>
                <c:pt idx="881">
                  <c:v>37790</c:v>
                </c:pt>
                <c:pt idx="882">
                  <c:v>37791</c:v>
                </c:pt>
                <c:pt idx="883">
                  <c:v>37792</c:v>
                </c:pt>
                <c:pt idx="884">
                  <c:v>37795</c:v>
                </c:pt>
                <c:pt idx="885">
                  <c:v>37796</c:v>
                </c:pt>
                <c:pt idx="886">
                  <c:v>37797</c:v>
                </c:pt>
                <c:pt idx="887">
                  <c:v>37798</c:v>
                </c:pt>
                <c:pt idx="888">
                  <c:v>37799</c:v>
                </c:pt>
                <c:pt idx="889">
                  <c:v>37802</c:v>
                </c:pt>
                <c:pt idx="890">
                  <c:v>37803</c:v>
                </c:pt>
                <c:pt idx="891">
                  <c:v>37804</c:v>
                </c:pt>
                <c:pt idx="892">
                  <c:v>37805</c:v>
                </c:pt>
                <c:pt idx="893">
                  <c:v>37809</c:v>
                </c:pt>
                <c:pt idx="894">
                  <c:v>37810</c:v>
                </c:pt>
                <c:pt idx="895">
                  <c:v>37811</c:v>
                </c:pt>
                <c:pt idx="896">
                  <c:v>37812</c:v>
                </c:pt>
                <c:pt idx="897">
                  <c:v>37813</c:v>
                </c:pt>
                <c:pt idx="898">
                  <c:v>37816</c:v>
                </c:pt>
                <c:pt idx="899">
                  <c:v>37817</c:v>
                </c:pt>
                <c:pt idx="900">
                  <c:v>37818</c:v>
                </c:pt>
                <c:pt idx="901">
                  <c:v>37819</c:v>
                </c:pt>
                <c:pt idx="902">
                  <c:v>37820</c:v>
                </c:pt>
                <c:pt idx="903">
                  <c:v>37823</c:v>
                </c:pt>
                <c:pt idx="904">
                  <c:v>37824</c:v>
                </c:pt>
                <c:pt idx="905">
                  <c:v>37825</c:v>
                </c:pt>
                <c:pt idx="906">
                  <c:v>37826</c:v>
                </c:pt>
                <c:pt idx="907">
                  <c:v>37827</c:v>
                </c:pt>
                <c:pt idx="908">
                  <c:v>37830</c:v>
                </c:pt>
                <c:pt idx="909">
                  <c:v>37831</c:v>
                </c:pt>
                <c:pt idx="910">
                  <c:v>37832</c:v>
                </c:pt>
                <c:pt idx="911">
                  <c:v>37833</c:v>
                </c:pt>
                <c:pt idx="912">
                  <c:v>37834</c:v>
                </c:pt>
                <c:pt idx="913">
                  <c:v>37837</c:v>
                </c:pt>
                <c:pt idx="914">
                  <c:v>37838</c:v>
                </c:pt>
                <c:pt idx="915">
                  <c:v>37839</c:v>
                </c:pt>
                <c:pt idx="916">
                  <c:v>37840</c:v>
                </c:pt>
                <c:pt idx="917">
                  <c:v>37841</c:v>
                </c:pt>
                <c:pt idx="918">
                  <c:v>37844</c:v>
                </c:pt>
                <c:pt idx="919">
                  <c:v>37845</c:v>
                </c:pt>
                <c:pt idx="920">
                  <c:v>37846</c:v>
                </c:pt>
                <c:pt idx="921">
                  <c:v>37847</c:v>
                </c:pt>
                <c:pt idx="922">
                  <c:v>37848</c:v>
                </c:pt>
                <c:pt idx="923">
                  <c:v>37851</c:v>
                </c:pt>
                <c:pt idx="924">
                  <c:v>37852</c:v>
                </c:pt>
                <c:pt idx="925">
                  <c:v>37853</c:v>
                </c:pt>
                <c:pt idx="926">
                  <c:v>37854</c:v>
                </c:pt>
                <c:pt idx="927">
                  <c:v>37855</c:v>
                </c:pt>
                <c:pt idx="928">
                  <c:v>37858</c:v>
                </c:pt>
                <c:pt idx="929">
                  <c:v>37859</c:v>
                </c:pt>
                <c:pt idx="930">
                  <c:v>37860</c:v>
                </c:pt>
                <c:pt idx="931">
                  <c:v>37861</c:v>
                </c:pt>
                <c:pt idx="932">
                  <c:v>37862</c:v>
                </c:pt>
                <c:pt idx="933">
                  <c:v>37866</c:v>
                </c:pt>
                <c:pt idx="934">
                  <c:v>37867</c:v>
                </c:pt>
                <c:pt idx="935">
                  <c:v>37868</c:v>
                </c:pt>
                <c:pt idx="936">
                  <c:v>37869</c:v>
                </c:pt>
                <c:pt idx="937">
                  <c:v>37872</c:v>
                </c:pt>
                <c:pt idx="938">
                  <c:v>37873</c:v>
                </c:pt>
                <c:pt idx="939">
                  <c:v>37874</c:v>
                </c:pt>
                <c:pt idx="940">
                  <c:v>37875</c:v>
                </c:pt>
                <c:pt idx="941">
                  <c:v>37876</c:v>
                </c:pt>
                <c:pt idx="942">
                  <c:v>37879</c:v>
                </c:pt>
                <c:pt idx="943">
                  <c:v>37880</c:v>
                </c:pt>
                <c:pt idx="944">
                  <c:v>37881</c:v>
                </c:pt>
                <c:pt idx="945">
                  <c:v>37882</c:v>
                </c:pt>
                <c:pt idx="946">
                  <c:v>37883</c:v>
                </c:pt>
                <c:pt idx="947">
                  <c:v>37886</c:v>
                </c:pt>
                <c:pt idx="948">
                  <c:v>37887</c:v>
                </c:pt>
                <c:pt idx="949">
                  <c:v>37888</c:v>
                </c:pt>
                <c:pt idx="950">
                  <c:v>37889</c:v>
                </c:pt>
                <c:pt idx="951">
                  <c:v>37890</c:v>
                </c:pt>
                <c:pt idx="952">
                  <c:v>37893</c:v>
                </c:pt>
                <c:pt idx="953">
                  <c:v>37894</c:v>
                </c:pt>
                <c:pt idx="954">
                  <c:v>37895</c:v>
                </c:pt>
                <c:pt idx="955">
                  <c:v>37896</c:v>
                </c:pt>
                <c:pt idx="956">
                  <c:v>37897</c:v>
                </c:pt>
                <c:pt idx="957">
                  <c:v>37900</c:v>
                </c:pt>
                <c:pt idx="958">
                  <c:v>37901</c:v>
                </c:pt>
                <c:pt idx="959">
                  <c:v>37902</c:v>
                </c:pt>
                <c:pt idx="960">
                  <c:v>37903</c:v>
                </c:pt>
                <c:pt idx="961">
                  <c:v>37904</c:v>
                </c:pt>
                <c:pt idx="962">
                  <c:v>37907</c:v>
                </c:pt>
                <c:pt idx="963">
                  <c:v>37908</c:v>
                </c:pt>
                <c:pt idx="964">
                  <c:v>37909</c:v>
                </c:pt>
                <c:pt idx="965">
                  <c:v>37910</c:v>
                </c:pt>
                <c:pt idx="966">
                  <c:v>37911</c:v>
                </c:pt>
                <c:pt idx="967">
                  <c:v>37914</c:v>
                </c:pt>
                <c:pt idx="968">
                  <c:v>37915</c:v>
                </c:pt>
                <c:pt idx="969">
                  <c:v>37916</c:v>
                </c:pt>
                <c:pt idx="970">
                  <c:v>37917</c:v>
                </c:pt>
                <c:pt idx="971">
                  <c:v>37918</c:v>
                </c:pt>
                <c:pt idx="972">
                  <c:v>37921</c:v>
                </c:pt>
                <c:pt idx="973">
                  <c:v>37922</c:v>
                </c:pt>
                <c:pt idx="974">
                  <c:v>37923</c:v>
                </c:pt>
                <c:pt idx="975">
                  <c:v>37924</c:v>
                </c:pt>
                <c:pt idx="976">
                  <c:v>37925</c:v>
                </c:pt>
                <c:pt idx="977">
                  <c:v>37928</c:v>
                </c:pt>
                <c:pt idx="978">
                  <c:v>37929</c:v>
                </c:pt>
                <c:pt idx="979">
                  <c:v>37930</c:v>
                </c:pt>
                <c:pt idx="980">
                  <c:v>37931</c:v>
                </c:pt>
                <c:pt idx="981">
                  <c:v>37932</c:v>
                </c:pt>
                <c:pt idx="982">
                  <c:v>37935</c:v>
                </c:pt>
                <c:pt idx="983">
                  <c:v>37936</c:v>
                </c:pt>
                <c:pt idx="984">
                  <c:v>37937</c:v>
                </c:pt>
                <c:pt idx="985">
                  <c:v>37938</c:v>
                </c:pt>
                <c:pt idx="986">
                  <c:v>37939</c:v>
                </c:pt>
                <c:pt idx="987">
                  <c:v>37942</c:v>
                </c:pt>
                <c:pt idx="988">
                  <c:v>37943</c:v>
                </c:pt>
                <c:pt idx="989">
                  <c:v>37944</c:v>
                </c:pt>
                <c:pt idx="990">
                  <c:v>37945</c:v>
                </c:pt>
                <c:pt idx="991">
                  <c:v>37946</c:v>
                </c:pt>
                <c:pt idx="992">
                  <c:v>37949</c:v>
                </c:pt>
                <c:pt idx="993">
                  <c:v>37950</c:v>
                </c:pt>
                <c:pt idx="994">
                  <c:v>37951</c:v>
                </c:pt>
                <c:pt idx="995">
                  <c:v>37953</c:v>
                </c:pt>
                <c:pt idx="996">
                  <c:v>37956</c:v>
                </c:pt>
                <c:pt idx="997">
                  <c:v>37957</c:v>
                </c:pt>
                <c:pt idx="998">
                  <c:v>37958</c:v>
                </c:pt>
                <c:pt idx="999">
                  <c:v>37959</c:v>
                </c:pt>
                <c:pt idx="1000">
                  <c:v>37960</c:v>
                </c:pt>
                <c:pt idx="1001">
                  <c:v>37963</c:v>
                </c:pt>
                <c:pt idx="1002">
                  <c:v>37964</c:v>
                </c:pt>
                <c:pt idx="1003">
                  <c:v>37965</c:v>
                </c:pt>
                <c:pt idx="1004">
                  <c:v>37966</c:v>
                </c:pt>
                <c:pt idx="1005">
                  <c:v>37967</c:v>
                </c:pt>
                <c:pt idx="1006">
                  <c:v>37970</c:v>
                </c:pt>
                <c:pt idx="1007">
                  <c:v>37971</c:v>
                </c:pt>
                <c:pt idx="1008">
                  <c:v>37972</c:v>
                </c:pt>
                <c:pt idx="1009">
                  <c:v>37973</c:v>
                </c:pt>
                <c:pt idx="1010">
                  <c:v>37974</c:v>
                </c:pt>
                <c:pt idx="1011">
                  <c:v>37977</c:v>
                </c:pt>
                <c:pt idx="1012">
                  <c:v>37978</c:v>
                </c:pt>
                <c:pt idx="1013">
                  <c:v>37979</c:v>
                </c:pt>
                <c:pt idx="1014">
                  <c:v>37981</c:v>
                </c:pt>
                <c:pt idx="1015">
                  <c:v>37984</c:v>
                </c:pt>
                <c:pt idx="1016">
                  <c:v>37985</c:v>
                </c:pt>
                <c:pt idx="1017">
                  <c:v>37986</c:v>
                </c:pt>
                <c:pt idx="1018">
                  <c:v>37988</c:v>
                </c:pt>
                <c:pt idx="1019">
                  <c:v>37991</c:v>
                </c:pt>
                <c:pt idx="1020">
                  <c:v>37992</c:v>
                </c:pt>
                <c:pt idx="1021">
                  <c:v>37993</c:v>
                </c:pt>
                <c:pt idx="1022">
                  <c:v>37994</c:v>
                </c:pt>
                <c:pt idx="1023">
                  <c:v>37995</c:v>
                </c:pt>
                <c:pt idx="1024">
                  <c:v>37998</c:v>
                </c:pt>
                <c:pt idx="1025">
                  <c:v>37999</c:v>
                </c:pt>
                <c:pt idx="1026">
                  <c:v>38000</c:v>
                </c:pt>
                <c:pt idx="1027">
                  <c:v>38001</c:v>
                </c:pt>
                <c:pt idx="1028">
                  <c:v>38002</c:v>
                </c:pt>
                <c:pt idx="1029">
                  <c:v>38006</c:v>
                </c:pt>
                <c:pt idx="1030">
                  <c:v>38007</c:v>
                </c:pt>
                <c:pt idx="1031">
                  <c:v>38008</c:v>
                </c:pt>
                <c:pt idx="1032">
                  <c:v>38009</c:v>
                </c:pt>
                <c:pt idx="1033">
                  <c:v>38012</c:v>
                </c:pt>
                <c:pt idx="1034">
                  <c:v>38013</c:v>
                </c:pt>
                <c:pt idx="1035">
                  <c:v>38014</c:v>
                </c:pt>
                <c:pt idx="1036">
                  <c:v>38015</c:v>
                </c:pt>
                <c:pt idx="1037">
                  <c:v>38016</c:v>
                </c:pt>
                <c:pt idx="1038">
                  <c:v>38019</c:v>
                </c:pt>
                <c:pt idx="1039">
                  <c:v>38020</c:v>
                </c:pt>
                <c:pt idx="1040">
                  <c:v>38021</c:v>
                </c:pt>
                <c:pt idx="1041">
                  <c:v>38022</c:v>
                </c:pt>
                <c:pt idx="1042">
                  <c:v>38023</c:v>
                </c:pt>
                <c:pt idx="1043">
                  <c:v>38026</c:v>
                </c:pt>
                <c:pt idx="1044">
                  <c:v>38027</c:v>
                </c:pt>
                <c:pt idx="1045">
                  <c:v>38028</c:v>
                </c:pt>
                <c:pt idx="1046">
                  <c:v>38029</c:v>
                </c:pt>
                <c:pt idx="1047">
                  <c:v>38030</c:v>
                </c:pt>
                <c:pt idx="1048">
                  <c:v>38034</c:v>
                </c:pt>
                <c:pt idx="1049">
                  <c:v>38035</c:v>
                </c:pt>
                <c:pt idx="1050">
                  <c:v>38036</c:v>
                </c:pt>
                <c:pt idx="1051">
                  <c:v>38037</c:v>
                </c:pt>
                <c:pt idx="1052">
                  <c:v>38040</c:v>
                </c:pt>
                <c:pt idx="1053">
                  <c:v>38041</c:v>
                </c:pt>
                <c:pt idx="1054">
                  <c:v>38042</c:v>
                </c:pt>
                <c:pt idx="1055">
                  <c:v>38043</c:v>
                </c:pt>
                <c:pt idx="1056">
                  <c:v>38044</c:v>
                </c:pt>
                <c:pt idx="1057">
                  <c:v>38047</c:v>
                </c:pt>
                <c:pt idx="1058">
                  <c:v>38048</c:v>
                </c:pt>
                <c:pt idx="1059">
                  <c:v>38049</c:v>
                </c:pt>
                <c:pt idx="1060">
                  <c:v>38050</c:v>
                </c:pt>
                <c:pt idx="1061">
                  <c:v>38051</c:v>
                </c:pt>
                <c:pt idx="1062">
                  <c:v>38054</c:v>
                </c:pt>
                <c:pt idx="1063">
                  <c:v>38055</c:v>
                </c:pt>
                <c:pt idx="1064">
                  <c:v>38056</c:v>
                </c:pt>
                <c:pt idx="1065">
                  <c:v>38057</c:v>
                </c:pt>
                <c:pt idx="1066">
                  <c:v>38058</c:v>
                </c:pt>
                <c:pt idx="1067">
                  <c:v>38061</c:v>
                </c:pt>
                <c:pt idx="1068">
                  <c:v>38062</c:v>
                </c:pt>
                <c:pt idx="1069">
                  <c:v>38063</c:v>
                </c:pt>
                <c:pt idx="1070">
                  <c:v>38064</c:v>
                </c:pt>
                <c:pt idx="1071">
                  <c:v>38065</c:v>
                </c:pt>
                <c:pt idx="1072">
                  <c:v>38068</c:v>
                </c:pt>
                <c:pt idx="1073">
                  <c:v>38069</c:v>
                </c:pt>
                <c:pt idx="1074">
                  <c:v>38070</c:v>
                </c:pt>
                <c:pt idx="1075">
                  <c:v>38071</c:v>
                </c:pt>
                <c:pt idx="1076">
                  <c:v>38072</c:v>
                </c:pt>
                <c:pt idx="1077">
                  <c:v>38075</c:v>
                </c:pt>
                <c:pt idx="1078">
                  <c:v>38076</c:v>
                </c:pt>
                <c:pt idx="1079">
                  <c:v>38077</c:v>
                </c:pt>
                <c:pt idx="1080">
                  <c:v>38078</c:v>
                </c:pt>
                <c:pt idx="1081">
                  <c:v>38079</c:v>
                </c:pt>
                <c:pt idx="1082">
                  <c:v>38082</c:v>
                </c:pt>
                <c:pt idx="1083">
                  <c:v>38083</c:v>
                </c:pt>
                <c:pt idx="1084">
                  <c:v>38084</c:v>
                </c:pt>
                <c:pt idx="1085">
                  <c:v>38085</c:v>
                </c:pt>
                <c:pt idx="1086">
                  <c:v>38086</c:v>
                </c:pt>
                <c:pt idx="1087">
                  <c:v>38089</c:v>
                </c:pt>
                <c:pt idx="1088">
                  <c:v>38090</c:v>
                </c:pt>
                <c:pt idx="1089">
                  <c:v>38091</c:v>
                </c:pt>
                <c:pt idx="1090">
                  <c:v>38092</c:v>
                </c:pt>
                <c:pt idx="1091">
                  <c:v>38093</c:v>
                </c:pt>
                <c:pt idx="1092">
                  <c:v>38096</c:v>
                </c:pt>
                <c:pt idx="1093">
                  <c:v>38097</c:v>
                </c:pt>
                <c:pt idx="1094">
                  <c:v>38098</c:v>
                </c:pt>
                <c:pt idx="1095">
                  <c:v>38099</c:v>
                </c:pt>
                <c:pt idx="1096">
                  <c:v>38100</c:v>
                </c:pt>
                <c:pt idx="1097">
                  <c:v>38103</c:v>
                </c:pt>
                <c:pt idx="1098">
                  <c:v>38104</c:v>
                </c:pt>
                <c:pt idx="1099">
                  <c:v>38105</c:v>
                </c:pt>
                <c:pt idx="1100">
                  <c:v>38106</c:v>
                </c:pt>
                <c:pt idx="1101">
                  <c:v>38107</c:v>
                </c:pt>
                <c:pt idx="1102">
                  <c:v>38110</c:v>
                </c:pt>
                <c:pt idx="1103">
                  <c:v>38111</c:v>
                </c:pt>
                <c:pt idx="1104">
                  <c:v>38112</c:v>
                </c:pt>
                <c:pt idx="1105">
                  <c:v>38113</c:v>
                </c:pt>
                <c:pt idx="1106">
                  <c:v>38114</c:v>
                </c:pt>
                <c:pt idx="1107">
                  <c:v>38117</c:v>
                </c:pt>
                <c:pt idx="1108">
                  <c:v>38118</c:v>
                </c:pt>
                <c:pt idx="1109">
                  <c:v>38119</c:v>
                </c:pt>
                <c:pt idx="1110">
                  <c:v>38120</c:v>
                </c:pt>
                <c:pt idx="1111">
                  <c:v>38121</c:v>
                </c:pt>
                <c:pt idx="1112">
                  <c:v>38124</c:v>
                </c:pt>
                <c:pt idx="1113">
                  <c:v>38125</c:v>
                </c:pt>
                <c:pt idx="1114">
                  <c:v>38126</c:v>
                </c:pt>
                <c:pt idx="1115">
                  <c:v>38127</c:v>
                </c:pt>
                <c:pt idx="1116">
                  <c:v>38128</c:v>
                </c:pt>
                <c:pt idx="1117">
                  <c:v>38131</c:v>
                </c:pt>
                <c:pt idx="1118">
                  <c:v>38132</c:v>
                </c:pt>
                <c:pt idx="1119">
                  <c:v>38133</c:v>
                </c:pt>
                <c:pt idx="1120">
                  <c:v>38134</c:v>
                </c:pt>
                <c:pt idx="1121">
                  <c:v>38135</c:v>
                </c:pt>
                <c:pt idx="1122">
                  <c:v>38139</c:v>
                </c:pt>
                <c:pt idx="1123">
                  <c:v>38140</c:v>
                </c:pt>
                <c:pt idx="1124">
                  <c:v>38141</c:v>
                </c:pt>
                <c:pt idx="1125">
                  <c:v>38142</c:v>
                </c:pt>
                <c:pt idx="1126">
                  <c:v>38145</c:v>
                </c:pt>
                <c:pt idx="1127">
                  <c:v>38146</c:v>
                </c:pt>
                <c:pt idx="1128">
                  <c:v>38147</c:v>
                </c:pt>
                <c:pt idx="1129">
                  <c:v>38148</c:v>
                </c:pt>
                <c:pt idx="1130">
                  <c:v>38149</c:v>
                </c:pt>
                <c:pt idx="1131">
                  <c:v>38152</c:v>
                </c:pt>
                <c:pt idx="1132">
                  <c:v>38153</c:v>
                </c:pt>
                <c:pt idx="1133">
                  <c:v>38154</c:v>
                </c:pt>
                <c:pt idx="1134">
                  <c:v>38155</c:v>
                </c:pt>
                <c:pt idx="1135">
                  <c:v>38156</c:v>
                </c:pt>
                <c:pt idx="1136">
                  <c:v>38159</c:v>
                </c:pt>
                <c:pt idx="1137">
                  <c:v>38160</c:v>
                </c:pt>
                <c:pt idx="1138">
                  <c:v>38161</c:v>
                </c:pt>
                <c:pt idx="1139">
                  <c:v>38162</c:v>
                </c:pt>
                <c:pt idx="1140">
                  <c:v>38163</c:v>
                </c:pt>
                <c:pt idx="1141">
                  <c:v>38166</c:v>
                </c:pt>
                <c:pt idx="1142">
                  <c:v>38167</c:v>
                </c:pt>
                <c:pt idx="1143">
                  <c:v>38168</c:v>
                </c:pt>
                <c:pt idx="1144">
                  <c:v>38169</c:v>
                </c:pt>
                <c:pt idx="1145">
                  <c:v>38170</c:v>
                </c:pt>
                <c:pt idx="1146">
                  <c:v>38174</c:v>
                </c:pt>
                <c:pt idx="1147">
                  <c:v>38175</c:v>
                </c:pt>
                <c:pt idx="1148">
                  <c:v>38176</c:v>
                </c:pt>
                <c:pt idx="1149">
                  <c:v>38177</c:v>
                </c:pt>
                <c:pt idx="1150">
                  <c:v>38180</c:v>
                </c:pt>
                <c:pt idx="1151">
                  <c:v>38181</c:v>
                </c:pt>
                <c:pt idx="1152">
                  <c:v>38182</c:v>
                </c:pt>
                <c:pt idx="1153">
                  <c:v>38183</c:v>
                </c:pt>
                <c:pt idx="1154">
                  <c:v>38184</c:v>
                </c:pt>
                <c:pt idx="1155">
                  <c:v>38187</c:v>
                </c:pt>
                <c:pt idx="1156">
                  <c:v>38188</c:v>
                </c:pt>
                <c:pt idx="1157">
                  <c:v>38189</c:v>
                </c:pt>
                <c:pt idx="1158">
                  <c:v>38190</c:v>
                </c:pt>
                <c:pt idx="1159">
                  <c:v>38191</c:v>
                </c:pt>
                <c:pt idx="1160">
                  <c:v>38194</c:v>
                </c:pt>
                <c:pt idx="1161">
                  <c:v>38195</c:v>
                </c:pt>
                <c:pt idx="1162">
                  <c:v>38196</c:v>
                </c:pt>
                <c:pt idx="1163">
                  <c:v>38197</c:v>
                </c:pt>
                <c:pt idx="1164">
                  <c:v>38198</c:v>
                </c:pt>
                <c:pt idx="1165">
                  <c:v>38201</c:v>
                </c:pt>
                <c:pt idx="1166">
                  <c:v>38202</c:v>
                </c:pt>
                <c:pt idx="1167">
                  <c:v>38203</c:v>
                </c:pt>
                <c:pt idx="1168">
                  <c:v>38204</c:v>
                </c:pt>
                <c:pt idx="1169">
                  <c:v>38205</c:v>
                </c:pt>
                <c:pt idx="1170">
                  <c:v>38208</c:v>
                </c:pt>
                <c:pt idx="1171">
                  <c:v>38209</c:v>
                </c:pt>
                <c:pt idx="1172">
                  <c:v>38210</c:v>
                </c:pt>
                <c:pt idx="1173">
                  <c:v>38211</c:v>
                </c:pt>
                <c:pt idx="1174">
                  <c:v>38212</c:v>
                </c:pt>
                <c:pt idx="1175">
                  <c:v>38215</c:v>
                </c:pt>
                <c:pt idx="1176">
                  <c:v>38216</c:v>
                </c:pt>
                <c:pt idx="1177">
                  <c:v>38217</c:v>
                </c:pt>
                <c:pt idx="1178">
                  <c:v>38218</c:v>
                </c:pt>
                <c:pt idx="1179">
                  <c:v>38219</c:v>
                </c:pt>
                <c:pt idx="1180">
                  <c:v>38222</c:v>
                </c:pt>
                <c:pt idx="1181">
                  <c:v>38223</c:v>
                </c:pt>
                <c:pt idx="1182">
                  <c:v>38224</c:v>
                </c:pt>
                <c:pt idx="1183">
                  <c:v>38225</c:v>
                </c:pt>
                <c:pt idx="1184">
                  <c:v>38226</c:v>
                </c:pt>
                <c:pt idx="1185">
                  <c:v>38229</c:v>
                </c:pt>
                <c:pt idx="1186">
                  <c:v>38230</c:v>
                </c:pt>
                <c:pt idx="1187">
                  <c:v>38231</c:v>
                </c:pt>
                <c:pt idx="1188">
                  <c:v>38232</c:v>
                </c:pt>
                <c:pt idx="1189">
                  <c:v>38233</c:v>
                </c:pt>
                <c:pt idx="1190">
                  <c:v>38237</c:v>
                </c:pt>
                <c:pt idx="1191">
                  <c:v>38238</c:v>
                </c:pt>
                <c:pt idx="1192">
                  <c:v>38239</c:v>
                </c:pt>
                <c:pt idx="1193">
                  <c:v>38240</c:v>
                </c:pt>
                <c:pt idx="1194">
                  <c:v>38243</c:v>
                </c:pt>
                <c:pt idx="1195">
                  <c:v>38244</c:v>
                </c:pt>
                <c:pt idx="1196">
                  <c:v>38245</c:v>
                </c:pt>
                <c:pt idx="1197">
                  <c:v>38246</c:v>
                </c:pt>
                <c:pt idx="1198">
                  <c:v>38247</c:v>
                </c:pt>
                <c:pt idx="1199">
                  <c:v>38250</c:v>
                </c:pt>
                <c:pt idx="1200">
                  <c:v>38251</c:v>
                </c:pt>
                <c:pt idx="1201">
                  <c:v>38252</c:v>
                </c:pt>
                <c:pt idx="1202">
                  <c:v>38253</c:v>
                </c:pt>
                <c:pt idx="1203">
                  <c:v>38254</c:v>
                </c:pt>
                <c:pt idx="1204">
                  <c:v>38257</c:v>
                </c:pt>
                <c:pt idx="1205">
                  <c:v>38258</c:v>
                </c:pt>
                <c:pt idx="1206">
                  <c:v>38259</c:v>
                </c:pt>
                <c:pt idx="1207">
                  <c:v>38260</c:v>
                </c:pt>
                <c:pt idx="1208">
                  <c:v>38261</c:v>
                </c:pt>
                <c:pt idx="1209">
                  <c:v>38264</c:v>
                </c:pt>
                <c:pt idx="1210">
                  <c:v>38265</c:v>
                </c:pt>
                <c:pt idx="1211">
                  <c:v>38266</c:v>
                </c:pt>
                <c:pt idx="1212">
                  <c:v>38267</c:v>
                </c:pt>
                <c:pt idx="1213">
                  <c:v>38268</c:v>
                </c:pt>
                <c:pt idx="1214">
                  <c:v>38271</c:v>
                </c:pt>
                <c:pt idx="1215">
                  <c:v>38272</c:v>
                </c:pt>
                <c:pt idx="1216">
                  <c:v>38273</c:v>
                </c:pt>
                <c:pt idx="1217">
                  <c:v>38274</c:v>
                </c:pt>
                <c:pt idx="1218">
                  <c:v>38275</c:v>
                </c:pt>
                <c:pt idx="1219">
                  <c:v>38278</c:v>
                </c:pt>
                <c:pt idx="1220">
                  <c:v>38279</c:v>
                </c:pt>
                <c:pt idx="1221">
                  <c:v>38280</c:v>
                </c:pt>
                <c:pt idx="1222">
                  <c:v>38281</c:v>
                </c:pt>
                <c:pt idx="1223">
                  <c:v>38282</c:v>
                </c:pt>
                <c:pt idx="1224">
                  <c:v>38285</c:v>
                </c:pt>
                <c:pt idx="1225">
                  <c:v>38286</c:v>
                </c:pt>
                <c:pt idx="1226">
                  <c:v>38287</c:v>
                </c:pt>
                <c:pt idx="1227">
                  <c:v>38288</c:v>
                </c:pt>
                <c:pt idx="1228">
                  <c:v>38289</c:v>
                </c:pt>
                <c:pt idx="1229">
                  <c:v>38292</c:v>
                </c:pt>
                <c:pt idx="1230">
                  <c:v>38293</c:v>
                </c:pt>
                <c:pt idx="1231">
                  <c:v>38294</c:v>
                </c:pt>
                <c:pt idx="1232">
                  <c:v>38295</c:v>
                </c:pt>
                <c:pt idx="1233">
                  <c:v>38296</c:v>
                </c:pt>
                <c:pt idx="1234">
                  <c:v>38299</c:v>
                </c:pt>
                <c:pt idx="1235">
                  <c:v>38300</c:v>
                </c:pt>
                <c:pt idx="1236">
                  <c:v>38301</c:v>
                </c:pt>
                <c:pt idx="1237">
                  <c:v>38302</c:v>
                </c:pt>
                <c:pt idx="1238">
                  <c:v>38303</c:v>
                </c:pt>
                <c:pt idx="1239">
                  <c:v>38306</c:v>
                </c:pt>
                <c:pt idx="1240">
                  <c:v>38307</c:v>
                </c:pt>
                <c:pt idx="1241">
                  <c:v>38308</c:v>
                </c:pt>
                <c:pt idx="1242">
                  <c:v>38309</c:v>
                </c:pt>
                <c:pt idx="1243">
                  <c:v>38310</c:v>
                </c:pt>
                <c:pt idx="1244">
                  <c:v>38313</c:v>
                </c:pt>
                <c:pt idx="1245">
                  <c:v>38314</c:v>
                </c:pt>
                <c:pt idx="1246">
                  <c:v>38315</c:v>
                </c:pt>
                <c:pt idx="1247">
                  <c:v>38317</c:v>
                </c:pt>
                <c:pt idx="1248">
                  <c:v>38320</c:v>
                </c:pt>
                <c:pt idx="1249">
                  <c:v>38321</c:v>
                </c:pt>
                <c:pt idx="1250">
                  <c:v>38322</c:v>
                </c:pt>
                <c:pt idx="1251">
                  <c:v>38323</c:v>
                </c:pt>
                <c:pt idx="1252">
                  <c:v>38324</c:v>
                </c:pt>
                <c:pt idx="1253">
                  <c:v>38327</c:v>
                </c:pt>
                <c:pt idx="1254">
                  <c:v>38328</c:v>
                </c:pt>
                <c:pt idx="1255">
                  <c:v>38329</c:v>
                </c:pt>
                <c:pt idx="1256">
                  <c:v>38330</c:v>
                </c:pt>
                <c:pt idx="1257">
                  <c:v>38331</c:v>
                </c:pt>
                <c:pt idx="1258">
                  <c:v>38334</c:v>
                </c:pt>
                <c:pt idx="1259">
                  <c:v>38335</c:v>
                </c:pt>
                <c:pt idx="1260">
                  <c:v>38336</c:v>
                </c:pt>
                <c:pt idx="1261">
                  <c:v>38337</c:v>
                </c:pt>
                <c:pt idx="1262">
                  <c:v>38338</c:v>
                </c:pt>
                <c:pt idx="1263">
                  <c:v>38341</c:v>
                </c:pt>
                <c:pt idx="1264">
                  <c:v>38342</c:v>
                </c:pt>
                <c:pt idx="1265">
                  <c:v>38343</c:v>
                </c:pt>
                <c:pt idx="1266">
                  <c:v>38344</c:v>
                </c:pt>
                <c:pt idx="1267">
                  <c:v>38345</c:v>
                </c:pt>
                <c:pt idx="1268">
                  <c:v>38348</c:v>
                </c:pt>
                <c:pt idx="1269">
                  <c:v>38349</c:v>
                </c:pt>
                <c:pt idx="1270">
                  <c:v>38350</c:v>
                </c:pt>
                <c:pt idx="1271">
                  <c:v>38351</c:v>
                </c:pt>
                <c:pt idx="1272">
                  <c:v>38352</c:v>
                </c:pt>
                <c:pt idx="1273">
                  <c:v>38355</c:v>
                </c:pt>
                <c:pt idx="1274">
                  <c:v>38356</c:v>
                </c:pt>
                <c:pt idx="1275">
                  <c:v>38357</c:v>
                </c:pt>
                <c:pt idx="1276">
                  <c:v>38358</c:v>
                </c:pt>
                <c:pt idx="1277">
                  <c:v>38359</c:v>
                </c:pt>
                <c:pt idx="1278">
                  <c:v>38362</c:v>
                </c:pt>
                <c:pt idx="1279">
                  <c:v>38363</c:v>
                </c:pt>
                <c:pt idx="1280">
                  <c:v>38364</c:v>
                </c:pt>
                <c:pt idx="1281">
                  <c:v>38365</c:v>
                </c:pt>
                <c:pt idx="1282">
                  <c:v>38366</c:v>
                </c:pt>
                <c:pt idx="1283">
                  <c:v>38370</c:v>
                </c:pt>
                <c:pt idx="1284">
                  <c:v>38371</c:v>
                </c:pt>
                <c:pt idx="1285">
                  <c:v>38372</c:v>
                </c:pt>
                <c:pt idx="1286">
                  <c:v>38373</c:v>
                </c:pt>
                <c:pt idx="1287">
                  <c:v>38376</c:v>
                </c:pt>
                <c:pt idx="1288">
                  <c:v>38377</c:v>
                </c:pt>
                <c:pt idx="1289">
                  <c:v>38378</c:v>
                </c:pt>
                <c:pt idx="1290">
                  <c:v>38379</c:v>
                </c:pt>
                <c:pt idx="1291">
                  <c:v>38380</c:v>
                </c:pt>
                <c:pt idx="1292">
                  <c:v>38383</c:v>
                </c:pt>
                <c:pt idx="1293">
                  <c:v>38384</c:v>
                </c:pt>
                <c:pt idx="1294">
                  <c:v>38385</c:v>
                </c:pt>
                <c:pt idx="1295">
                  <c:v>38386</c:v>
                </c:pt>
                <c:pt idx="1296">
                  <c:v>38387</c:v>
                </c:pt>
                <c:pt idx="1297">
                  <c:v>38390</c:v>
                </c:pt>
                <c:pt idx="1298">
                  <c:v>38391</c:v>
                </c:pt>
                <c:pt idx="1299">
                  <c:v>38392</c:v>
                </c:pt>
                <c:pt idx="1300">
                  <c:v>38393</c:v>
                </c:pt>
                <c:pt idx="1301">
                  <c:v>38394</c:v>
                </c:pt>
                <c:pt idx="1302">
                  <c:v>38397</c:v>
                </c:pt>
                <c:pt idx="1303">
                  <c:v>38398</c:v>
                </c:pt>
                <c:pt idx="1304">
                  <c:v>38399</c:v>
                </c:pt>
                <c:pt idx="1305">
                  <c:v>38400</c:v>
                </c:pt>
                <c:pt idx="1306">
                  <c:v>38401</c:v>
                </c:pt>
                <c:pt idx="1307">
                  <c:v>38404</c:v>
                </c:pt>
                <c:pt idx="1308">
                  <c:v>38405</c:v>
                </c:pt>
                <c:pt idx="1309">
                  <c:v>38406</c:v>
                </c:pt>
                <c:pt idx="1310">
                  <c:v>38407</c:v>
                </c:pt>
                <c:pt idx="1311">
                  <c:v>38408</c:v>
                </c:pt>
                <c:pt idx="1312">
                  <c:v>38411</c:v>
                </c:pt>
                <c:pt idx="1313">
                  <c:v>38412</c:v>
                </c:pt>
                <c:pt idx="1314">
                  <c:v>38413</c:v>
                </c:pt>
                <c:pt idx="1315">
                  <c:v>38414</c:v>
                </c:pt>
                <c:pt idx="1316">
                  <c:v>38415</c:v>
                </c:pt>
                <c:pt idx="1317">
                  <c:v>38418</c:v>
                </c:pt>
                <c:pt idx="1318">
                  <c:v>38419</c:v>
                </c:pt>
                <c:pt idx="1319">
                  <c:v>38420</c:v>
                </c:pt>
                <c:pt idx="1320">
                  <c:v>38421</c:v>
                </c:pt>
                <c:pt idx="1321">
                  <c:v>38422</c:v>
                </c:pt>
                <c:pt idx="1322">
                  <c:v>38425</c:v>
                </c:pt>
                <c:pt idx="1323">
                  <c:v>38426</c:v>
                </c:pt>
                <c:pt idx="1324">
                  <c:v>38427</c:v>
                </c:pt>
                <c:pt idx="1325">
                  <c:v>38428</c:v>
                </c:pt>
                <c:pt idx="1326">
                  <c:v>38429</c:v>
                </c:pt>
                <c:pt idx="1327">
                  <c:v>38432</c:v>
                </c:pt>
                <c:pt idx="1328">
                  <c:v>38433</c:v>
                </c:pt>
                <c:pt idx="1329">
                  <c:v>38434</c:v>
                </c:pt>
                <c:pt idx="1330">
                  <c:v>38435</c:v>
                </c:pt>
                <c:pt idx="1331">
                  <c:v>38436</c:v>
                </c:pt>
                <c:pt idx="1332">
                  <c:v>38439</c:v>
                </c:pt>
                <c:pt idx="1333">
                  <c:v>38440</c:v>
                </c:pt>
                <c:pt idx="1334">
                  <c:v>38441</c:v>
                </c:pt>
                <c:pt idx="1335">
                  <c:v>38442</c:v>
                </c:pt>
                <c:pt idx="1336">
                  <c:v>38443</c:v>
                </c:pt>
                <c:pt idx="1337">
                  <c:v>38446</c:v>
                </c:pt>
                <c:pt idx="1338">
                  <c:v>38447</c:v>
                </c:pt>
                <c:pt idx="1339">
                  <c:v>38448</c:v>
                </c:pt>
                <c:pt idx="1340">
                  <c:v>38449</c:v>
                </c:pt>
                <c:pt idx="1341">
                  <c:v>38450</c:v>
                </c:pt>
                <c:pt idx="1342">
                  <c:v>38453</c:v>
                </c:pt>
                <c:pt idx="1343">
                  <c:v>38454</c:v>
                </c:pt>
                <c:pt idx="1344">
                  <c:v>38455</c:v>
                </c:pt>
                <c:pt idx="1345">
                  <c:v>38456</c:v>
                </c:pt>
                <c:pt idx="1346">
                  <c:v>38457</c:v>
                </c:pt>
                <c:pt idx="1347">
                  <c:v>38460</c:v>
                </c:pt>
                <c:pt idx="1348">
                  <c:v>38461</c:v>
                </c:pt>
                <c:pt idx="1349">
                  <c:v>38462</c:v>
                </c:pt>
                <c:pt idx="1350">
                  <c:v>38463</c:v>
                </c:pt>
                <c:pt idx="1351">
                  <c:v>38464</c:v>
                </c:pt>
                <c:pt idx="1352">
                  <c:v>38467</c:v>
                </c:pt>
                <c:pt idx="1353">
                  <c:v>38468</c:v>
                </c:pt>
                <c:pt idx="1354">
                  <c:v>38469</c:v>
                </c:pt>
                <c:pt idx="1355">
                  <c:v>38470</c:v>
                </c:pt>
                <c:pt idx="1356">
                  <c:v>38471</c:v>
                </c:pt>
                <c:pt idx="1357">
                  <c:v>38474</c:v>
                </c:pt>
                <c:pt idx="1358">
                  <c:v>38475</c:v>
                </c:pt>
                <c:pt idx="1359">
                  <c:v>38476</c:v>
                </c:pt>
                <c:pt idx="1360">
                  <c:v>38477</c:v>
                </c:pt>
                <c:pt idx="1361">
                  <c:v>38478</c:v>
                </c:pt>
                <c:pt idx="1362">
                  <c:v>38481</c:v>
                </c:pt>
                <c:pt idx="1363">
                  <c:v>38482</c:v>
                </c:pt>
                <c:pt idx="1364">
                  <c:v>38483</c:v>
                </c:pt>
                <c:pt idx="1365">
                  <c:v>38484</c:v>
                </c:pt>
                <c:pt idx="1366">
                  <c:v>38485</c:v>
                </c:pt>
                <c:pt idx="1367">
                  <c:v>38488</c:v>
                </c:pt>
                <c:pt idx="1368">
                  <c:v>38489</c:v>
                </c:pt>
                <c:pt idx="1369">
                  <c:v>38490</c:v>
                </c:pt>
                <c:pt idx="1370">
                  <c:v>38491</c:v>
                </c:pt>
                <c:pt idx="1371">
                  <c:v>38492</c:v>
                </c:pt>
                <c:pt idx="1372">
                  <c:v>38495</c:v>
                </c:pt>
                <c:pt idx="1373">
                  <c:v>38496</c:v>
                </c:pt>
                <c:pt idx="1374">
                  <c:v>38497</c:v>
                </c:pt>
                <c:pt idx="1375">
                  <c:v>38498</c:v>
                </c:pt>
                <c:pt idx="1376">
                  <c:v>38499</c:v>
                </c:pt>
                <c:pt idx="1377">
                  <c:v>38502</c:v>
                </c:pt>
                <c:pt idx="1378">
                  <c:v>38503</c:v>
                </c:pt>
                <c:pt idx="1379">
                  <c:v>38504</c:v>
                </c:pt>
                <c:pt idx="1380">
                  <c:v>38505</c:v>
                </c:pt>
                <c:pt idx="1381">
                  <c:v>38506</c:v>
                </c:pt>
                <c:pt idx="1382">
                  <c:v>38509</c:v>
                </c:pt>
                <c:pt idx="1383">
                  <c:v>38510</c:v>
                </c:pt>
                <c:pt idx="1384">
                  <c:v>38511</c:v>
                </c:pt>
                <c:pt idx="1385">
                  <c:v>38512</c:v>
                </c:pt>
                <c:pt idx="1386">
                  <c:v>38513</c:v>
                </c:pt>
                <c:pt idx="1387">
                  <c:v>38516</c:v>
                </c:pt>
                <c:pt idx="1388">
                  <c:v>38517</c:v>
                </c:pt>
                <c:pt idx="1389">
                  <c:v>38518</c:v>
                </c:pt>
                <c:pt idx="1390">
                  <c:v>38519</c:v>
                </c:pt>
                <c:pt idx="1391">
                  <c:v>38520</c:v>
                </c:pt>
                <c:pt idx="1392">
                  <c:v>38523</c:v>
                </c:pt>
                <c:pt idx="1393">
                  <c:v>38524</c:v>
                </c:pt>
                <c:pt idx="1394">
                  <c:v>38525</c:v>
                </c:pt>
                <c:pt idx="1395">
                  <c:v>38526</c:v>
                </c:pt>
                <c:pt idx="1396">
                  <c:v>38527</c:v>
                </c:pt>
                <c:pt idx="1397">
                  <c:v>38530</c:v>
                </c:pt>
                <c:pt idx="1398">
                  <c:v>38531</c:v>
                </c:pt>
                <c:pt idx="1399">
                  <c:v>38532</c:v>
                </c:pt>
                <c:pt idx="1400">
                  <c:v>38533</c:v>
                </c:pt>
                <c:pt idx="1401">
                  <c:v>38534</c:v>
                </c:pt>
                <c:pt idx="1402">
                  <c:v>38537</c:v>
                </c:pt>
                <c:pt idx="1403">
                  <c:v>38538</c:v>
                </c:pt>
                <c:pt idx="1404">
                  <c:v>38539</c:v>
                </c:pt>
                <c:pt idx="1405">
                  <c:v>38540</c:v>
                </c:pt>
                <c:pt idx="1406">
                  <c:v>38541</c:v>
                </c:pt>
                <c:pt idx="1407">
                  <c:v>38544</c:v>
                </c:pt>
                <c:pt idx="1408">
                  <c:v>38545</c:v>
                </c:pt>
                <c:pt idx="1409">
                  <c:v>38546</c:v>
                </c:pt>
                <c:pt idx="1410">
                  <c:v>38547</c:v>
                </c:pt>
                <c:pt idx="1411">
                  <c:v>38548</c:v>
                </c:pt>
                <c:pt idx="1412">
                  <c:v>38551</c:v>
                </c:pt>
                <c:pt idx="1413">
                  <c:v>38552</c:v>
                </c:pt>
                <c:pt idx="1414">
                  <c:v>38553</c:v>
                </c:pt>
                <c:pt idx="1415">
                  <c:v>38554</c:v>
                </c:pt>
                <c:pt idx="1416">
                  <c:v>38555</c:v>
                </c:pt>
                <c:pt idx="1417">
                  <c:v>38558</c:v>
                </c:pt>
                <c:pt idx="1418">
                  <c:v>38559</c:v>
                </c:pt>
                <c:pt idx="1419">
                  <c:v>38560</c:v>
                </c:pt>
                <c:pt idx="1420">
                  <c:v>38561</c:v>
                </c:pt>
                <c:pt idx="1421">
                  <c:v>38562</c:v>
                </c:pt>
                <c:pt idx="1422">
                  <c:v>38565</c:v>
                </c:pt>
                <c:pt idx="1423">
                  <c:v>38566</c:v>
                </c:pt>
                <c:pt idx="1424">
                  <c:v>38567</c:v>
                </c:pt>
                <c:pt idx="1425">
                  <c:v>38568</c:v>
                </c:pt>
                <c:pt idx="1426">
                  <c:v>38569</c:v>
                </c:pt>
                <c:pt idx="1427">
                  <c:v>38572</c:v>
                </c:pt>
                <c:pt idx="1428">
                  <c:v>38573</c:v>
                </c:pt>
                <c:pt idx="1429">
                  <c:v>38574</c:v>
                </c:pt>
                <c:pt idx="1430">
                  <c:v>38575</c:v>
                </c:pt>
                <c:pt idx="1431">
                  <c:v>38576</c:v>
                </c:pt>
                <c:pt idx="1432">
                  <c:v>38579</c:v>
                </c:pt>
                <c:pt idx="1433">
                  <c:v>38580</c:v>
                </c:pt>
                <c:pt idx="1434">
                  <c:v>38581</c:v>
                </c:pt>
                <c:pt idx="1435">
                  <c:v>38582</c:v>
                </c:pt>
                <c:pt idx="1436">
                  <c:v>38583</c:v>
                </c:pt>
                <c:pt idx="1437">
                  <c:v>38586</c:v>
                </c:pt>
                <c:pt idx="1438">
                  <c:v>38587</c:v>
                </c:pt>
                <c:pt idx="1439">
                  <c:v>38588</c:v>
                </c:pt>
                <c:pt idx="1440">
                  <c:v>38589</c:v>
                </c:pt>
                <c:pt idx="1441">
                  <c:v>38590</c:v>
                </c:pt>
                <c:pt idx="1442">
                  <c:v>38593</c:v>
                </c:pt>
                <c:pt idx="1443">
                  <c:v>38594</c:v>
                </c:pt>
                <c:pt idx="1444">
                  <c:v>38595</c:v>
                </c:pt>
                <c:pt idx="1445">
                  <c:v>38596</c:v>
                </c:pt>
                <c:pt idx="1446">
                  <c:v>38597</c:v>
                </c:pt>
                <c:pt idx="1447">
                  <c:v>38600</c:v>
                </c:pt>
                <c:pt idx="1448">
                  <c:v>38601</c:v>
                </c:pt>
                <c:pt idx="1449">
                  <c:v>38602</c:v>
                </c:pt>
                <c:pt idx="1450">
                  <c:v>38603</c:v>
                </c:pt>
                <c:pt idx="1451">
                  <c:v>38604</c:v>
                </c:pt>
                <c:pt idx="1452">
                  <c:v>38607</c:v>
                </c:pt>
                <c:pt idx="1453">
                  <c:v>38608</c:v>
                </c:pt>
                <c:pt idx="1454">
                  <c:v>38609</c:v>
                </c:pt>
                <c:pt idx="1455">
                  <c:v>38610</c:v>
                </c:pt>
                <c:pt idx="1456">
                  <c:v>38611</c:v>
                </c:pt>
                <c:pt idx="1457">
                  <c:v>38614</c:v>
                </c:pt>
                <c:pt idx="1458">
                  <c:v>38615</c:v>
                </c:pt>
                <c:pt idx="1459">
                  <c:v>38616</c:v>
                </c:pt>
                <c:pt idx="1460">
                  <c:v>38617</c:v>
                </c:pt>
                <c:pt idx="1461">
                  <c:v>38618</c:v>
                </c:pt>
                <c:pt idx="1462">
                  <c:v>38621</c:v>
                </c:pt>
                <c:pt idx="1463">
                  <c:v>38622</c:v>
                </c:pt>
                <c:pt idx="1464">
                  <c:v>38623</c:v>
                </c:pt>
                <c:pt idx="1465">
                  <c:v>38624</c:v>
                </c:pt>
                <c:pt idx="1466">
                  <c:v>38625</c:v>
                </c:pt>
                <c:pt idx="1467">
                  <c:v>38628</c:v>
                </c:pt>
                <c:pt idx="1468">
                  <c:v>38629</c:v>
                </c:pt>
                <c:pt idx="1469">
                  <c:v>38630</c:v>
                </c:pt>
                <c:pt idx="1470">
                  <c:v>38631</c:v>
                </c:pt>
                <c:pt idx="1471">
                  <c:v>38632</c:v>
                </c:pt>
                <c:pt idx="1472">
                  <c:v>38635</c:v>
                </c:pt>
                <c:pt idx="1473">
                  <c:v>38636</c:v>
                </c:pt>
                <c:pt idx="1474">
                  <c:v>38637</c:v>
                </c:pt>
                <c:pt idx="1475">
                  <c:v>38638</c:v>
                </c:pt>
                <c:pt idx="1476">
                  <c:v>38639</c:v>
                </c:pt>
                <c:pt idx="1477">
                  <c:v>38642</c:v>
                </c:pt>
                <c:pt idx="1478">
                  <c:v>38643</c:v>
                </c:pt>
                <c:pt idx="1479">
                  <c:v>38644</c:v>
                </c:pt>
                <c:pt idx="1480">
                  <c:v>38645</c:v>
                </c:pt>
                <c:pt idx="1481">
                  <c:v>38646</c:v>
                </c:pt>
                <c:pt idx="1482">
                  <c:v>38649</c:v>
                </c:pt>
                <c:pt idx="1483">
                  <c:v>38650</c:v>
                </c:pt>
                <c:pt idx="1484">
                  <c:v>38651</c:v>
                </c:pt>
                <c:pt idx="1485">
                  <c:v>38652</c:v>
                </c:pt>
                <c:pt idx="1486">
                  <c:v>38653</c:v>
                </c:pt>
                <c:pt idx="1487">
                  <c:v>38656</c:v>
                </c:pt>
                <c:pt idx="1488">
                  <c:v>38657</c:v>
                </c:pt>
                <c:pt idx="1489">
                  <c:v>38658</c:v>
                </c:pt>
                <c:pt idx="1490">
                  <c:v>38659</c:v>
                </c:pt>
                <c:pt idx="1491">
                  <c:v>38660</c:v>
                </c:pt>
                <c:pt idx="1492">
                  <c:v>38663</c:v>
                </c:pt>
                <c:pt idx="1493">
                  <c:v>38664</c:v>
                </c:pt>
                <c:pt idx="1494">
                  <c:v>38665</c:v>
                </c:pt>
                <c:pt idx="1495">
                  <c:v>38666</c:v>
                </c:pt>
                <c:pt idx="1496">
                  <c:v>38667</c:v>
                </c:pt>
                <c:pt idx="1497">
                  <c:v>38670</c:v>
                </c:pt>
                <c:pt idx="1498">
                  <c:v>38671</c:v>
                </c:pt>
                <c:pt idx="1499">
                  <c:v>38672</c:v>
                </c:pt>
                <c:pt idx="1500">
                  <c:v>38673</c:v>
                </c:pt>
                <c:pt idx="1501">
                  <c:v>38674</c:v>
                </c:pt>
                <c:pt idx="1502">
                  <c:v>38677</c:v>
                </c:pt>
                <c:pt idx="1503">
                  <c:v>38678</c:v>
                </c:pt>
                <c:pt idx="1504">
                  <c:v>38679</c:v>
                </c:pt>
                <c:pt idx="1505">
                  <c:v>38680</c:v>
                </c:pt>
                <c:pt idx="1506">
                  <c:v>38681</c:v>
                </c:pt>
                <c:pt idx="1507">
                  <c:v>38684</c:v>
                </c:pt>
                <c:pt idx="1508">
                  <c:v>38685</c:v>
                </c:pt>
                <c:pt idx="1509">
                  <c:v>38686</c:v>
                </c:pt>
                <c:pt idx="1510">
                  <c:v>38687</c:v>
                </c:pt>
                <c:pt idx="1511">
                  <c:v>38688</c:v>
                </c:pt>
                <c:pt idx="1512">
                  <c:v>38691</c:v>
                </c:pt>
                <c:pt idx="1513">
                  <c:v>38692</c:v>
                </c:pt>
                <c:pt idx="1514">
                  <c:v>38693</c:v>
                </c:pt>
                <c:pt idx="1515">
                  <c:v>38694</c:v>
                </c:pt>
                <c:pt idx="1516">
                  <c:v>38695</c:v>
                </c:pt>
                <c:pt idx="1517">
                  <c:v>38698</c:v>
                </c:pt>
                <c:pt idx="1518">
                  <c:v>38699</c:v>
                </c:pt>
                <c:pt idx="1519">
                  <c:v>38700</c:v>
                </c:pt>
                <c:pt idx="1520">
                  <c:v>38701</c:v>
                </c:pt>
                <c:pt idx="1521">
                  <c:v>38702</c:v>
                </c:pt>
                <c:pt idx="1522">
                  <c:v>38705</c:v>
                </c:pt>
                <c:pt idx="1523">
                  <c:v>38706</c:v>
                </c:pt>
                <c:pt idx="1524">
                  <c:v>38707</c:v>
                </c:pt>
                <c:pt idx="1525">
                  <c:v>38708</c:v>
                </c:pt>
                <c:pt idx="1526">
                  <c:v>38709</c:v>
                </c:pt>
                <c:pt idx="1527">
                  <c:v>38713</c:v>
                </c:pt>
                <c:pt idx="1528">
                  <c:v>38714</c:v>
                </c:pt>
                <c:pt idx="1529">
                  <c:v>38715</c:v>
                </c:pt>
                <c:pt idx="1530">
                  <c:v>38716</c:v>
                </c:pt>
                <c:pt idx="1531">
                  <c:v>38720</c:v>
                </c:pt>
                <c:pt idx="1532">
                  <c:v>38721</c:v>
                </c:pt>
                <c:pt idx="1533">
                  <c:v>38722</c:v>
                </c:pt>
                <c:pt idx="1534">
                  <c:v>38723</c:v>
                </c:pt>
                <c:pt idx="1535">
                  <c:v>38726</c:v>
                </c:pt>
                <c:pt idx="1536">
                  <c:v>38727</c:v>
                </c:pt>
                <c:pt idx="1537">
                  <c:v>38728</c:v>
                </c:pt>
                <c:pt idx="1538">
                  <c:v>38729</c:v>
                </c:pt>
                <c:pt idx="1539">
                  <c:v>38730</c:v>
                </c:pt>
                <c:pt idx="1540">
                  <c:v>38733</c:v>
                </c:pt>
                <c:pt idx="1541">
                  <c:v>38734</c:v>
                </c:pt>
                <c:pt idx="1542">
                  <c:v>38735</c:v>
                </c:pt>
                <c:pt idx="1543">
                  <c:v>38736</c:v>
                </c:pt>
                <c:pt idx="1544">
                  <c:v>38737</c:v>
                </c:pt>
                <c:pt idx="1545">
                  <c:v>38740</c:v>
                </c:pt>
                <c:pt idx="1546">
                  <c:v>38741</c:v>
                </c:pt>
                <c:pt idx="1547">
                  <c:v>38742</c:v>
                </c:pt>
                <c:pt idx="1548">
                  <c:v>38743</c:v>
                </c:pt>
                <c:pt idx="1549">
                  <c:v>38744</c:v>
                </c:pt>
                <c:pt idx="1550">
                  <c:v>38747</c:v>
                </c:pt>
                <c:pt idx="1551">
                  <c:v>38748</c:v>
                </c:pt>
                <c:pt idx="1552">
                  <c:v>38749</c:v>
                </c:pt>
                <c:pt idx="1553">
                  <c:v>38750</c:v>
                </c:pt>
                <c:pt idx="1554">
                  <c:v>38751</c:v>
                </c:pt>
                <c:pt idx="1555">
                  <c:v>38754</c:v>
                </c:pt>
                <c:pt idx="1556">
                  <c:v>38755</c:v>
                </c:pt>
                <c:pt idx="1557">
                  <c:v>38756</c:v>
                </c:pt>
                <c:pt idx="1558">
                  <c:v>38757</c:v>
                </c:pt>
                <c:pt idx="1559">
                  <c:v>38758</c:v>
                </c:pt>
                <c:pt idx="1560">
                  <c:v>38761</c:v>
                </c:pt>
                <c:pt idx="1561">
                  <c:v>38762</c:v>
                </c:pt>
                <c:pt idx="1562">
                  <c:v>38763</c:v>
                </c:pt>
                <c:pt idx="1563">
                  <c:v>38764</c:v>
                </c:pt>
                <c:pt idx="1564">
                  <c:v>38765</c:v>
                </c:pt>
                <c:pt idx="1565">
                  <c:v>38768</c:v>
                </c:pt>
                <c:pt idx="1566">
                  <c:v>38769</c:v>
                </c:pt>
                <c:pt idx="1567">
                  <c:v>38770</c:v>
                </c:pt>
                <c:pt idx="1568">
                  <c:v>38771</c:v>
                </c:pt>
                <c:pt idx="1569">
                  <c:v>38772</c:v>
                </c:pt>
                <c:pt idx="1570">
                  <c:v>38775</c:v>
                </c:pt>
                <c:pt idx="1571">
                  <c:v>38776</c:v>
                </c:pt>
                <c:pt idx="1572">
                  <c:v>38777</c:v>
                </c:pt>
                <c:pt idx="1573">
                  <c:v>38778</c:v>
                </c:pt>
                <c:pt idx="1574">
                  <c:v>38779</c:v>
                </c:pt>
                <c:pt idx="1575">
                  <c:v>38782</c:v>
                </c:pt>
                <c:pt idx="1576">
                  <c:v>38783</c:v>
                </c:pt>
                <c:pt idx="1577">
                  <c:v>38784</c:v>
                </c:pt>
                <c:pt idx="1578">
                  <c:v>38785</c:v>
                </c:pt>
                <c:pt idx="1579">
                  <c:v>38786</c:v>
                </c:pt>
                <c:pt idx="1580">
                  <c:v>38789</c:v>
                </c:pt>
                <c:pt idx="1581">
                  <c:v>38790</c:v>
                </c:pt>
                <c:pt idx="1582">
                  <c:v>38791</c:v>
                </c:pt>
                <c:pt idx="1583">
                  <c:v>38792</c:v>
                </c:pt>
                <c:pt idx="1584">
                  <c:v>38793</c:v>
                </c:pt>
                <c:pt idx="1585">
                  <c:v>38796</c:v>
                </c:pt>
                <c:pt idx="1586">
                  <c:v>38797</c:v>
                </c:pt>
                <c:pt idx="1587">
                  <c:v>38798</c:v>
                </c:pt>
                <c:pt idx="1588">
                  <c:v>38799</c:v>
                </c:pt>
                <c:pt idx="1589">
                  <c:v>38800</c:v>
                </c:pt>
                <c:pt idx="1590">
                  <c:v>38803</c:v>
                </c:pt>
                <c:pt idx="1591">
                  <c:v>38804</c:v>
                </c:pt>
                <c:pt idx="1592">
                  <c:v>38805</c:v>
                </c:pt>
                <c:pt idx="1593">
                  <c:v>38806</c:v>
                </c:pt>
                <c:pt idx="1594">
                  <c:v>38807</c:v>
                </c:pt>
                <c:pt idx="1595">
                  <c:v>38810</c:v>
                </c:pt>
                <c:pt idx="1596">
                  <c:v>38811</c:v>
                </c:pt>
                <c:pt idx="1597">
                  <c:v>38812</c:v>
                </c:pt>
                <c:pt idx="1598">
                  <c:v>38813</c:v>
                </c:pt>
                <c:pt idx="1599">
                  <c:v>38814</c:v>
                </c:pt>
                <c:pt idx="1600">
                  <c:v>38817</c:v>
                </c:pt>
                <c:pt idx="1601">
                  <c:v>38818</c:v>
                </c:pt>
                <c:pt idx="1602">
                  <c:v>38819</c:v>
                </c:pt>
                <c:pt idx="1603">
                  <c:v>38820</c:v>
                </c:pt>
                <c:pt idx="1604">
                  <c:v>38821</c:v>
                </c:pt>
                <c:pt idx="1605">
                  <c:v>38824</c:v>
                </c:pt>
                <c:pt idx="1606">
                  <c:v>38825</c:v>
                </c:pt>
                <c:pt idx="1607">
                  <c:v>38826</c:v>
                </c:pt>
                <c:pt idx="1608">
                  <c:v>38827</c:v>
                </c:pt>
                <c:pt idx="1609">
                  <c:v>38828</c:v>
                </c:pt>
                <c:pt idx="1610">
                  <c:v>38831</c:v>
                </c:pt>
                <c:pt idx="1611">
                  <c:v>38832</c:v>
                </c:pt>
                <c:pt idx="1612">
                  <c:v>38833</c:v>
                </c:pt>
                <c:pt idx="1613">
                  <c:v>38834</c:v>
                </c:pt>
                <c:pt idx="1614">
                  <c:v>38835</c:v>
                </c:pt>
                <c:pt idx="1615">
                  <c:v>38838</c:v>
                </c:pt>
                <c:pt idx="1616">
                  <c:v>38839</c:v>
                </c:pt>
                <c:pt idx="1617">
                  <c:v>38840</c:v>
                </c:pt>
                <c:pt idx="1618">
                  <c:v>38841</c:v>
                </c:pt>
                <c:pt idx="1619">
                  <c:v>38842</c:v>
                </c:pt>
                <c:pt idx="1620">
                  <c:v>38845</c:v>
                </c:pt>
                <c:pt idx="1621">
                  <c:v>38846</c:v>
                </c:pt>
                <c:pt idx="1622">
                  <c:v>38847</c:v>
                </c:pt>
                <c:pt idx="1623">
                  <c:v>38848</c:v>
                </c:pt>
                <c:pt idx="1624">
                  <c:v>38849</c:v>
                </c:pt>
                <c:pt idx="1625">
                  <c:v>38852</c:v>
                </c:pt>
                <c:pt idx="1626">
                  <c:v>38853</c:v>
                </c:pt>
                <c:pt idx="1627">
                  <c:v>38854</c:v>
                </c:pt>
                <c:pt idx="1628">
                  <c:v>38855</c:v>
                </c:pt>
                <c:pt idx="1629">
                  <c:v>38856</c:v>
                </c:pt>
                <c:pt idx="1630">
                  <c:v>38859</c:v>
                </c:pt>
                <c:pt idx="1631">
                  <c:v>38860</c:v>
                </c:pt>
                <c:pt idx="1632">
                  <c:v>38861</c:v>
                </c:pt>
                <c:pt idx="1633">
                  <c:v>38862</c:v>
                </c:pt>
                <c:pt idx="1634">
                  <c:v>38863</c:v>
                </c:pt>
                <c:pt idx="1635">
                  <c:v>38866</c:v>
                </c:pt>
                <c:pt idx="1636">
                  <c:v>38867</c:v>
                </c:pt>
                <c:pt idx="1637">
                  <c:v>38868</c:v>
                </c:pt>
                <c:pt idx="1638">
                  <c:v>38869</c:v>
                </c:pt>
                <c:pt idx="1639">
                  <c:v>38870</c:v>
                </c:pt>
                <c:pt idx="1640">
                  <c:v>38873</c:v>
                </c:pt>
                <c:pt idx="1641">
                  <c:v>38874</c:v>
                </c:pt>
                <c:pt idx="1642">
                  <c:v>38875</c:v>
                </c:pt>
                <c:pt idx="1643">
                  <c:v>38876</c:v>
                </c:pt>
                <c:pt idx="1644">
                  <c:v>38877</c:v>
                </c:pt>
                <c:pt idx="1645">
                  <c:v>38880</c:v>
                </c:pt>
                <c:pt idx="1646">
                  <c:v>38881</c:v>
                </c:pt>
                <c:pt idx="1647">
                  <c:v>38882</c:v>
                </c:pt>
                <c:pt idx="1648">
                  <c:v>38883</c:v>
                </c:pt>
                <c:pt idx="1649">
                  <c:v>38884</c:v>
                </c:pt>
                <c:pt idx="1650">
                  <c:v>38887</c:v>
                </c:pt>
                <c:pt idx="1651">
                  <c:v>38888</c:v>
                </c:pt>
                <c:pt idx="1652">
                  <c:v>38889</c:v>
                </c:pt>
                <c:pt idx="1653">
                  <c:v>38890</c:v>
                </c:pt>
                <c:pt idx="1654">
                  <c:v>38891</c:v>
                </c:pt>
                <c:pt idx="1655">
                  <c:v>38894</c:v>
                </c:pt>
                <c:pt idx="1656">
                  <c:v>38895</c:v>
                </c:pt>
                <c:pt idx="1657">
                  <c:v>38896</c:v>
                </c:pt>
                <c:pt idx="1658">
                  <c:v>38897</c:v>
                </c:pt>
                <c:pt idx="1659">
                  <c:v>38898</c:v>
                </c:pt>
                <c:pt idx="1660">
                  <c:v>38901</c:v>
                </c:pt>
                <c:pt idx="1661">
                  <c:v>38903</c:v>
                </c:pt>
                <c:pt idx="1662">
                  <c:v>38904</c:v>
                </c:pt>
                <c:pt idx="1663">
                  <c:v>38905</c:v>
                </c:pt>
                <c:pt idx="1664">
                  <c:v>38908</c:v>
                </c:pt>
                <c:pt idx="1665">
                  <c:v>38909</c:v>
                </c:pt>
                <c:pt idx="1666">
                  <c:v>38910</c:v>
                </c:pt>
                <c:pt idx="1667">
                  <c:v>38911</c:v>
                </c:pt>
                <c:pt idx="1668">
                  <c:v>38912</c:v>
                </c:pt>
                <c:pt idx="1669">
                  <c:v>38915</c:v>
                </c:pt>
                <c:pt idx="1670">
                  <c:v>38916</c:v>
                </c:pt>
                <c:pt idx="1671">
                  <c:v>38917</c:v>
                </c:pt>
                <c:pt idx="1672">
                  <c:v>38918</c:v>
                </c:pt>
                <c:pt idx="1673">
                  <c:v>38919</c:v>
                </c:pt>
                <c:pt idx="1674">
                  <c:v>38922</c:v>
                </c:pt>
                <c:pt idx="1675">
                  <c:v>38923</c:v>
                </c:pt>
                <c:pt idx="1676">
                  <c:v>38924</c:v>
                </c:pt>
                <c:pt idx="1677">
                  <c:v>38925</c:v>
                </c:pt>
                <c:pt idx="1678">
                  <c:v>38926</c:v>
                </c:pt>
                <c:pt idx="1679">
                  <c:v>38929</c:v>
                </c:pt>
                <c:pt idx="1680">
                  <c:v>38930</c:v>
                </c:pt>
                <c:pt idx="1681">
                  <c:v>38931</c:v>
                </c:pt>
                <c:pt idx="1682">
                  <c:v>38932</c:v>
                </c:pt>
                <c:pt idx="1683">
                  <c:v>38933</c:v>
                </c:pt>
                <c:pt idx="1684">
                  <c:v>38936</c:v>
                </c:pt>
                <c:pt idx="1685">
                  <c:v>38937</c:v>
                </c:pt>
                <c:pt idx="1686">
                  <c:v>38938</c:v>
                </c:pt>
                <c:pt idx="1687">
                  <c:v>38939</c:v>
                </c:pt>
                <c:pt idx="1688">
                  <c:v>38940</c:v>
                </c:pt>
                <c:pt idx="1689">
                  <c:v>38943</c:v>
                </c:pt>
                <c:pt idx="1690">
                  <c:v>38944</c:v>
                </c:pt>
                <c:pt idx="1691">
                  <c:v>38945</c:v>
                </c:pt>
                <c:pt idx="1692">
                  <c:v>38946</c:v>
                </c:pt>
                <c:pt idx="1693">
                  <c:v>38947</c:v>
                </c:pt>
                <c:pt idx="1694">
                  <c:v>38950</c:v>
                </c:pt>
                <c:pt idx="1695">
                  <c:v>38951</c:v>
                </c:pt>
                <c:pt idx="1696">
                  <c:v>38952</c:v>
                </c:pt>
                <c:pt idx="1697">
                  <c:v>38953</c:v>
                </c:pt>
                <c:pt idx="1698">
                  <c:v>38954</c:v>
                </c:pt>
                <c:pt idx="1699">
                  <c:v>38957</c:v>
                </c:pt>
                <c:pt idx="1700">
                  <c:v>38958</c:v>
                </c:pt>
                <c:pt idx="1701">
                  <c:v>38959</c:v>
                </c:pt>
                <c:pt idx="1702">
                  <c:v>38960</c:v>
                </c:pt>
                <c:pt idx="1703">
                  <c:v>38961</c:v>
                </c:pt>
                <c:pt idx="1704">
                  <c:v>38965</c:v>
                </c:pt>
                <c:pt idx="1705">
                  <c:v>38966</c:v>
                </c:pt>
                <c:pt idx="1706">
                  <c:v>38967</c:v>
                </c:pt>
                <c:pt idx="1707">
                  <c:v>38968</c:v>
                </c:pt>
                <c:pt idx="1708">
                  <c:v>38971</c:v>
                </c:pt>
                <c:pt idx="1709">
                  <c:v>38972</c:v>
                </c:pt>
                <c:pt idx="1710">
                  <c:v>38973</c:v>
                </c:pt>
                <c:pt idx="1711">
                  <c:v>38974</c:v>
                </c:pt>
                <c:pt idx="1712">
                  <c:v>38975</c:v>
                </c:pt>
                <c:pt idx="1713">
                  <c:v>38978</c:v>
                </c:pt>
                <c:pt idx="1714">
                  <c:v>38979</c:v>
                </c:pt>
                <c:pt idx="1715">
                  <c:v>38980</c:v>
                </c:pt>
                <c:pt idx="1716">
                  <c:v>38981</c:v>
                </c:pt>
                <c:pt idx="1717">
                  <c:v>38982</c:v>
                </c:pt>
                <c:pt idx="1718">
                  <c:v>38985</c:v>
                </c:pt>
                <c:pt idx="1719">
                  <c:v>38986</c:v>
                </c:pt>
                <c:pt idx="1720">
                  <c:v>38987</c:v>
                </c:pt>
                <c:pt idx="1721">
                  <c:v>38988</c:v>
                </c:pt>
                <c:pt idx="1722">
                  <c:v>38989</c:v>
                </c:pt>
                <c:pt idx="1723">
                  <c:v>38992</c:v>
                </c:pt>
                <c:pt idx="1724">
                  <c:v>38993</c:v>
                </c:pt>
                <c:pt idx="1725">
                  <c:v>38994</c:v>
                </c:pt>
                <c:pt idx="1726">
                  <c:v>38995</c:v>
                </c:pt>
                <c:pt idx="1727">
                  <c:v>38996</c:v>
                </c:pt>
                <c:pt idx="1728">
                  <c:v>38999</c:v>
                </c:pt>
                <c:pt idx="1729">
                  <c:v>39000</c:v>
                </c:pt>
                <c:pt idx="1730">
                  <c:v>39001</c:v>
                </c:pt>
                <c:pt idx="1731">
                  <c:v>39002</c:v>
                </c:pt>
                <c:pt idx="1732">
                  <c:v>39003</c:v>
                </c:pt>
                <c:pt idx="1733">
                  <c:v>39006</c:v>
                </c:pt>
                <c:pt idx="1734">
                  <c:v>39007</c:v>
                </c:pt>
                <c:pt idx="1735">
                  <c:v>39008</c:v>
                </c:pt>
                <c:pt idx="1736">
                  <c:v>39009</c:v>
                </c:pt>
                <c:pt idx="1737">
                  <c:v>39010</c:v>
                </c:pt>
                <c:pt idx="1738">
                  <c:v>39013</c:v>
                </c:pt>
                <c:pt idx="1739">
                  <c:v>39014</c:v>
                </c:pt>
                <c:pt idx="1740">
                  <c:v>39015</c:v>
                </c:pt>
                <c:pt idx="1741">
                  <c:v>39016</c:v>
                </c:pt>
                <c:pt idx="1742">
                  <c:v>39017</c:v>
                </c:pt>
                <c:pt idx="1743">
                  <c:v>39020</c:v>
                </c:pt>
                <c:pt idx="1744">
                  <c:v>39021</c:v>
                </c:pt>
                <c:pt idx="1745">
                  <c:v>39022</c:v>
                </c:pt>
                <c:pt idx="1746">
                  <c:v>39023</c:v>
                </c:pt>
                <c:pt idx="1747">
                  <c:v>39024</c:v>
                </c:pt>
                <c:pt idx="1748">
                  <c:v>39027</c:v>
                </c:pt>
                <c:pt idx="1749">
                  <c:v>39028</c:v>
                </c:pt>
                <c:pt idx="1750">
                  <c:v>39029</c:v>
                </c:pt>
                <c:pt idx="1751">
                  <c:v>39030</c:v>
                </c:pt>
                <c:pt idx="1752">
                  <c:v>39031</c:v>
                </c:pt>
                <c:pt idx="1753">
                  <c:v>39034</c:v>
                </c:pt>
                <c:pt idx="1754">
                  <c:v>39035</c:v>
                </c:pt>
                <c:pt idx="1755">
                  <c:v>39036</c:v>
                </c:pt>
                <c:pt idx="1756">
                  <c:v>39037</c:v>
                </c:pt>
                <c:pt idx="1757">
                  <c:v>39038</c:v>
                </c:pt>
                <c:pt idx="1758">
                  <c:v>39041</c:v>
                </c:pt>
                <c:pt idx="1759">
                  <c:v>39042</c:v>
                </c:pt>
                <c:pt idx="1760">
                  <c:v>39043</c:v>
                </c:pt>
                <c:pt idx="1761">
                  <c:v>39045</c:v>
                </c:pt>
                <c:pt idx="1762">
                  <c:v>39048</c:v>
                </c:pt>
                <c:pt idx="1763">
                  <c:v>39049</c:v>
                </c:pt>
                <c:pt idx="1764">
                  <c:v>39050</c:v>
                </c:pt>
                <c:pt idx="1765">
                  <c:v>39051</c:v>
                </c:pt>
                <c:pt idx="1766">
                  <c:v>39052</c:v>
                </c:pt>
                <c:pt idx="1767">
                  <c:v>39055</c:v>
                </c:pt>
                <c:pt idx="1768">
                  <c:v>39056</c:v>
                </c:pt>
                <c:pt idx="1769">
                  <c:v>39057</c:v>
                </c:pt>
                <c:pt idx="1770">
                  <c:v>39058</c:v>
                </c:pt>
                <c:pt idx="1771">
                  <c:v>39059</c:v>
                </c:pt>
                <c:pt idx="1772">
                  <c:v>39062</c:v>
                </c:pt>
                <c:pt idx="1773">
                  <c:v>39063</c:v>
                </c:pt>
                <c:pt idx="1774">
                  <c:v>39064</c:v>
                </c:pt>
                <c:pt idx="1775">
                  <c:v>39065</c:v>
                </c:pt>
                <c:pt idx="1776">
                  <c:v>39066</c:v>
                </c:pt>
                <c:pt idx="1777">
                  <c:v>39069</c:v>
                </c:pt>
                <c:pt idx="1778">
                  <c:v>39070</c:v>
                </c:pt>
                <c:pt idx="1779">
                  <c:v>39071</c:v>
                </c:pt>
                <c:pt idx="1780">
                  <c:v>39072</c:v>
                </c:pt>
                <c:pt idx="1781">
                  <c:v>39073</c:v>
                </c:pt>
                <c:pt idx="1782">
                  <c:v>39077</c:v>
                </c:pt>
                <c:pt idx="1783">
                  <c:v>39078</c:v>
                </c:pt>
                <c:pt idx="1784">
                  <c:v>39079</c:v>
                </c:pt>
                <c:pt idx="1785">
                  <c:v>39080</c:v>
                </c:pt>
                <c:pt idx="1786">
                  <c:v>39084</c:v>
                </c:pt>
                <c:pt idx="1787">
                  <c:v>39085</c:v>
                </c:pt>
                <c:pt idx="1788">
                  <c:v>39086</c:v>
                </c:pt>
                <c:pt idx="1789">
                  <c:v>39087</c:v>
                </c:pt>
                <c:pt idx="1790">
                  <c:v>39090</c:v>
                </c:pt>
                <c:pt idx="1791">
                  <c:v>39091</c:v>
                </c:pt>
                <c:pt idx="1792">
                  <c:v>39092</c:v>
                </c:pt>
                <c:pt idx="1793">
                  <c:v>39093</c:v>
                </c:pt>
                <c:pt idx="1794">
                  <c:v>39094</c:v>
                </c:pt>
                <c:pt idx="1795">
                  <c:v>39098</c:v>
                </c:pt>
                <c:pt idx="1796">
                  <c:v>39099</c:v>
                </c:pt>
                <c:pt idx="1797">
                  <c:v>39100</c:v>
                </c:pt>
                <c:pt idx="1798">
                  <c:v>39101</c:v>
                </c:pt>
                <c:pt idx="1799">
                  <c:v>39104</c:v>
                </c:pt>
                <c:pt idx="1800">
                  <c:v>39105</c:v>
                </c:pt>
                <c:pt idx="1801">
                  <c:v>39106</c:v>
                </c:pt>
                <c:pt idx="1802">
                  <c:v>39107</c:v>
                </c:pt>
                <c:pt idx="1803">
                  <c:v>39108</c:v>
                </c:pt>
                <c:pt idx="1804">
                  <c:v>39111</c:v>
                </c:pt>
                <c:pt idx="1805">
                  <c:v>39112</c:v>
                </c:pt>
                <c:pt idx="1806">
                  <c:v>39113</c:v>
                </c:pt>
                <c:pt idx="1807">
                  <c:v>39114</c:v>
                </c:pt>
                <c:pt idx="1808">
                  <c:v>39115</c:v>
                </c:pt>
                <c:pt idx="1809">
                  <c:v>39118</c:v>
                </c:pt>
                <c:pt idx="1810">
                  <c:v>39119</c:v>
                </c:pt>
                <c:pt idx="1811">
                  <c:v>39120</c:v>
                </c:pt>
                <c:pt idx="1812">
                  <c:v>39121</c:v>
                </c:pt>
                <c:pt idx="1813">
                  <c:v>39122</c:v>
                </c:pt>
                <c:pt idx="1814">
                  <c:v>39125</c:v>
                </c:pt>
                <c:pt idx="1815">
                  <c:v>39126</c:v>
                </c:pt>
                <c:pt idx="1816">
                  <c:v>39127</c:v>
                </c:pt>
                <c:pt idx="1817">
                  <c:v>39128</c:v>
                </c:pt>
                <c:pt idx="1818">
                  <c:v>39129</c:v>
                </c:pt>
                <c:pt idx="1819">
                  <c:v>39133</c:v>
                </c:pt>
                <c:pt idx="1820">
                  <c:v>39134</c:v>
                </c:pt>
                <c:pt idx="1821">
                  <c:v>39135</c:v>
                </c:pt>
                <c:pt idx="1822">
                  <c:v>39136</c:v>
                </c:pt>
                <c:pt idx="1823">
                  <c:v>39139</c:v>
                </c:pt>
                <c:pt idx="1824">
                  <c:v>39140</c:v>
                </c:pt>
                <c:pt idx="1825">
                  <c:v>39141</c:v>
                </c:pt>
                <c:pt idx="1826">
                  <c:v>39142</c:v>
                </c:pt>
                <c:pt idx="1827">
                  <c:v>39143</c:v>
                </c:pt>
                <c:pt idx="1828">
                  <c:v>39146</c:v>
                </c:pt>
                <c:pt idx="1829">
                  <c:v>39147</c:v>
                </c:pt>
                <c:pt idx="1830">
                  <c:v>39148</c:v>
                </c:pt>
                <c:pt idx="1831">
                  <c:v>39149</c:v>
                </c:pt>
                <c:pt idx="1832">
                  <c:v>39150</c:v>
                </c:pt>
                <c:pt idx="1833">
                  <c:v>39153</c:v>
                </c:pt>
                <c:pt idx="1834">
                  <c:v>39154</c:v>
                </c:pt>
                <c:pt idx="1835">
                  <c:v>39155</c:v>
                </c:pt>
                <c:pt idx="1836">
                  <c:v>39156</c:v>
                </c:pt>
                <c:pt idx="1837">
                  <c:v>39157</c:v>
                </c:pt>
                <c:pt idx="1838">
                  <c:v>39160</c:v>
                </c:pt>
                <c:pt idx="1839">
                  <c:v>39161</c:v>
                </c:pt>
                <c:pt idx="1840">
                  <c:v>39162</c:v>
                </c:pt>
                <c:pt idx="1841">
                  <c:v>39163</c:v>
                </c:pt>
                <c:pt idx="1842">
                  <c:v>39164</c:v>
                </c:pt>
                <c:pt idx="1843">
                  <c:v>39167</c:v>
                </c:pt>
                <c:pt idx="1844">
                  <c:v>39168</c:v>
                </c:pt>
                <c:pt idx="1845">
                  <c:v>39169</c:v>
                </c:pt>
                <c:pt idx="1846">
                  <c:v>39170</c:v>
                </c:pt>
                <c:pt idx="1847">
                  <c:v>39171</c:v>
                </c:pt>
                <c:pt idx="1848">
                  <c:v>39174</c:v>
                </c:pt>
                <c:pt idx="1849">
                  <c:v>39175</c:v>
                </c:pt>
                <c:pt idx="1850">
                  <c:v>39176</c:v>
                </c:pt>
                <c:pt idx="1851">
                  <c:v>39177</c:v>
                </c:pt>
                <c:pt idx="1852">
                  <c:v>39178</c:v>
                </c:pt>
                <c:pt idx="1853">
                  <c:v>39181</c:v>
                </c:pt>
                <c:pt idx="1854">
                  <c:v>39182</c:v>
                </c:pt>
                <c:pt idx="1855">
                  <c:v>39183</c:v>
                </c:pt>
                <c:pt idx="1856">
                  <c:v>39184</c:v>
                </c:pt>
                <c:pt idx="1857">
                  <c:v>39185</c:v>
                </c:pt>
                <c:pt idx="1858">
                  <c:v>39188</c:v>
                </c:pt>
                <c:pt idx="1859">
                  <c:v>39189</c:v>
                </c:pt>
                <c:pt idx="1860">
                  <c:v>39190</c:v>
                </c:pt>
                <c:pt idx="1861">
                  <c:v>39191</c:v>
                </c:pt>
                <c:pt idx="1862">
                  <c:v>39192</c:v>
                </c:pt>
                <c:pt idx="1863">
                  <c:v>39195</c:v>
                </c:pt>
                <c:pt idx="1864">
                  <c:v>39196</c:v>
                </c:pt>
                <c:pt idx="1865">
                  <c:v>39197</c:v>
                </c:pt>
                <c:pt idx="1866">
                  <c:v>39198</c:v>
                </c:pt>
                <c:pt idx="1867">
                  <c:v>39199</c:v>
                </c:pt>
                <c:pt idx="1868">
                  <c:v>39202</c:v>
                </c:pt>
                <c:pt idx="1869">
                  <c:v>39203</c:v>
                </c:pt>
                <c:pt idx="1870">
                  <c:v>39204</c:v>
                </c:pt>
                <c:pt idx="1871">
                  <c:v>39205</c:v>
                </c:pt>
                <c:pt idx="1872">
                  <c:v>39206</c:v>
                </c:pt>
                <c:pt idx="1873">
                  <c:v>39209</c:v>
                </c:pt>
                <c:pt idx="1874">
                  <c:v>39210</c:v>
                </c:pt>
                <c:pt idx="1875">
                  <c:v>39211</c:v>
                </c:pt>
                <c:pt idx="1876">
                  <c:v>39212</c:v>
                </c:pt>
                <c:pt idx="1877">
                  <c:v>39213</c:v>
                </c:pt>
                <c:pt idx="1878">
                  <c:v>39216</c:v>
                </c:pt>
                <c:pt idx="1879">
                  <c:v>39217</c:v>
                </c:pt>
                <c:pt idx="1880">
                  <c:v>39218</c:v>
                </c:pt>
                <c:pt idx="1881">
                  <c:v>39219</c:v>
                </c:pt>
                <c:pt idx="1882">
                  <c:v>39220</c:v>
                </c:pt>
                <c:pt idx="1883">
                  <c:v>39223</c:v>
                </c:pt>
                <c:pt idx="1884">
                  <c:v>39224</c:v>
                </c:pt>
                <c:pt idx="1885">
                  <c:v>39225</c:v>
                </c:pt>
                <c:pt idx="1886">
                  <c:v>39226</c:v>
                </c:pt>
                <c:pt idx="1887">
                  <c:v>39227</c:v>
                </c:pt>
                <c:pt idx="1888">
                  <c:v>39231</c:v>
                </c:pt>
                <c:pt idx="1889">
                  <c:v>39232</c:v>
                </c:pt>
                <c:pt idx="1890">
                  <c:v>39233</c:v>
                </c:pt>
                <c:pt idx="1891">
                  <c:v>39234</c:v>
                </c:pt>
                <c:pt idx="1892">
                  <c:v>39237</c:v>
                </c:pt>
                <c:pt idx="1893">
                  <c:v>39238</c:v>
                </c:pt>
                <c:pt idx="1894">
                  <c:v>39239</c:v>
                </c:pt>
                <c:pt idx="1895">
                  <c:v>39240</c:v>
                </c:pt>
                <c:pt idx="1896">
                  <c:v>39241</c:v>
                </c:pt>
                <c:pt idx="1897">
                  <c:v>39244</c:v>
                </c:pt>
                <c:pt idx="1898">
                  <c:v>39245</c:v>
                </c:pt>
                <c:pt idx="1899">
                  <c:v>39246</c:v>
                </c:pt>
                <c:pt idx="1900">
                  <c:v>39247</c:v>
                </c:pt>
                <c:pt idx="1901">
                  <c:v>39248</c:v>
                </c:pt>
                <c:pt idx="1902">
                  <c:v>39251</c:v>
                </c:pt>
                <c:pt idx="1903">
                  <c:v>39252</c:v>
                </c:pt>
                <c:pt idx="1904">
                  <c:v>39253</c:v>
                </c:pt>
                <c:pt idx="1905">
                  <c:v>39254</c:v>
                </c:pt>
                <c:pt idx="1906">
                  <c:v>39255</c:v>
                </c:pt>
                <c:pt idx="1907">
                  <c:v>39258</c:v>
                </c:pt>
                <c:pt idx="1908">
                  <c:v>39259</c:v>
                </c:pt>
                <c:pt idx="1909">
                  <c:v>39260</c:v>
                </c:pt>
                <c:pt idx="1910">
                  <c:v>39261</c:v>
                </c:pt>
                <c:pt idx="1911">
                  <c:v>39262</c:v>
                </c:pt>
                <c:pt idx="1912">
                  <c:v>39265</c:v>
                </c:pt>
                <c:pt idx="1913">
                  <c:v>39266</c:v>
                </c:pt>
                <c:pt idx="1914">
                  <c:v>39268</c:v>
                </c:pt>
                <c:pt idx="1915">
                  <c:v>39269</c:v>
                </c:pt>
                <c:pt idx="1916">
                  <c:v>39272</c:v>
                </c:pt>
                <c:pt idx="1917">
                  <c:v>39273</c:v>
                </c:pt>
                <c:pt idx="1918">
                  <c:v>39274</c:v>
                </c:pt>
                <c:pt idx="1919">
                  <c:v>39275</c:v>
                </c:pt>
                <c:pt idx="1920">
                  <c:v>39276</c:v>
                </c:pt>
                <c:pt idx="1921">
                  <c:v>39279</c:v>
                </c:pt>
                <c:pt idx="1922">
                  <c:v>39280</c:v>
                </c:pt>
                <c:pt idx="1923">
                  <c:v>39281</c:v>
                </c:pt>
                <c:pt idx="1924">
                  <c:v>39282</c:v>
                </c:pt>
                <c:pt idx="1925">
                  <c:v>39283</c:v>
                </c:pt>
                <c:pt idx="1926">
                  <c:v>39286</c:v>
                </c:pt>
                <c:pt idx="1927">
                  <c:v>39287</c:v>
                </c:pt>
                <c:pt idx="1928">
                  <c:v>39288</c:v>
                </c:pt>
                <c:pt idx="1929">
                  <c:v>39289</c:v>
                </c:pt>
                <c:pt idx="1930">
                  <c:v>39290</c:v>
                </c:pt>
                <c:pt idx="1931">
                  <c:v>39293</c:v>
                </c:pt>
                <c:pt idx="1932">
                  <c:v>39294</c:v>
                </c:pt>
                <c:pt idx="1933">
                  <c:v>39295</c:v>
                </c:pt>
                <c:pt idx="1934">
                  <c:v>39296</c:v>
                </c:pt>
                <c:pt idx="1935">
                  <c:v>39297</c:v>
                </c:pt>
                <c:pt idx="1936">
                  <c:v>39300</c:v>
                </c:pt>
                <c:pt idx="1937">
                  <c:v>39301</c:v>
                </c:pt>
                <c:pt idx="1938">
                  <c:v>39302</c:v>
                </c:pt>
                <c:pt idx="1939">
                  <c:v>39303</c:v>
                </c:pt>
                <c:pt idx="1940">
                  <c:v>39304</c:v>
                </c:pt>
                <c:pt idx="1941">
                  <c:v>39307</c:v>
                </c:pt>
                <c:pt idx="1942">
                  <c:v>39308</c:v>
                </c:pt>
                <c:pt idx="1943">
                  <c:v>39309</c:v>
                </c:pt>
                <c:pt idx="1944">
                  <c:v>39310</c:v>
                </c:pt>
                <c:pt idx="1945">
                  <c:v>39311</c:v>
                </c:pt>
                <c:pt idx="1946">
                  <c:v>39314</c:v>
                </c:pt>
                <c:pt idx="1947">
                  <c:v>39315</c:v>
                </c:pt>
                <c:pt idx="1948">
                  <c:v>39316</c:v>
                </c:pt>
                <c:pt idx="1949">
                  <c:v>39317</c:v>
                </c:pt>
                <c:pt idx="1950">
                  <c:v>39318</c:v>
                </c:pt>
                <c:pt idx="1951">
                  <c:v>39321</c:v>
                </c:pt>
                <c:pt idx="1952">
                  <c:v>39322</c:v>
                </c:pt>
                <c:pt idx="1953">
                  <c:v>39323</c:v>
                </c:pt>
                <c:pt idx="1954">
                  <c:v>39324</c:v>
                </c:pt>
                <c:pt idx="1955">
                  <c:v>39325</c:v>
                </c:pt>
                <c:pt idx="1956">
                  <c:v>39329</c:v>
                </c:pt>
                <c:pt idx="1957">
                  <c:v>39330</c:v>
                </c:pt>
                <c:pt idx="1958">
                  <c:v>39331</c:v>
                </c:pt>
                <c:pt idx="1959">
                  <c:v>39332</c:v>
                </c:pt>
                <c:pt idx="1960">
                  <c:v>39335</c:v>
                </c:pt>
                <c:pt idx="1961">
                  <c:v>39336</c:v>
                </c:pt>
                <c:pt idx="1962">
                  <c:v>39337</c:v>
                </c:pt>
                <c:pt idx="1963">
                  <c:v>39338</c:v>
                </c:pt>
                <c:pt idx="1964">
                  <c:v>39339</c:v>
                </c:pt>
                <c:pt idx="1965">
                  <c:v>39342</c:v>
                </c:pt>
                <c:pt idx="1966">
                  <c:v>39343</c:v>
                </c:pt>
                <c:pt idx="1967">
                  <c:v>39344</c:v>
                </c:pt>
                <c:pt idx="1968">
                  <c:v>39345</c:v>
                </c:pt>
                <c:pt idx="1969">
                  <c:v>39346</c:v>
                </c:pt>
                <c:pt idx="1970">
                  <c:v>39349</c:v>
                </c:pt>
                <c:pt idx="1971">
                  <c:v>39350</c:v>
                </c:pt>
                <c:pt idx="1972">
                  <c:v>39351</c:v>
                </c:pt>
                <c:pt idx="1973">
                  <c:v>39352</c:v>
                </c:pt>
                <c:pt idx="1974">
                  <c:v>39353</c:v>
                </c:pt>
                <c:pt idx="1975">
                  <c:v>39356</c:v>
                </c:pt>
                <c:pt idx="1976">
                  <c:v>39357</c:v>
                </c:pt>
                <c:pt idx="1977">
                  <c:v>39358</c:v>
                </c:pt>
                <c:pt idx="1978">
                  <c:v>39359</c:v>
                </c:pt>
                <c:pt idx="1979">
                  <c:v>39360</c:v>
                </c:pt>
                <c:pt idx="1980">
                  <c:v>39363</c:v>
                </c:pt>
                <c:pt idx="1981">
                  <c:v>39364</c:v>
                </c:pt>
                <c:pt idx="1982">
                  <c:v>39365</c:v>
                </c:pt>
                <c:pt idx="1983">
                  <c:v>39366</c:v>
                </c:pt>
                <c:pt idx="1984">
                  <c:v>39367</c:v>
                </c:pt>
                <c:pt idx="1985">
                  <c:v>39370</c:v>
                </c:pt>
                <c:pt idx="1986">
                  <c:v>39371</c:v>
                </c:pt>
                <c:pt idx="1987">
                  <c:v>39372</c:v>
                </c:pt>
                <c:pt idx="1988">
                  <c:v>39373</c:v>
                </c:pt>
                <c:pt idx="1989">
                  <c:v>39374</c:v>
                </c:pt>
                <c:pt idx="1990">
                  <c:v>39377</c:v>
                </c:pt>
                <c:pt idx="1991">
                  <c:v>39378</c:v>
                </c:pt>
                <c:pt idx="1992">
                  <c:v>39379</c:v>
                </c:pt>
                <c:pt idx="1993">
                  <c:v>39380</c:v>
                </c:pt>
                <c:pt idx="1994">
                  <c:v>39381</c:v>
                </c:pt>
                <c:pt idx="1995">
                  <c:v>39384</c:v>
                </c:pt>
                <c:pt idx="1996">
                  <c:v>39385</c:v>
                </c:pt>
                <c:pt idx="1997">
                  <c:v>39386</c:v>
                </c:pt>
                <c:pt idx="1998">
                  <c:v>39387</c:v>
                </c:pt>
                <c:pt idx="1999">
                  <c:v>39388</c:v>
                </c:pt>
                <c:pt idx="2000">
                  <c:v>39391</c:v>
                </c:pt>
                <c:pt idx="2001">
                  <c:v>39392</c:v>
                </c:pt>
                <c:pt idx="2002">
                  <c:v>39393</c:v>
                </c:pt>
                <c:pt idx="2003">
                  <c:v>39394</c:v>
                </c:pt>
                <c:pt idx="2004">
                  <c:v>39395</c:v>
                </c:pt>
                <c:pt idx="2005">
                  <c:v>39398</c:v>
                </c:pt>
                <c:pt idx="2006">
                  <c:v>39399</c:v>
                </c:pt>
                <c:pt idx="2007">
                  <c:v>39400</c:v>
                </c:pt>
                <c:pt idx="2008">
                  <c:v>39401</c:v>
                </c:pt>
                <c:pt idx="2009">
                  <c:v>39402</c:v>
                </c:pt>
                <c:pt idx="2010">
                  <c:v>39405</c:v>
                </c:pt>
                <c:pt idx="2011">
                  <c:v>39406</c:v>
                </c:pt>
                <c:pt idx="2012">
                  <c:v>39407</c:v>
                </c:pt>
                <c:pt idx="2013">
                  <c:v>39409</c:v>
                </c:pt>
                <c:pt idx="2014">
                  <c:v>39412</c:v>
                </c:pt>
                <c:pt idx="2015">
                  <c:v>39413</c:v>
                </c:pt>
                <c:pt idx="2016">
                  <c:v>39414</c:v>
                </c:pt>
                <c:pt idx="2017">
                  <c:v>39415</c:v>
                </c:pt>
                <c:pt idx="2018">
                  <c:v>39416</c:v>
                </c:pt>
                <c:pt idx="2019">
                  <c:v>39419</c:v>
                </c:pt>
                <c:pt idx="2020">
                  <c:v>39420</c:v>
                </c:pt>
                <c:pt idx="2021">
                  <c:v>39421</c:v>
                </c:pt>
                <c:pt idx="2022">
                  <c:v>39422</c:v>
                </c:pt>
                <c:pt idx="2023">
                  <c:v>39423</c:v>
                </c:pt>
                <c:pt idx="2024">
                  <c:v>39426</c:v>
                </c:pt>
                <c:pt idx="2025">
                  <c:v>39427</c:v>
                </c:pt>
                <c:pt idx="2026">
                  <c:v>39428</c:v>
                </c:pt>
                <c:pt idx="2027">
                  <c:v>39429</c:v>
                </c:pt>
                <c:pt idx="2028">
                  <c:v>39430</c:v>
                </c:pt>
                <c:pt idx="2029">
                  <c:v>39433</c:v>
                </c:pt>
                <c:pt idx="2030">
                  <c:v>39434</c:v>
                </c:pt>
                <c:pt idx="2031">
                  <c:v>39435</c:v>
                </c:pt>
                <c:pt idx="2032">
                  <c:v>39436</c:v>
                </c:pt>
                <c:pt idx="2033">
                  <c:v>39437</c:v>
                </c:pt>
                <c:pt idx="2034">
                  <c:v>39440</c:v>
                </c:pt>
                <c:pt idx="2035">
                  <c:v>39442</c:v>
                </c:pt>
                <c:pt idx="2036">
                  <c:v>39443</c:v>
                </c:pt>
                <c:pt idx="2037">
                  <c:v>39444</c:v>
                </c:pt>
                <c:pt idx="2038">
                  <c:v>39447</c:v>
                </c:pt>
                <c:pt idx="2039">
                  <c:v>39449</c:v>
                </c:pt>
                <c:pt idx="2040">
                  <c:v>39450</c:v>
                </c:pt>
                <c:pt idx="2041">
                  <c:v>39451</c:v>
                </c:pt>
                <c:pt idx="2042">
                  <c:v>39454</c:v>
                </c:pt>
                <c:pt idx="2043">
                  <c:v>39455</c:v>
                </c:pt>
                <c:pt idx="2044">
                  <c:v>39456</c:v>
                </c:pt>
                <c:pt idx="2045">
                  <c:v>39457</c:v>
                </c:pt>
                <c:pt idx="2046">
                  <c:v>39458</c:v>
                </c:pt>
                <c:pt idx="2047">
                  <c:v>39461</c:v>
                </c:pt>
                <c:pt idx="2048">
                  <c:v>39462</c:v>
                </c:pt>
                <c:pt idx="2049">
                  <c:v>39463</c:v>
                </c:pt>
                <c:pt idx="2050">
                  <c:v>39464</c:v>
                </c:pt>
                <c:pt idx="2051">
                  <c:v>39465</c:v>
                </c:pt>
                <c:pt idx="2052">
                  <c:v>39469</c:v>
                </c:pt>
                <c:pt idx="2053">
                  <c:v>39470</c:v>
                </c:pt>
                <c:pt idx="2054">
                  <c:v>39471</c:v>
                </c:pt>
                <c:pt idx="2055">
                  <c:v>39472</c:v>
                </c:pt>
                <c:pt idx="2056">
                  <c:v>39475</c:v>
                </c:pt>
                <c:pt idx="2057">
                  <c:v>39476</c:v>
                </c:pt>
                <c:pt idx="2058">
                  <c:v>39477</c:v>
                </c:pt>
                <c:pt idx="2059">
                  <c:v>39478</c:v>
                </c:pt>
                <c:pt idx="2060">
                  <c:v>39479</c:v>
                </c:pt>
                <c:pt idx="2061">
                  <c:v>39482</c:v>
                </c:pt>
                <c:pt idx="2062">
                  <c:v>39483</c:v>
                </c:pt>
                <c:pt idx="2063">
                  <c:v>39484</c:v>
                </c:pt>
                <c:pt idx="2064">
                  <c:v>39485</c:v>
                </c:pt>
                <c:pt idx="2065">
                  <c:v>39486</c:v>
                </c:pt>
                <c:pt idx="2066">
                  <c:v>39489</c:v>
                </c:pt>
                <c:pt idx="2067">
                  <c:v>39490</c:v>
                </c:pt>
                <c:pt idx="2068">
                  <c:v>39491</c:v>
                </c:pt>
                <c:pt idx="2069">
                  <c:v>39492</c:v>
                </c:pt>
                <c:pt idx="2070">
                  <c:v>39493</c:v>
                </c:pt>
                <c:pt idx="2071">
                  <c:v>39497</c:v>
                </c:pt>
                <c:pt idx="2072">
                  <c:v>39498</c:v>
                </c:pt>
                <c:pt idx="2073">
                  <c:v>39499</c:v>
                </c:pt>
                <c:pt idx="2074">
                  <c:v>39500</c:v>
                </c:pt>
                <c:pt idx="2075">
                  <c:v>39503</c:v>
                </c:pt>
                <c:pt idx="2076">
                  <c:v>39504</c:v>
                </c:pt>
                <c:pt idx="2077">
                  <c:v>39505</c:v>
                </c:pt>
                <c:pt idx="2078">
                  <c:v>39506</c:v>
                </c:pt>
                <c:pt idx="2079">
                  <c:v>39507</c:v>
                </c:pt>
                <c:pt idx="2080">
                  <c:v>39510</c:v>
                </c:pt>
                <c:pt idx="2081">
                  <c:v>39511</c:v>
                </c:pt>
                <c:pt idx="2082">
                  <c:v>39512</c:v>
                </c:pt>
                <c:pt idx="2083">
                  <c:v>39513</c:v>
                </c:pt>
                <c:pt idx="2084">
                  <c:v>39514</c:v>
                </c:pt>
                <c:pt idx="2085">
                  <c:v>39517</c:v>
                </c:pt>
                <c:pt idx="2086">
                  <c:v>39518</c:v>
                </c:pt>
                <c:pt idx="2087">
                  <c:v>39519</c:v>
                </c:pt>
                <c:pt idx="2088">
                  <c:v>39520</c:v>
                </c:pt>
                <c:pt idx="2089">
                  <c:v>39521</c:v>
                </c:pt>
                <c:pt idx="2090">
                  <c:v>39524</c:v>
                </c:pt>
                <c:pt idx="2091">
                  <c:v>39525</c:v>
                </c:pt>
                <c:pt idx="2092">
                  <c:v>39526</c:v>
                </c:pt>
                <c:pt idx="2093">
                  <c:v>39527</c:v>
                </c:pt>
                <c:pt idx="2094">
                  <c:v>39528</c:v>
                </c:pt>
                <c:pt idx="2095">
                  <c:v>39531</c:v>
                </c:pt>
                <c:pt idx="2096">
                  <c:v>39532</c:v>
                </c:pt>
                <c:pt idx="2097">
                  <c:v>39533</c:v>
                </c:pt>
                <c:pt idx="2098">
                  <c:v>39534</c:v>
                </c:pt>
                <c:pt idx="2099">
                  <c:v>39535</c:v>
                </c:pt>
                <c:pt idx="2100">
                  <c:v>39538</c:v>
                </c:pt>
                <c:pt idx="2101">
                  <c:v>39539</c:v>
                </c:pt>
                <c:pt idx="2102">
                  <c:v>39540</c:v>
                </c:pt>
                <c:pt idx="2103">
                  <c:v>39541</c:v>
                </c:pt>
                <c:pt idx="2104">
                  <c:v>39542</c:v>
                </c:pt>
                <c:pt idx="2105">
                  <c:v>39545</c:v>
                </c:pt>
                <c:pt idx="2106">
                  <c:v>39546</c:v>
                </c:pt>
                <c:pt idx="2107">
                  <c:v>39547</c:v>
                </c:pt>
                <c:pt idx="2108">
                  <c:v>39548</c:v>
                </c:pt>
                <c:pt idx="2109">
                  <c:v>39549</c:v>
                </c:pt>
                <c:pt idx="2110">
                  <c:v>39552</c:v>
                </c:pt>
                <c:pt idx="2111">
                  <c:v>39553</c:v>
                </c:pt>
                <c:pt idx="2112">
                  <c:v>39554</c:v>
                </c:pt>
                <c:pt idx="2113">
                  <c:v>39555</c:v>
                </c:pt>
                <c:pt idx="2114">
                  <c:v>39556</c:v>
                </c:pt>
                <c:pt idx="2115">
                  <c:v>39559</c:v>
                </c:pt>
                <c:pt idx="2116">
                  <c:v>39560</c:v>
                </c:pt>
                <c:pt idx="2117">
                  <c:v>39561</c:v>
                </c:pt>
                <c:pt idx="2118">
                  <c:v>39562</c:v>
                </c:pt>
                <c:pt idx="2119">
                  <c:v>39563</c:v>
                </c:pt>
                <c:pt idx="2120">
                  <c:v>39566</c:v>
                </c:pt>
                <c:pt idx="2121">
                  <c:v>39567</c:v>
                </c:pt>
                <c:pt idx="2122">
                  <c:v>39568</c:v>
                </c:pt>
                <c:pt idx="2123">
                  <c:v>39569</c:v>
                </c:pt>
                <c:pt idx="2124">
                  <c:v>39570</c:v>
                </c:pt>
                <c:pt idx="2125">
                  <c:v>39573</c:v>
                </c:pt>
                <c:pt idx="2126">
                  <c:v>39574</c:v>
                </c:pt>
                <c:pt idx="2127">
                  <c:v>39575</c:v>
                </c:pt>
                <c:pt idx="2128">
                  <c:v>39576</c:v>
                </c:pt>
                <c:pt idx="2129">
                  <c:v>39577</c:v>
                </c:pt>
                <c:pt idx="2130">
                  <c:v>39580</c:v>
                </c:pt>
                <c:pt idx="2131">
                  <c:v>39581</c:v>
                </c:pt>
                <c:pt idx="2132">
                  <c:v>39582</c:v>
                </c:pt>
                <c:pt idx="2133">
                  <c:v>39583</c:v>
                </c:pt>
                <c:pt idx="2134">
                  <c:v>39584</c:v>
                </c:pt>
                <c:pt idx="2135">
                  <c:v>39587</c:v>
                </c:pt>
                <c:pt idx="2136">
                  <c:v>39588</c:v>
                </c:pt>
                <c:pt idx="2137">
                  <c:v>39589</c:v>
                </c:pt>
                <c:pt idx="2138">
                  <c:v>39590</c:v>
                </c:pt>
                <c:pt idx="2139">
                  <c:v>39591</c:v>
                </c:pt>
                <c:pt idx="2140">
                  <c:v>39595</c:v>
                </c:pt>
                <c:pt idx="2141">
                  <c:v>39596</c:v>
                </c:pt>
                <c:pt idx="2142">
                  <c:v>39597</c:v>
                </c:pt>
                <c:pt idx="2143">
                  <c:v>39598</c:v>
                </c:pt>
                <c:pt idx="2144">
                  <c:v>39601</c:v>
                </c:pt>
                <c:pt idx="2145">
                  <c:v>39602</c:v>
                </c:pt>
                <c:pt idx="2146">
                  <c:v>39603</c:v>
                </c:pt>
                <c:pt idx="2147">
                  <c:v>39604</c:v>
                </c:pt>
                <c:pt idx="2148">
                  <c:v>39605</c:v>
                </c:pt>
                <c:pt idx="2149">
                  <c:v>39608</c:v>
                </c:pt>
                <c:pt idx="2150">
                  <c:v>39609</c:v>
                </c:pt>
                <c:pt idx="2151">
                  <c:v>39610</c:v>
                </c:pt>
                <c:pt idx="2152">
                  <c:v>39611</c:v>
                </c:pt>
                <c:pt idx="2153">
                  <c:v>39612</c:v>
                </c:pt>
                <c:pt idx="2154">
                  <c:v>39615</c:v>
                </c:pt>
                <c:pt idx="2155">
                  <c:v>39616</c:v>
                </c:pt>
                <c:pt idx="2156">
                  <c:v>39617</c:v>
                </c:pt>
                <c:pt idx="2157">
                  <c:v>39618</c:v>
                </c:pt>
                <c:pt idx="2158">
                  <c:v>39619</c:v>
                </c:pt>
                <c:pt idx="2159">
                  <c:v>39622</c:v>
                </c:pt>
                <c:pt idx="2160">
                  <c:v>39623</c:v>
                </c:pt>
                <c:pt idx="2161">
                  <c:v>39624</c:v>
                </c:pt>
                <c:pt idx="2162">
                  <c:v>39625</c:v>
                </c:pt>
                <c:pt idx="2163">
                  <c:v>39626</c:v>
                </c:pt>
                <c:pt idx="2164">
                  <c:v>39629</c:v>
                </c:pt>
                <c:pt idx="2165">
                  <c:v>39630</c:v>
                </c:pt>
                <c:pt idx="2166">
                  <c:v>39631</c:v>
                </c:pt>
                <c:pt idx="2167">
                  <c:v>39632</c:v>
                </c:pt>
                <c:pt idx="2168">
                  <c:v>39636</c:v>
                </c:pt>
                <c:pt idx="2169">
                  <c:v>39637</c:v>
                </c:pt>
                <c:pt idx="2170">
                  <c:v>39638</c:v>
                </c:pt>
                <c:pt idx="2171">
                  <c:v>39639</c:v>
                </c:pt>
                <c:pt idx="2172">
                  <c:v>39640</c:v>
                </c:pt>
                <c:pt idx="2173">
                  <c:v>39643</c:v>
                </c:pt>
                <c:pt idx="2174">
                  <c:v>39644</c:v>
                </c:pt>
                <c:pt idx="2175">
                  <c:v>39645</c:v>
                </c:pt>
                <c:pt idx="2176">
                  <c:v>39646</c:v>
                </c:pt>
                <c:pt idx="2177">
                  <c:v>39647</c:v>
                </c:pt>
                <c:pt idx="2178">
                  <c:v>39650</c:v>
                </c:pt>
                <c:pt idx="2179">
                  <c:v>39651</c:v>
                </c:pt>
                <c:pt idx="2180">
                  <c:v>39652</c:v>
                </c:pt>
                <c:pt idx="2181">
                  <c:v>39653</c:v>
                </c:pt>
                <c:pt idx="2182">
                  <c:v>39654</c:v>
                </c:pt>
                <c:pt idx="2183">
                  <c:v>39657</c:v>
                </c:pt>
                <c:pt idx="2184">
                  <c:v>39658</c:v>
                </c:pt>
                <c:pt idx="2185">
                  <c:v>39659</c:v>
                </c:pt>
                <c:pt idx="2186">
                  <c:v>39660</c:v>
                </c:pt>
                <c:pt idx="2187">
                  <c:v>39661</c:v>
                </c:pt>
                <c:pt idx="2188">
                  <c:v>39664</c:v>
                </c:pt>
                <c:pt idx="2189">
                  <c:v>39665</c:v>
                </c:pt>
                <c:pt idx="2190">
                  <c:v>39666</c:v>
                </c:pt>
                <c:pt idx="2191">
                  <c:v>39667</c:v>
                </c:pt>
                <c:pt idx="2192">
                  <c:v>39668</c:v>
                </c:pt>
                <c:pt idx="2193">
                  <c:v>39671</c:v>
                </c:pt>
                <c:pt idx="2194">
                  <c:v>39672</c:v>
                </c:pt>
                <c:pt idx="2195">
                  <c:v>39673</c:v>
                </c:pt>
                <c:pt idx="2196">
                  <c:v>39674</c:v>
                </c:pt>
                <c:pt idx="2197">
                  <c:v>39675</c:v>
                </c:pt>
                <c:pt idx="2198">
                  <c:v>39678</c:v>
                </c:pt>
                <c:pt idx="2199">
                  <c:v>39679</c:v>
                </c:pt>
                <c:pt idx="2200">
                  <c:v>39680</c:v>
                </c:pt>
                <c:pt idx="2201">
                  <c:v>39681</c:v>
                </c:pt>
                <c:pt idx="2202">
                  <c:v>39682</c:v>
                </c:pt>
                <c:pt idx="2203">
                  <c:v>39685</c:v>
                </c:pt>
                <c:pt idx="2204">
                  <c:v>39686</c:v>
                </c:pt>
                <c:pt idx="2205">
                  <c:v>39687</c:v>
                </c:pt>
                <c:pt idx="2206">
                  <c:v>39688</c:v>
                </c:pt>
                <c:pt idx="2207">
                  <c:v>39689</c:v>
                </c:pt>
                <c:pt idx="2208">
                  <c:v>39693</c:v>
                </c:pt>
                <c:pt idx="2209">
                  <c:v>39694</c:v>
                </c:pt>
                <c:pt idx="2210">
                  <c:v>39695</c:v>
                </c:pt>
                <c:pt idx="2211">
                  <c:v>39696</c:v>
                </c:pt>
                <c:pt idx="2212">
                  <c:v>39699</c:v>
                </c:pt>
                <c:pt idx="2213">
                  <c:v>39700</c:v>
                </c:pt>
                <c:pt idx="2214">
                  <c:v>39701</c:v>
                </c:pt>
                <c:pt idx="2215">
                  <c:v>39702</c:v>
                </c:pt>
                <c:pt idx="2216">
                  <c:v>39703</c:v>
                </c:pt>
                <c:pt idx="2217">
                  <c:v>39706</c:v>
                </c:pt>
                <c:pt idx="2218">
                  <c:v>39707</c:v>
                </c:pt>
                <c:pt idx="2219">
                  <c:v>39708</c:v>
                </c:pt>
                <c:pt idx="2220">
                  <c:v>39709</c:v>
                </c:pt>
                <c:pt idx="2221">
                  <c:v>39710</c:v>
                </c:pt>
                <c:pt idx="2222">
                  <c:v>39713</c:v>
                </c:pt>
                <c:pt idx="2223">
                  <c:v>39714</c:v>
                </c:pt>
                <c:pt idx="2224">
                  <c:v>39715</c:v>
                </c:pt>
                <c:pt idx="2225">
                  <c:v>39716</c:v>
                </c:pt>
                <c:pt idx="2226">
                  <c:v>39717</c:v>
                </c:pt>
                <c:pt idx="2227">
                  <c:v>39720</c:v>
                </c:pt>
                <c:pt idx="2228">
                  <c:v>39721</c:v>
                </c:pt>
                <c:pt idx="2229">
                  <c:v>39722</c:v>
                </c:pt>
                <c:pt idx="2230">
                  <c:v>39723</c:v>
                </c:pt>
                <c:pt idx="2231">
                  <c:v>39724</c:v>
                </c:pt>
                <c:pt idx="2232">
                  <c:v>39727</c:v>
                </c:pt>
                <c:pt idx="2233">
                  <c:v>39728</c:v>
                </c:pt>
                <c:pt idx="2234">
                  <c:v>39729</c:v>
                </c:pt>
                <c:pt idx="2235">
                  <c:v>39730</c:v>
                </c:pt>
                <c:pt idx="2236">
                  <c:v>39731</c:v>
                </c:pt>
                <c:pt idx="2237">
                  <c:v>39734</c:v>
                </c:pt>
                <c:pt idx="2238">
                  <c:v>39735</c:v>
                </c:pt>
                <c:pt idx="2239">
                  <c:v>39736</c:v>
                </c:pt>
                <c:pt idx="2240">
                  <c:v>39737</c:v>
                </c:pt>
                <c:pt idx="2241">
                  <c:v>39738</c:v>
                </c:pt>
                <c:pt idx="2242">
                  <c:v>39741</c:v>
                </c:pt>
                <c:pt idx="2243">
                  <c:v>39742</c:v>
                </c:pt>
                <c:pt idx="2244">
                  <c:v>39743</c:v>
                </c:pt>
                <c:pt idx="2245">
                  <c:v>39744</c:v>
                </c:pt>
                <c:pt idx="2246">
                  <c:v>39745</c:v>
                </c:pt>
                <c:pt idx="2247">
                  <c:v>39748</c:v>
                </c:pt>
                <c:pt idx="2248">
                  <c:v>39749</c:v>
                </c:pt>
                <c:pt idx="2249">
                  <c:v>39750</c:v>
                </c:pt>
                <c:pt idx="2250">
                  <c:v>39751</c:v>
                </c:pt>
                <c:pt idx="2251">
                  <c:v>39752</c:v>
                </c:pt>
                <c:pt idx="2252">
                  <c:v>39755</c:v>
                </c:pt>
                <c:pt idx="2253">
                  <c:v>39756</c:v>
                </c:pt>
                <c:pt idx="2254">
                  <c:v>39757</c:v>
                </c:pt>
                <c:pt idx="2255">
                  <c:v>39758</c:v>
                </c:pt>
                <c:pt idx="2256">
                  <c:v>39759</c:v>
                </c:pt>
                <c:pt idx="2257">
                  <c:v>39762</c:v>
                </c:pt>
                <c:pt idx="2258">
                  <c:v>39763</c:v>
                </c:pt>
                <c:pt idx="2259">
                  <c:v>39764</c:v>
                </c:pt>
                <c:pt idx="2260">
                  <c:v>39765</c:v>
                </c:pt>
                <c:pt idx="2261">
                  <c:v>39766</c:v>
                </c:pt>
                <c:pt idx="2262">
                  <c:v>39769</c:v>
                </c:pt>
                <c:pt idx="2263">
                  <c:v>39770</c:v>
                </c:pt>
                <c:pt idx="2264">
                  <c:v>39771</c:v>
                </c:pt>
                <c:pt idx="2265">
                  <c:v>39772</c:v>
                </c:pt>
                <c:pt idx="2266">
                  <c:v>39773</c:v>
                </c:pt>
                <c:pt idx="2267">
                  <c:v>39776</c:v>
                </c:pt>
                <c:pt idx="2268">
                  <c:v>39777</c:v>
                </c:pt>
                <c:pt idx="2269">
                  <c:v>39778</c:v>
                </c:pt>
                <c:pt idx="2270">
                  <c:v>39780</c:v>
                </c:pt>
                <c:pt idx="2271">
                  <c:v>39783</c:v>
                </c:pt>
                <c:pt idx="2272">
                  <c:v>39784</c:v>
                </c:pt>
                <c:pt idx="2273">
                  <c:v>39785</c:v>
                </c:pt>
                <c:pt idx="2274">
                  <c:v>39786</c:v>
                </c:pt>
                <c:pt idx="2275">
                  <c:v>39787</c:v>
                </c:pt>
                <c:pt idx="2276">
                  <c:v>39790</c:v>
                </c:pt>
                <c:pt idx="2277">
                  <c:v>39791</c:v>
                </c:pt>
                <c:pt idx="2278">
                  <c:v>39792</c:v>
                </c:pt>
                <c:pt idx="2279">
                  <c:v>39793</c:v>
                </c:pt>
                <c:pt idx="2280">
                  <c:v>39794</c:v>
                </c:pt>
                <c:pt idx="2281">
                  <c:v>39797</c:v>
                </c:pt>
                <c:pt idx="2282">
                  <c:v>39798</c:v>
                </c:pt>
                <c:pt idx="2283">
                  <c:v>39799</c:v>
                </c:pt>
                <c:pt idx="2284">
                  <c:v>39800</c:v>
                </c:pt>
                <c:pt idx="2285">
                  <c:v>39801</c:v>
                </c:pt>
                <c:pt idx="2286">
                  <c:v>39804</c:v>
                </c:pt>
                <c:pt idx="2287">
                  <c:v>39805</c:v>
                </c:pt>
                <c:pt idx="2288">
                  <c:v>39806</c:v>
                </c:pt>
                <c:pt idx="2289">
                  <c:v>39807</c:v>
                </c:pt>
                <c:pt idx="2290">
                  <c:v>39808</c:v>
                </c:pt>
                <c:pt idx="2291">
                  <c:v>39811</c:v>
                </c:pt>
                <c:pt idx="2292">
                  <c:v>39812</c:v>
                </c:pt>
                <c:pt idx="2293">
                  <c:v>39813</c:v>
                </c:pt>
                <c:pt idx="2294">
                  <c:v>39814</c:v>
                </c:pt>
                <c:pt idx="2295">
                  <c:v>39815</c:v>
                </c:pt>
                <c:pt idx="2296">
                  <c:v>39818</c:v>
                </c:pt>
                <c:pt idx="2297">
                  <c:v>39819</c:v>
                </c:pt>
                <c:pt idx="2298">
                  <c:v>39820</c:v>
                </c:pt>
                <c:pt idx="2299">
                  <c:v>39821</c:v>
                </c:pt>
                <c:pt idx="2300">
                  <c:v>39822</c:v>
                </c:pt>
                <c:pt idx="2301">
                  <c:v>39825</c:v>
                </c:pt>
                <c:pt idx="2302">
                  <c:v>39826</c:v>
                </c:pt>
                <c:pt idx="2303">
                  <c:v>39827</c:v>
                </c:pt>
                <c:pt idx="2304">
                  <c:v>39828</c:v>
                </c:pt>
                <c:pt idx="2305">
                  <c:v>39829</c:v>
                </c:pt>
                <c:pt idx="2306">
                  <c:v>39832</c:v>
                </c:pt>
                <c:pt idx="2307">
                  <c:v>39833</c:v>
                </c:pt>
                <c:pt idx="2308">
                  <c:v>39834</c:v>
                </c:pt>
                <c:pt idx="2309">
                  <c:v>39835</c:v>
                </c:pt>
                <c:pt idx="2310">
                  <c:v>39836</c:v>
                </c:pt>
                <c:pt idx="2311">
                  <c:v>39839</c:v>
                </c:pt>
                <c:pt idx="2312">
                  <c:v>39840</c:v>
                </c:pt>
                <c:pt idx="2313">
                  <c:v>39841</c:v>
                </c:pt>
                <c:pt idx="2314">
                  <c:v>39842</c:v>
                </c:pt>
                <c:pt idx="2315">
                  <c:v>39843</c:v>
                </c:pt>
                <c:pt idx="2316">
                  <c:v>39846</c:v>
                </c:pt>
                <c:pt idx="2317">
                  <c:v>39847</c:v>
                </c:pt>
                <c:pt idx="2318">
                  <c:v>39848</c:v>
                </c:pt>
                <c:pt idx="2319">
                  <c:v>39849</c:v>
                </c:pt>
                <c:pt idx="2320">
                  <c:v>39850</c:v>
                </c:pt>
                <c:pt idx="2321">
                  <c:v>39853</c:v>
                </c:pt>
                <c:pt idx="2322">
                  <c:v>39854</c:v>
                </c:pt>
                <c:pt idx="2323">
                  <c:v>39855</c:v>
                </c:pt>
                <c:pt idx="2324">
                  <c:v>39856</c:v>
                </c:pt>
                <c:pt idx="2325">
                  <c:v>39857</c:v>
                </c:pt>
                <c:pt idx="2326">
                  <c:v>39860</c:v>
                </c:pt>
                <c:pt idx="2327">
                  <c:v>39861</c:v>
                </c:pt>
                <c:pt idx="2328">
                  <c:v>39862</c:v>
                </c:pt>
                <c:pt idx="2329">
                  <c:v>39863</c:v>
                </c:pt>
                <c:pt idx="2330">
                  <c:v>39864</c:v>
                </c:pt>
                <c:pt idx="2331">
                  <c:v>39867</c:v>
                </c:pt>
                <c:pt idx="2332">
                  <c:v>39868</c:v>
                </c:pt>
                <c:pt idx="2333">
                  <c:v>39869</c:v>
                </c:pt>
                <c:pt idx="2334">
                  <c:v>39870</c:v>
                </c:pt>
                <c:pt idx="2335">
                  <c:v>39871</c:v>
                </c:pt>
                <c:pt idx="2336">
                  <c:v>39874</c:v>
                </c:pt>
                <c:pt idx="2337">
                  <c:v>39875</c:v>
                </c:pt>
                <c:pt idx="2338">
                  <c:v>39876</c:v>
                </c:pt>
                <c:pt idx="2339">
                  <c:v>39877</c:v>
                </c:pt>
                <c:pt idx="2340">
                  <c:v>39878</c:v>
                </c:pt>
                <c:pt idx="2341">
                  <c:v>39881</c:v>
                </c:pt>
                <c:pt idx="2342">
                  <c:v>39882</c:v>
                </c:pt>
                <c:pt idx="2343">
                  <c:v>39883</c:v>
                </c:pt>
                <c:pt idx="2344">
                  <c:v>39884</c:v>
                </c:pt>
                <c:pt idx="2345">
                  <c:v>39885</c:v>
                </c:pt>
                <c:pt idx="2346">
                  <c:v>39888</c:v>
                </c:pt>
                <c:pt idx="2347">
                  <c:v>39889</c:v>
                </c:pt>
                <c:pt idx="2348">
                  <c:v>39890</c:v>
                </c:pt>
                <c:pt idx="2349">
                  <c:v>39891</c:v>
                </c:pt>
                <c:pt idx="2350">
                  <c:v>39892</c:v>
                </c:pt>
                <c:pt idx="2351">
                  <c:v>39895</c:v>
                </c:pt>
                <c:pt idx="2352">
                  <c:v>39896</c:v>
                </c:pt>
                <c:pt idx="2353">
                  <c:v>39897</c:v>
                </c:pt>
                <c:pt idx="2354">
                  <c:v>39898</c:v>
                </c:pt>
                <c:pt idx="2355">
                  <c:v>39899</c:v>
                </c:pt>
                <c:pt idx="2356">
                  <c:v>39902</c:v>
                </c:pt>
                <c:pt idx="2357">
                  <c:v>39903</c:v>
                </c:pt>
                <c:pt idx="2358">
                  <c:v>39904</c:v>
                </c:pt>
                <c:pt idx="2359">
                  <c:v>39905</c:v>
                </c:pt>
                <c:pt idx="2360">
                  <c:v>39906</c:v>
                </c:pt>
                <c:pt idx="2361">
                  <c:v>39909</c:v>
                </c:pt>
                <c:pt idx="2362">
                  <c:v>39910</c:v>
                </c:pt>
                <c:pt idx="2363">
                  <c:v>39911</c:v>
                </c:pt>
                <c:pt idx="2364">
                  <c:v>39912</c:v>
                </c:pt>
                <c:pt idx="2365">
                  <c:v>39913</c:v>
                </c:pt>
                <c:pt idx="2366">
                  <c:v>39916</c:v>
                </c:pt>
                <c:pt idx="2367">
                  <c:v>39917</c:v>
                </c:pt>
                <c:pt idx="2368">
                  <c:v>39918</c:v>
                </c:pt>
                <c:pt idx="2369">
                  <c:v>39919</c:v>
                </c:pt>
                <c:pt idx="2370">
                  <c:v>39920</c:v>
                </c:pt>
                <c:pt idx="2371">
                  <c:v>39923</c:v>
                </c:pt>
                <c:pt idx="2372">
                  <c:v>39924</c:v>
                </c:pt>
                <c:pt idx="2373">
                  <c:v>39925</c:v>
                </c:pt>
                <c:pt idx="2374">
                  <c:v>39926</c:v>
                </c:pt>
                <c:pt idx="2375">
                  <c:v>39927</c:v>
                </c:pt>
                <c:pt idx="2376">
                  <c:v>39930</c:v>
                </c:pt>
                <c:pt idx="2377">
                  <c:v>39931</c:v>
                </c:pt>
                <c:pt idx="2378">
                  <c:v>39932</c:v>
                </c:pt>
                <c:pt idx="2379">
                  <c:v>39933</c:v>
                </c:pt>
                <c:pt idx="2380">
                  <c:v>39934</c:v>
                </c:pt>
                <c:pt idx="2381">
                  <c:v>39937</c:v>
                </c:pt>
                <c:pt idx="2382">
                  <c:v>39938</c:v>
                </c:pt>
                <c:pt idx="2383">
                  <c:v>39939</c:v>
                </c:pt>
                <c:pt idx="2384">
                  <c:v>39940</c:v>
                </c:pt>
                <c:pt idx="2385">
                  <c:v>39941</c:v>
                </c:pt>
                <c:pt idx="2386">
                  <c:v>39944</c:v>
                </c:pt>
                <c:pt idx="2387">
                  <c:v>39945</c:v>
                </c:pt>
                <c:pt idx="2388">
                  <c:v>39946</c:v>
                </c:pt>
                <c:pt idx="2389">
                  <c:v>39947</c:v>
                </c:pt>
                <c:pt idx="2390">
                  <c:v>39948</c:v>
                </c:pt>
                <c:pt idx="2391">
                  <c:v>39951</c:v>
                </c:pt>
                <c:pt idx="2392">
                  <c:v>39952</c:v>
                </c:pt>
                <c:pt idx="2393">
                  <c:v>39953</c:v>
                </c:pt>
                <c:pt idx="2394">
                  <c:v>39954</c:v>
                </c:pt>
                <c:pt idx="2395">
                  <c:v>39955</c:v>
                </c:pt>
                <c:pt idx="2396">
                  <c:v>39958</c:v>
                </c:pt>
                <c:pt idx="2397">
                  <c:v>39959</c:v>
                </c:pt>
                <c:pt idx="2398">
                  <c:v>39960</c:v>
                </c:pt>
                <c:pt idx="2399">
                  <c:v>39961</c:v>
                </c:pt>
                <c:pt idx="2400">
                  <c:v>39962</c:v>
                </c:pt>
                <c:pt idx="2401">
                  <c:v>39965</c:v>
                </c:pt>
                <c:pt idx="2402">
                  <c:v>39966</c:v>
                </c:pt>
                <c:pt idx="2403">
                  <c:v>39967</c:v>
                </c:pt>
                <c:pt idx="2404">
                  <c:v>39968</c:v>
                </c:pt>
                <c:pt idx="2405">
                  <c:v>39969</c:v>
                </c:pt>
                <c:pt idx="2406">
                  <c:v>39972</c:v>
                </c:pt>
                <c:pt idx="2407">
                  <c:v>39973</c:v>
                </c:pt>
                <c:pt idx="2408">
                  <c:v>39974</c:v>
                </c:pt>
                <c:pt idx="2409">
                  <c:v>39975</c:v>
                </c:pt>
                <c:pt idx="2410">
                  <c:v>39976</c:v>
                </c:pt>
                <c:pt idx="2411">
                  <c:v>39979</c:v>
                </c:pt>
                <c:pt idx="2412">
                  <c:v>39980</c:v>
                </c:pt>
                <c:pt idx="2413">
                  <c:v>39981</c:v>
                </c:pt>
                <c:pt idx="2414">
                  <c:v>39982</c:v>
                </c:pt>
                <c:pt idx="2415">
                  <c:v>39983</c:v>
                </c:pt>
                <c:pt idx="2416">
                  <c:v>39986</c:v>
                </c:pt>
                <c:pt idx="2417">
                  <c:v>39987</c:v>
                </c:pt>
                <c:pt idx="2418">
                  <c:v>39988</c:v>
                </c:pt>
                <c:pt idx="2419">
                  <c:v>39989</c:v>
                </c:pt>
                <c:pt idx="2420">
                  <c:v>39990</c:v>
                </c:pt>
                <c:pt idx="2421">
                  <c:v>39993</c:v>
                </c:pt>
                <c:pt idx="2422">
                  <c:v>39994</c:v>
                </c:pt>
                <c:pt idx="2423">
                  <c:v>39995</c:v>
                </c:pt>
                <c:pt idx="2424">
                  <c:v>39996</c:v>
                </c:pt>
                <c:pt idx="2425">
                  <c:v>39997</c:v>
                </c:pt>
                <c:pt idx="2426">
                  <c:v>40000</c:v>
                </c:pt>
                <c:pt idx="2427">
                  <c:v>40001</c:v>
                </c:pt>
                <c:pt idx="2428">
                  <c:v>40002</c:v>
                </c:pt>
                <c:pt idx="2429">
                  <c:v>40003</c:v>
                </c:pt>
                <c:pt idx="2430">
                  <c:v>40004</c:v>
                </c:pt>
                <c:pt idx="2431">
                  <c:v>40007</c:v>
                </c:pt>
                <c:pt idx="2432">
                  <c:v>40008</c:v>
                </c:pt>
                <c:pt idx="2433">
                  <c:v>40009</c:v>
                </c:pt>
                <c:pt idx="2434">
                  <c:v>40010</c:v>
                </c:pt>
                <c:pt idx="2435">
                  <c:v>40011</c:v>
                </c:pt>
                <c:pt idx="2436">
                  <c:v>40014</c:v>
                </c:pt>
                <c:pt idx="2437">
                  <c:v>40015</c:v>
                </c:pt>
                <c:pt idx="2438">
                  <c:v>40016</c:v>
                </c:pt>
                <c:pt idx="2439">
                  <c:v>40017</c:v>
                </c:pt>
                <c:pt idx="2440">
                  <c:v>40018</c:v>
                </c:pt>
                <c:pt idx="2441">
                  <c:v>40021</c:v>
                </c:pt>
                <c:pt idx="2442">
                  <c:v>40022</c:v>
                </c:pt>
                <c:pt idx="2443">
                  <c:v>40023</c:v>
                </c:pt>
                <c:pt idx="2444">
                  <c:v>40024</c:v>
                </c:pt>
                <c:pt idx="2445">
                  <c:v>40025</c:v>
                </c:pt>
                <c:pt idx="2446">
                  <c:v>40028</c:v>
                </c:pt>
                <c:pt idx="2447">
                  <c:v>40029</c:v>
                </c:pt>
                <c:pt idx="2448">
                  <c:v>40030</c:v>
                </c:pt>
                <c:pt idx="2449">
                  <c:v>40031</c:v>
                </c:pt>
                <c:pt idx="2450">
                  <c:v>40032</c:v>
                </c:pt>
                <c:pt idx="2451">
                  <c:v>40035</c:v>
                </c:pt>
                <c:pt idx="2452">
                  <c:v>40036</c:v>
                </c:pt>
                <c:pt idx="2453">
                  <c:v>40037</c:v>
                </c:pt>
                <c:pt idx="2454">
                  <c:v>40038</c:v>
                </c:pt>
                <c:pt idx="2455">
                  <c:v>40039</c:v>
                </c:pt>
                <c:pt idx="2456">
                  <c:v>40042</c:v>
                </c:pt>
                <c:pt idx="2457">
                  <c:v>40043</c:v>
                </c:pt>
                <c:pt idx="2458">
                  <c:v>40044</c:v>
                </c:pt>
                <c:pt idx="2459">
                  <c:v>40045</c:v>
                </c:pt>
                <c:pt idx="2460">
                  <c:v>40046</c:v>
                </c:pt>
                <c:pt idx="2461">
                  <c:v>40049</c:v>
                </c:pt>
                <c:pt idx="2462">
                  <c:v>40050</c:v>
                </c:pt>
                <c:pt idx="2463">
                  <c:v>40051</c:v>
                </c:pt>
                <c:pt idx="2464">
                  <c:v>40052</c:v>
                </c:pt>
                <c:pt idx="2465">
                  <c:v>40053</c:v>
                </c:pt>
                <c:pt idx="2466">
                  <c:v>40056</c:v>
                </c:pt>
                <c:pt idx="2467">
                  <c:v>40057</c:v>
                </c:pt>
                <c:pt idx="2468">
                  <c:v>40058</c:v>
                </c:pt>
                <c:pt idx="2469">
                  <c:v>40059</c:v>
                </c:pt>
                <c:pt idx="2470">
                  <c:v>40060</c:v>
                </c:pt>
                <c:pt idx="2471">
                  <c:v>40063</c:v>
                </c:pt>
                <c:pt idx="2472">
                  <c:v>40064</c:v>
                </c:pt>
                <c:pt idx="2473">
                  <c:v>40065</c:v>
                </c:pt>
                <c:pt idx="2474">
                  <c:v>40066</c:v>
                </c:pt>
                <c:pt idx="2475">
                  <c:v>40067</c:v>
                </c:pt>
                <c:pt idx="2476">
                  <c:v>40070</c:v>
                </c:pt>
                <c:pt idx="2477">
                  <c:v>40071</c:v>
                </c:pt>
                <c:pt idx="2478">
                  <c:v>40072</c:v>
                </c:pt>
                <c:pt idx="2479">
                  <c:v>40073</c:v>
                </c:pt>
                <c:pt idx="2480">
                  <c:v>40074</c:v>
                </c:pt>
                <c:pt idx="2481">
                  <c:v>40077</c:v>
                </c:pt>
                <c:pt idx="2482">
                  <c:v>40078</c:v>
                </c:pt>
                <c:pt idx="2483">
                  <c:v>40079</c:v>
                </c:pt>
                <c:pt idx="2484">
                  <c:v>40080</c:v>
                </c:pt>
                <c:pt idx="2485">
                  <c:v>40081</c:v>
                </c:pt>
                <c:pt idx="2486">
                  <c:v>40084</c:v>
                </c:pt>
                <c:pt idx="2487">
                  <c:v>40085</c:v>
                </c:pt>
                <c:pt idx="2488">
                  <c:v>40086</c:v>
                </c:pt>
                <c:pt idx="2489">
                  <c:v>40087</c:v>
                </c:pt>
                <c:pt idx="2490">
                  <c:v>40088</c:v>
                </c:pt>
                <c:pt idx="2491">
                  <c:v>40091</c:v>
                </c:pt>
                <c:pt idx="2492">
                  <c:v>40092</c:v>
                </c:pt>
                <c:pt idx="2493">
                  <c:v>40093</c:v>
                </c:pt>
                <c:pt idx="2494">
                  <c:v>40094</c:v>
                </c:pt>
                <c:pt idx="2495">
                  <c:v>40095</c:v>
                </c:pt>
                <c:pt idx="2496">
                  <c:v>40098</c:v>
                </c:pt>
                <c:pt idx="2497">
                  <c:v>40099</c:v>
                </c:pt>
                <c:pt idx="2498">
                  <c:v>40100</c:v>
                </c:pt>
                <c:pt idx="2499">
                  <c:v>40101</c:v>
                </c:pt>
                <c:pt idx="2500">
                  <c:v>40102</c:v>
                </c:pt>
                <c:pt idx="2501">
                  <c:v>40105</c:v>
                </c:pt>
                <c:pt idx="2502">
                  <c:v>40106</c:v>
                </c:pt>
                <c:pt idx="2503">
                  <c:v>40107</c:v>
                </c:pt>
                <c:pt idx="2504">
                  <c:v>40108</c:v>
                </c:pt>
                <c:pt idx="2505">
                  <c:v>40109</c:v>
                </c:pt>
                <c:pt idx="2506">
                  <c:v>40112</c:v>
                </c:pt>
                <c:pt idx="2507">
                  <c:v>40113</c:v>
                </c:pt>
                <c:pt idx="2508">
                  <c:v>40114</c:v>
                </c:pt>
                <c:pt idx="2509">
                  <c:v>40115</c:v>
                </c:pt>
                <c:pt idx="2510">
                  <c:v>40116</c:v>
                </c:pt>
                <c:pt idx="2511">
                  <c:v>40119</c:v>
                </c:pt>
                <c:pt idx="2512">
                  <c:v>40120</c:v>
                </c:pt>
                <c:pt idx="2513">
                  <c:v>40121</c:v>
                </c:pt>
                <c:pt idx="2514">
                  <c:v>40122</c:v>
                </c:pt>
                <c:pt idx="2515">
                  <c:v>40123</c:v>
                </c:pt>
                <c:pt idx="2516">
                  <c:v>40126</c:v>
                </c:pt>
                <c:pt idx="2517">
                  <c:v>40127</c:v>
                </c:pt>
                <c:pt idx="2518">
                  <c:v>40128</c:v>
                </c:pt>
                <c:pt idx="2519">
                  <c:v>40129</c:v>
                </c:pt>
                <c:pt idx="2520">
                  <c:v>40130</c:v>
                </c:pt>
                <c:pt idx="2521">
                  <c:v>40133</c:v>
                </c:pt>
                <c:pt idx="2522">
                  <c:v>40134</c:v>
                </c:pt>
                <c:pt idx="2523">
                  <c:v>40135</c:v>
                </c:pt>
                <c:pt idx="2524">
                  <c:v>40136</c:v>
                </c:pt>
                <c:pt idx="2525">
                  <c:v>40137</c:v>
                </c:pt>
                <c:pt idx="2526">
                  <c:v>40140</c:v>
                </c:pt>
                <c:pt idx="2527">
                  <c:v>40141</c:v>
                </c:pt>
                <c:pt idx="2528">
                  <c:v>40142</c:v>
                </c:pt>
                <c:pt idx="2529">
                  <c:v>40143</c:v>
                </c:pt>
                <c:pt idx="2530">
                  <c:v>40144</c:v>
                </c:pt>
                <c:pt idx="2531">
                  <c:v>40147</c:v>
                </c:pt>
                <c:pt idx="2532">
                  <c:v>40148</c:v>
                </c:pt>
                <c:pt idx="2533">
                  <c:v>40149</c:v>
                </c:pt>
                <c:pt idx="2534">
                  <c:v>40150</c:v>
                </c:pt>
                <c:pt idx="2535">
                  <c:v>40151</c:v>
                </c:pt>
                <c:pt idx="2536">
                  <c:v>40154</c:v>
                </c:pt>
                <c:pt idx="2537">
                  <c:v>40155</c:v>
                </c:pt>
                <c:pt idx="2538">
                  <c:v>40156</c:v>
                </c:pt>
                <c:pt idx="2539">
                  <c:v>40157</c:v>
                </c:pt>
                <c:pt idx="2540">
                  <c:v>40158</c:v>
                </c:pt>
                <c:pt idx="2541">
                  <c:v>40161</c:v>
                </c:pt>
                <c:pt idx="2542">
                  <c:v>40162</c:v>
                </c:pt>
                <c:pt idx="2543">
                  <c:v>40163</c:v>
                </c:pt>
                <c:pt idx="2544">
                  <c:v>40164</c:v>
                </c:pt>
                <c:pt idx="2545">
                  <c:v>40165</c:v>
                </c:pt>
                <c:pt idx="2546">
                  <c:v>40168</c:v>
                </c:pt>
                <c:pt idx="2547">
                  <c:v>40169</c:v>
                </c:pt>
                <c:pt idx="2548">
                  <c:v>40170</c:v>
                </c:pt>
                <c:pt idx="2549">
                  <c:v>40171</c:v>
                </c:pt>
                <c:pt idx="2550">
                  <c:v>40172</c:v>
                </c:pt>
                <c:pt idx="2551">
                  <c:v>40175</c:v>
                </c:pt>
                <c:pt idx="2552">
                  <c:v>40176</c:v>
                </c:pt>
                <c:pt idx="2553">
                  <c:v>40177</c:v>
                </c:pt>
                <c:pt idx="2554">
                  <c:v>40178</c:v>
                </c:pt>
                <c:pt idx="2555">
                  <c:v>40179</c:v>
                </c:pt>
                <c:pt idx="2556">
                  <c:v>40182</c:v>
                </c:pt>
                <c:pt idx="2557">
                  <c:v>40183</c:v>
                </c:pt>
                <c:pt idx="2558">
                  <c:v>40184</c:v>
                </c:pt>
                <c:pt idx="2559">
                  <c:v>40185</c:v>
                </c:pt>
                <c:pt idx="2560">
                  <c:v>40186</c:v>
                </c:pt>
                <c:pt idx="2561">
                  <c:v>40189</c:v>
                </c:pt>
                <c:pt idx="2562">
                  <c:v>40190</c:v>
                </c:pt>
                <c:pt idx="2563">
                  <c:v>40191</c:v>
                </c:pt>
                <c:pt idx="2564">
                  <c:v>40192</c:v>
                </c:pt>
                <c:pt idx="2565">
                  <c:v>40193</c:v>
                </c:pt>
                <c:pt idx="2566">
                  <c:v>40196</c:v>
                </c:pt>
                <c:pt idx="2567">
                  <c:v>40197</c:v>
                </c:pt>
                <c:pt idx="2568">
                  <c:v>40198</c:v>
                </c:pt>
                <c:pt idx="2569">
                  <c:v>40199</c:v>
                </c:pt>
                <c:pt idx="2570">
                  <c:v>40200</c:v>
                </c:pt>
                <c:pt idx="2571">
                  <c:v>40203</c:v>
                </c:pt>
                <c:pt idx="2572">
                  <c:v>40204</c:v>
                </c:pt>
                <c:pt idx="2573">
                  <c:v>40205</c:v>
                </c:pt>
                <c:pt idx="2574">
                  <c:v>40206</c:v>
                </c:pt>
                <c:pt idx="2575">
                  <c:v>40207</c:v>
                </c:pt>
                <c:pt idx="2576">
                  <c:v>40210</c:v>
                </c:pt>
                <c:pt idx="2577">
                  <c:v>40211</c:v>
                </c:pt>
                <c:pt idx="2578">
                  <c:v>40212</c:v>
                </c:pt>
                <c:pt idx="2579">
                  <c:v>40213</c:v>
                </c:pt>
                <c:pt idx="2580">
                  <c:v>40214</c:v>
                </c:pt>
                <c:pt idx="2581">
                  <c:v>40217</c:v>
                </c:pt>
                <c:pt idx="2582">
                  <c:v>40218</c:v>
                </c:pt>
                <c:pt idx="2583">
                  <c:v>40219</c:v>
                </c:pt>
                <c:pt idx="2584">
                  <c:v>40220</c:v>
                </c:pt>
                <c:pt idx="2585">
                  <c:v>40221</c:v>
                </c:pt>
                <c:pt idx="2586">
                  <c:v>40224</c:v>
                </c:pt>
                <c:pt idx="2587">
                  <c:v>40225</c:v>
                </c:pt>
                <c:pt idx="2588">
                  <c:v>40226</c:v>
                </c:pt>
                <c:pt idx="2589">
                  <c:v>40227</c:v>
                </c:pt>
                <c:pt idx="2590">
                  <c:v>40228</c:v>
                </c:pt>
                <c:pt idx="2591">
                  <c:v>40231</c:v>
                </c:pt>
                <c:pt idx="2592">
                  <c:v>40232</c:v>
                </c:pt>
                <c:pt idx="2593">
                  <c:v>40233</c:v>
                </c:pt>
                <c:pt idx="2594">
                  <c:v>40234</c:v>
                </c:pt>
                <c:pt idx="2595">
                  <c:v>40235</c:v>
                </c:pt>
                <c:pt idx="2596">
                  <c:v>40238</c:v>
                </c:pt>
                <c:pt idx="2597">
                  <c:v>40239</c:v>
                </c:pt>
                <c:pt idx="2598">
                  <c:v>40240</c:v>
                </c:pt>
                <c:pt idx="2599">
                  <c:v>40241</c:v>
                </c:pt>
                <c:pt idx="2600">
                  <c:v>40242</c:v>
                </c:pt>
                <c:pt idx="2601">
                  <c:v>40245</c:v>
                </c:pt>
                <c:pt idx="2602">
                  <c:v>40246</c:v>
                </c:pt>
                <c:pt idx="2603">
                  <c:v>40247</c:v>
                </c:pt>
                <c:pt idx="2604">
                  <c:v>40248</c:v>
                </c:pt>
                <c:pt idx="2605">
                  <c:v>40249</c:v>
                </c:pt>
                <c:pt idx="2606">
                  <c:v>40252</c:v>
                </c:pt>
                <c:pt idx="2607">
                  <c:v>40253</c:v>
                </c:pt>
                <c:pt idx="2608">
                  <c:v>40254</c:v>
                </c:pt>
                <c:pt idx="2609">
                  <c:v>40255</c:v>
                </c:pt>
                <c:pt idx="2610">
                  <c:v>40256</c:v>
                </c:pt>
                <c:pt idx="2611">
                  <c:v>40259</c:v>
                </c:pt>
                <c:pt idx="2612">
                  <c:v>40260</c:v>
                </c:pt>
                <c:pt idx="2613">
                  <c:v>40261</c:v>
                </c:pt>
                <c:pt idx="2614">
                  <c:v>40262</c:v>
                </c:pt>
                <c:pt idx="2615">
                  <c:v>40263</c:v>
                </c:pt>
                <c:pt idx="2616">
                  <c:v>40266</c:v>
                </c:pt>
                <c:pt idx="2617">
                  <c:v>40267</c:v>
                </c:pt>
                <c:pt idx="2618">
                  <c:v>40268</c:v>
                </c:pt>
                <c:pt idx="2619">
                  <c:v>40269</c:v>
                </c:pt>
                <c:pt idx="2620">
                  <c:v>40270</c:v>
                </c:pt>
                <c:pt idx="2621">
                  <c:v>40273</c:v>
                </c:pt>
                <c:pt idx="2622">
                  <c:v>40274</c:v>
                </c:pt>
                <c:pt idx="2623">
                  <c:v>40275</c:v>
                </c:pt>
                <c:pt idx="2624">
                  <c:v>40276</c:v>
                </c:pt>
                <c:pt idx="2625">
                  <c:v>40277</c:v>
                </c:pt>
                <c:pt idx="2626">
                  <c:v>40280</c:v>
                </c:pt>
                <c:pt idx="2627">
                  <c:v>40281</c:v>
                </c:pt>
                <c:pt idx="2628">
                  <c:v>40282</c:v>
                </c:pt>
                <c:pt idx="2629">
                  <c:v>40283</c:v>
                </c:pt>
                <c:pt idx="2630">
                  <c:v>40284</c:v>
                </c:pt>
                <c:pt idx="2631">
                  <c:v>40287</c:v>
                </c:pt>
                <c:pt idx="2632">
                  <c:v>40288</c:v>
                </c:pt>
                <c:pt idx="2633">
                  <c:v>40289</c:v>
                </c:pt>
                <c:pt idx="2634">
                  <c:v>40290</c:v>
                </c:pt>
                <c:pt idx="2635">
                  <c:v>40291</c:v>
                </c:pt>
                <c:pt idx="2636">
                  <c:v>40294</c:v>
                </c:pt>
                <c:pt idx="2637">
                  <c:v>40295</c:v>
                </c:pt>
                <c:pt idx="2638">
                  <c:v>40296</c:v>
                </c:pt>
                <c:pt idx="2639">
                  <c:v>40297</c:v>
                </c:pt>
                <c:pt idx="2640">
                  <c:v>40298</c:v>
                </c:pt>
                <c:pt idx="2641">
                  <c:v>40301</c:v>
                </c:pt>
                <c:pt idx="2642">
                  <c:v>40302</c:v>
                </c:pt>
                <c:pt idx="2643">
                  <c:v>40303</c:v>
                </c:pt>
                <c:pt idx="2644">
                  <c:v>40304</c:v>
                </c:pt>
                <c:pt idx="2645">
                  <c:v>40305</c:v>
                </c:pt>
                <c:pt idx="2646">
                  <c:v>40308</c:v>
                </c:pt>
                <c:pt idx="2647">
                  <c:v>40309</c:v>
                </c:pt>
                <c:pt idx="2648">
                  <c:v>40310</c:v>
                </c:pt>
                <c:pt idx="2649">
                  <c:v>40311</c:v>
                </c:pt>
                <c:pt idx="2650">
                  <c:v>40312</c:v>
                </c:pt>
                <c:pt idx="2651">
                  <c:v>40315</c:v>
                </c:pt>
                <c:pt idx="2652">
                  <c:v>40316</c:v>
                </c:pt>
                <c:pt idx="2653">
                  <c:v>40317</c:v>
                </c:pt>
                <c:pt idx="2654">
                  <c:v>40318</c:v>
                </c:pt>
                <c:pt idx="2655">
                  <c:v>40319</c:v>
                </c:pt>
                <c:pt idx="2656">
                  <c:v>40322</c:v>
                </c:pt>
                <c:pt idx="2657">
                  <c:v>40323</c:v>
                </c:pt>
                <c:pt idx="2658">
                  <c:v>40324</c:v>
                </c:pt>
                <c:pt idx="2659">
                  <c:v>40325</c:v>
                </c:pt>
                <c:pt idx="2660">
                  <c:v>40326</c:v>
                </c:pt>
                <c:pt idx="2661">
                  <c:v>40329</c:v>
                </c:pt>
                <c:pt idx="2662">
                  <c:v>40330</c:v>
                </c:pt>
                <c:pt idx="2663">
                  <c:v>40331</c:v>
                </c:pt>
                <c:pt idx="2664">
                  <c:v>40332</c:v>
                </c:pt>
                <c:pt idx="2665">
                  <c:v>40333</c:v>
                </c:pt>
                <c:pt idx="2666">
                  <c:v>40336</c:v>
                </c:pt>
                <c:pt idx="2667">
                  <c:v>40337</c:v>
                </c:pt>
                <c:pt idx="2668">
                  <c:v>40338</c:v>
                </c:pt>
                <c:pt idx="2669">
                  <c:v>40339</c:v>
                </c:pt>
                <c:pt idx="2670">
                  <c:v>40340</c:v>
                </c:pt>
                <c:pt idx="2671">
                  <c:v>40343</c:v>
                </c:pt>
                <c:pt idx="2672">
                  <c:v>40344</c:v>
                </c:pt>
                <c:pt idx="2673">
                  <c:v>40345</c:v>
                </c:pt>
                <c:pt idx="2674">
                  <c:v>40346</c:v>
                </c:pt>
                <c:pt idx="2675">
                  <c:v>40347</c:v>
                </c:pt>
                <c:pt idx="2676">
                  <c:v>40350</c:v>
                </c:pt>
                <c:pt idx="2677">
                  <c:v>40351</c:v>
                </c:pt>
                <c:pt idx="2678">
                  <c:v>40352</c:v>
                </c:pt>
                <c:pt idx="2679">
                  <c:v>40353</c:v>
                </c:pt>
                <c:pt idx="2680">
                  <c:v>40354</c:v>
                </c:pt>
                <c:pt idx="2681">
                  <c:v>40357</c:v>
                </c:pt>
                <c:pt idx="2682">
                  <c:v>40358</c:v>
                </c:pt>
                <c:pt idx="2683">
                  <c:v>40359</c:v>
                </c:pt>
                <c:pt idx="2684">
                  <c:v>40360</c:v>
                </c:pt>
                <c:pt idx="2685">
                  <c:v>40361</c:v>
                </c:pt>
                <c:pt idx="2686">
                  <c:v>40364</c:v>
                </c:pt>
                <c:pt idx="2687">
                  <c:v>40365</c:v>
                </c:pt>
                <c:pt idx="2688">
                  <c:v>40366</c:v>
                </c:pt>
                <c:pt idx="2689">
                  <c:v>40367</c:v>
                </c:pt>
                <c:pt idx="2690">
                  <c:v>40368</c:v>
                </c:pt>
                <c:pt idx="2691">
                  <c:v>40371</c:v>
                </c:pt>
                <c:pt idx="2692">
                  <c:v>40372</c:v>
                </c:pt>
                <c:pt idx="2693">
                  <c:v>40373</c:v>
                </c:pt>
                <c:pt idx="2694">
                  <c:v>40374</c:v>
                </c:pt>
                <c:pt idx="2695">
                  <c:v>40375</c:v>
                </c:pt>
                <c:pt idx="2696">
                  <c:v>40378</c:v>
                </c:pt>
                <c:pt idx="2697">
                  <c:v>40379</c:v>
                </c:pt>
                <c:pt idx="2698">
                  <c:v>40380</c:v>
                </c:pt>
                <c:pt idx="2699">
                  <c:v>40381</c:v>
                </c:pt>
                <c:pt idx="2700">
                  <c:v>40382</c:v>
                </c:pt>
                <c:pt idx="2701">
                  <c:v>40385</c:v>
                </c:pt>
                <c:pt idx="2702">
                  <c:v>40386</c:v>
                </c:pt>
                <c:pt idx="2703">
                  <c:v>40387</c:v>
                </c:pt>
                <c:pt idx="2704">
                  <c:v>40388</c:v>
                </c:pt>
                <c:pt idx="2705">
                  <c:v>40389</c:v>
                </c:pt>
                <c:pt idx="2706">
                  <c:v>40392</c:v>
                </c:pt>
                <c:pt idx="2707">
                  <c:v>40393</c:v>
                </c:pt>
                <c:pt idx="2708">
                  <c:v>40394</c:v>
                </c:pt>
                <c:pt idx="2709">
                  <c:v>40395</c:v>
                </c:pt>
                <c:pt idx="2710">
                  <c:v>40396</c:v>
                </c:pt>
                <c:pt idx="2711">
                  <c:v>40399</c:v>
                </c:pt>
                <c:pt idx="2712">
                  <c:v>40400</c:v>
                </c:pt>
                <c:pt idx="2713">
                  <c:v>40401</c:v>
                </c:pt>
                <c:pt idx="2714">
                  <c:v>40402</c:v>
                </c:pt>
                <c:pt idx="2715">
                  <c:v>40403</c:v>
                </c:pt>
                <c:pt idx="2716">
                  <c:v>40406</c:v>
                </c:pt>
                <c:pt idx="2717">
                  <c:v>40407</c:v>
                </c:pt>
                <c:pt idx="2718">
                  <c:v>40408</c:v>
                </c:pt>
                <c:pt idx="2719">
                  <c:v>40409</c:v>
                </c:pt>
                <c:pt idx="2720">
                  <c:v>40410</c:v>
                </c:pt>
                <c:pt idx="2721">
                  <c:v>40413</c:v>
                </c:pt>
                <c:pt idx="2722">
                  <c:v>40414</c:v>
                </c:pt>
                <c:pt idx="2723">
                  <c:v>40415</c:v>
                </c:pt>
                <c:pt idx="2724">
                  <c:v>40416</c:v>
                </c:pt>
                <c:pt idx="2725">
                  <c:v>40417</c:v>
                </c:pt>
                <c:pt idx="2726">
                  <c:v>40420</c:v>
                </c:pt>
                <c:pt idx="2727">
                  <c:v>40421</c:v>
                </c:pt>
                <c:pt idx="2728">
                  <c:v>40422</c:v>
                </c:pt>
                <c:pt idx="2729">
                  <c:v>40423</c:v>
                </c:pt>
                <c:pt idx="2730">
                  <c:v>40424</c:v>
                </c:pt>
                <c:pt idx="2731">
                  <c:v>40427</c:v>
                </c:pt>
                <c:pt idx="2732">
                  <c:v>40428</c:v>
                </c:pt>
                <c:pt idx="2733">
                  <c:v>40429</c:v>
                </c:pt>
                <c:pt idx="2734">
                  <c:v>40430</c:v>
                </c:pt>
                <c:pt idx="2735">
                  <c:v>40431</c:v>
                </c:pt>
                <c:pt idx="2736">
                  <c:v>40434</c:v>
                </c:pt>
                <c:pt idx="2737">
                  <c:v>40435</c:v>
                </c:pt>
                <c:pt idx="2738">
                  <c:v>40436</c:v>
                </c:pt>
                <c:pt idx="2739">
                  <c:v>40437</c:v>
                </c:pt>
                <c:pt idx="2740">
                  <c:v>40438</c:v>
                </c:pt>
                <c:pt idx="2741">
                  <c:v>40441</c:v>
                </c:pt>
                <c:pt idx="2742">
                  <c:v>40442</c:v>
                </c:pt>
                <c:pt idx="2743">
                  <c:v>40443</c:v>
                </c:pt>
                <c:pt idx="2744">
                  <c:v>40444</c:v>
                </c:pt>
                <c:pt idx="2745">
                  <c:v>40445</c:v>
                </c:pt>
                <c:pt idx="2746">
                  <c:v>40448</c:v>
                </c:pt>
                <c:pt idx="2747">
                  <c:v>40449</c:v>
                </c:pt>
                <c:pt idx="2748">
                  <c:v>40450</c:v>
                </c:pt>
                <c:pt idx="2749">
                  <c:v>40451</c:v>
                </c:pt>
                <c:pt idx="2750">
                  <c:v>40452</c:v>
                </c:pt>
                <c:pt idx="2751">
                  <c:v>40455</c:v>
                </c:pt>
                <c:pt idx="2752">
                  <c:v>40456</c:v>
                </c:pt>
                <c:pt idx="2753">
                  <c:v>40457</c:v>
                </c:pt>
                <c:pt idx="2754">
                  <c:v>40458</c:v>
                </c:pt>
                <c:pt idx="2755">
                  <c:v>40459</c:v>
                </c:pt>
                <c:pt idx="2756">
                  <c:v>40462</c:v>
                </c:pt>
                <c:pt idx="2757">
                  <c:v>40463</c:v>
                </c:pt>
                <c:pt idx="2758">
                  <c:v>40464</c:v>
                </c:pt>
                <c:pt idx="2759">
                  <c:v>40465</c:v>
                </c:pt>
                <c:pt idx="2760">
                  <c:v>40466</c:v>
                </c:pt>
                <c:pt idx="2761">
                  <c:v>40469</c:v>
                </c:pt>
                <c:pt idx="2762">
                  <c:v>40470</c:v>
                </c:pt>
                <c:pt idx="2763">
                  <c:v>40471</c:v>
                </c:pt>
                <c:pt idx="2764">
                  <c:v>40472</c:v>
                </c:pt>
                <c:pt idx="2765">
                  <c:v>40473</c:v>
                </c:pt>
                <c:pt idx="2766">
                  <c:v>40476</c:v>
                </c:pt>
                <c:pt idx="2767">
                  <c:v>40477</c:v>
                </c:pt>
                <c:pt idx="2768">
                  <c:v>40478</c:v>
                </c:pt>
                <c:pt idx="2769">
                  <c:v>40479</c:v>
                </c:pt>
                <c:pt idx="2770">
                  <c:v>40480</c:v>
                </c:pt>
                <c:pt idx="2771">
                  <c:v>40483</c:v>
                </c:pt>
                <c:pt idx="2772">
                  <c:v>40484</c:v>
                </c:pt>
                <c:pt idx="2773">
                  <c:v>40485</c:v>
                </c:pt>
                <c:pt idx="2774">
                  <c:v>40486</c:v>
                </c:pt>
                <c:pt idx="2775">
                  <c:v>40487</c:v>
                </c:pt>
                <c:pt idx="2776">
                  <c:v>40490</c:v>
                </c:pt>
                <c:pt idx="2777">
                  <c:v>40491</c:v>
                </c:pt>
                <c:pt idx="2778">
                  <c:v>40492</c:v>
                </c:pt>
                <c:pt idx="2779">
                  <c:v>40493</c:v>
                </c:pt>
                <c:pt idx="2780">
                  <c:v>40494</c:v>
                </c:pt>
                <c:pt idx="2781">
                  <c:v>40497</c:v>
                </c:pt>
                <c:pt idx="2782">
                  <c:v>40498</c:v>
                </c:pt>
                <c:pt idx="2783">
                  <c:v>40499</c:v>
                </c:pt>
                <c:pt idx="2784">
                  <c:v>40500</c:v>
                </c:pt>
                <c:pt idx="2785">
                  <c:v>40501</c:v>
                </c:pt>
                <c:pt idx="2786">
                  <c:v>40504</c:v>
                </c:pt>
                <c:pt idx="2787">
                  <c:v>40505</c:v>
                </c:pt>
                <c:pt idx="2788">
                  <c:v>40506</c:v>
                </c:pt>
                <c:pt idx="2789">
                  <c:v>40507</c:v>
                </c:pt>
                <c:pt idx="2790">
                  <c:v>40508</c:v>
                </c:pt>
                <c:pt idx="2791">
                  <c:v>40511</c:v>
                </c:pt>
                <c:pt idx="2792">
                  <c:v>40512</c:v>
                </c:pt>
                <c:pt idx="2793">
                  <c:v>40513</c:v>
                </c:pt>
                <c:pt idx="2794">
                  <c:v>40514</c:v>
                </c:pt>
                <c:pt idx="2795">
                  <c:v>40515</c:v>
                </c:pt>
                <c:pt idx="2796">
                  <c:v>40518</c:v>
                </c:pt>
                <c:pt idx="2797">
                  <c:v>40519</c:v>
                </c:pt>
                <c:pt idx="2798">
                  <c:v>40520</c:v>
                </c:pt>
                <c:pt idx="2799">
                  <c:v>40521</c:v>
                </c:pt>
                <c:pt idx="2800">
                  <c:v>40522</c:v>
                </c:pt>
                <c:pt idx="2801">
                  <c:v>40525</c:v>
                </c:pt>
                <c:pt idx="2802">
                  <c:v>40526</c:v>
                </c:pt>
                <c:pt idx="2803">
                  <c:v>40527</c:v>
                </c:pt>
                <c:pt idx="2804">
                  <c:v>40528</c:v>
                </c:pt>
                <c:pt idx="2805">
                  <c:v>40529</c:v>
                </c:pt>
                <c:pt idx="2806">
                  <c:v>40532</c:v>
                </c:pt>
                <c:pt idx="2807">
                  <c:v>40533</c:v>
                </c:pt>
                <c:pt idx="2808">
                  <c:v>40534</c:v>
                </c:pt>
                <c:pt idx="2809">
                  <c:v>40535</c:v>
                </c:pt>
                <c:pt idx="2810">
                  <c:v>40536</c:v>
                </c:pt>
                <c:pt idx="2811">
                  <c:v>40539</c:v>
                </c:pt>
                <c:pt idx="2812">
                  <c:v>40540</c:v>
                </c:pt>
                <c:pt idx="2813">
                  <c:v>40541</c:v>
                </c:pt>
                <c:pt idx="2814">
                  <c:v>40542</c:v>
                </c:pt>
                <c:pt idx="2815">
                  <c:v>40543</c:v>
                </c:pt>
                <c:pt idx="2816">
                  <c:v>40546</c:v>
                </c:pt>
                <c:pt idx="2817">
                  <c:v>40547</c:v>
                </c:pt>
                <c:pt idx="2818">
                  <c:v>40548</c:v>
                </c:pt>
                <c:pt idx="2819">
                  <c:v>40549</c:v>
                </c:pt>
                <c:pt idx="2820">
                  <c:v>40550</c:v>
                </c:pt>
                <c:pt idx="2821">
                  <c:v>40553</c:v>
                </c:pt>
                <c:pt idx="2822">
                  <c:v>40554</c:v>
                </c:pt>
                <c:pt idx="2823">
                  <c:v>40555</c:v>
                </c:pt>
                <c:pt idx="2824">
                  <c:v>40556</c:v>
                </c:pt>
                <c:pt idx="2825">
                  <c:v>40557</c:v>
                </c:pt>
                <c:pt idx="2826">
                  <c:v>40560</c:v>
                </c:pt>
                <c:pt idx="2827">
                  <c:v>40561</c:v>
                </c:pt>
                <c:pt idx="2828">
                  <c:v>40562</c:v>
                </c:pt>
                <c:pt idx="2829">
                  <c:v>40563</c:v>
                </c:pt>
                <c:pt idx="2830">
                  <c:v>40564</c:v>
                </c:pt>
                <c:pt idx="2831">
                  <c:v>40567</c:v>
                </c:pt>
                <c:pt idx="2832">
                  <c:v>40568</c:v>
                </c:pt>
                <c:pt idx="2833">
                  <c:v>40569</c:v>
                </c:pt>
                <c:pt idx="2834">
                  <c:v>40570</c:v>
                </c:pt>
                <c:pt idx="2835">
                  <c:v>40571</c:v>
                </c:pt>
                <c:pt idx="2836">
                  <c:v>40574</c:v>
                </c:pt>
                <c:pt idx="2837">
                  <c:v>40575</c:v>
                </c:pt>
                <c:pt idx="2838">
                  <c:v>40576</c:v>
                </c:pt>
                <c:pt idx="2839">
                  <c:v>40577</c:v>
                </c:pt>
                <c:pt idx="2840">
                  <c:v>40578</c:v>
                </c:pt>
                <c:pt idx="2841">
                  <c:v>40581</c:v>
                </c:pt>
                <c:pt idx="2842">
                  <c:v>40582</c:v>
                </c:pt>
                <c:pt idx="2843">
                  <c:v>40583</c:v>
                </c:pt>
                <c:pt idx="2844">
                  <c:v>40584</c:v>
                </c:pt>
                <c:pt idx="2845">
                  <c:v>40585</c:v>
                </c:pt>
                <c:pt idx="2846">
                  <c:v>40588</c:v>
                </c:pt>
                <c:pt idx="2847">
                  <c:v>40589</c:v>
                </c:pt>
                <c:pt idx="2848">
                  <c:v>40590</c:v>
                </c:pt>
                <c:pt idx="2849">
                  <c:v>40591</c:v>
                </c:pt>
                <c:pt idx="2850">
                  <c:v>40592</c:v>
                </c:pt>
                <c:pt idx="2851">
                  <c:v>40595</c:v>
                </c:pt>
                <c:pt idx="2852">
                  <c:v>40596</c:v>
                </c:pt>
                <c:pt idx="2853">
                  <c:v>40597</c:v>
                </c:pt>
                <c:pt idx="2854">
                  <c:v>40598</c:v>
                </c:pt>
                <c:pt idx="2855">
                  <c:v>40599</c:v>
                </c:pt>
                <c:pt idx="2856">
                  <c:v>40602</c:v>
                </c:pt>
                <c:pt idx="2857">
                  <c:v>40603</c:v>
                </c:pt>
                <c:pt idx="2858">
                  <c:v>40604</c:v>
                </c:pt>
                <c:pt idx="2859">
                  <c:v>40605</c:v>
                </c:pt>
                <c:pt idx="2860">
                  <c:v>40606</c:v>
                </c:pt>
                <c:pt idx="2861">
                  <c:v>40609</c:v>
                </c:pt>
                <c:pt idx="2862">
                  <c:v>40610</c:v>
                </c:pt>
                <c:pt idx="2863">
                  <c:v>40611</c:v>
                </c:pt>
                <c:pt idx="2864">
                  <c:v>40612</c:v>
                </c:pt>
                <c:pt idx="2865">
                  <c:v>40613</c:v>
                </c:pt>
                <c:pt idx="2866">
                  <c:v>40616</c:v>
                </c:pt>
                <c:pt idx="2867">
                  <c:v>40617</c:v>
                </c:pt>
                <c:pt idx="2868">
                  <c:v>40618</c:v>
                </c:pt>
                <c:pt idx="2869">
                  <c:v>40619</c:v>
                </c:pt>
                <c:pt idx="2870">
                  <c:v>40620</c:v>
                </c:pt>
                <c:pt idx="2871">
                  <c:v>40623</c:v>
                </c:pt>
                <c:pt idx="2872">
                  <c:v>40624</c:v>
                </c:pt>
                <c:pt idx="2873">
                  <c:v>40625</c:v>
                </c:pt>
                <c:pt idx="2874">
                  <c:v>40626</c:v>
                </c:pt>
                <c:pt idx="2875">
                  <c:v>40627</c:v>
                </c:pt>
                <c:pt idx="2876">
                  <c:v>40630</c:v>
                </c:pt>
                <c:pt idx="2877">
                  <c:v>40631</c:v>
                </c:pt>
                <c:pt idx="2878">
                  <c:v>40632</c:v>
                </c:pt>
                <c:pt idx="2879">
                  <c:v>40633</c:v>
                </c:pt>
                <c:pt idx="2880">
                  <c:v>40634</c:v>
                </c:pt>
                <c:pt idx="2881">
                  <c:v>40637</c:v>
                </c:pt>
                <c:pt idx="2882">
                  <c:v>40638</c:v>
                </c:pt>
                <c:pt idx="2883">
                  <c:v>40639</c:v>
                </c:pt>
                <c:pt idx="2884">
                  <c:v>40640</c:v>
                </c:pt>
                <c:pt idx="2885">
                  <c:v>40641</c:v>
                </c:pt>
                <c:pt idx="2886">
                  <c:v>40644</c:v>
                </c:pt>
                <c:pt idx="2887">
                  <c:v>40645</c:v>
                </c:pt>
                <c:pt idx="2888">
                  <c:v>40646</c:v>
                </c:pt>
                <c:pt idx="2889">
                  <c:v>40647</c:v>
                </c:pt>
                <c:pt idx="2890">
                  <c:v>40648</c:v>
                </c:pt>
                <c:pt idx="2891">
                  <c:v>40651</c:v>
                </c:pt>
                <c:pt idx="2892">
                  <c:v>40652</c:v>
                </c:pt>
                <c:pt idx="2893">
                  <c:v>40653</c:v>
                </c:pt>
                <c:pt idx="2894">
                  <c:v>40654</c:v>
                </c:pt>
                <c:pt idx="2895">
                  <c:v>40655</c:v>
                </c:pt>
                <c:pt idx="2896">
                  <c:v>40658</c:v>
                </c:pt>
                <c:pt idx="2897">
                  <c:v>40659</c:v>
                </c:pt>
                <c:pt idx="2898">
                  <c:v>40660</c:v>
                </c:pt>
                <c:pt idx="2899">
                  <c:v>40661</c:v>
                </c:pt>
                <c:pt idx="2900">
                  <c:v>40662</c:v>
                </c:pt>
                <c:pt idx="2901">
                  <c:v>40665</c:v>
                </c:pt>
                <c:pt idx="2902">
                  <c:v>40666</c:v>
                </c:pt>
                <c:pt idx="2903">
                  <c:v>40667</c:v>
                </c:pt>
                <c:pt idx="2904">
                  <c:v>40668</c:v>
                </c:pt>
                <c:pt idx="2905">
                  <c:v>40669</c:v>
                </c:pt>
                <c:pt idx="2906">
                  <c:v>40672</c:v>
                </c:pt>
                <c:pt idx="2907">
                  <c:v>40673</c:v>
                </c:pt>
                <c:pt idx="2908">
                  <c:v>40674</c:v>
                </c:pt>
                <c:pt idx="2909">
                  <c:v>40675</c:v>
                </c:pt>
                <c:pt idx="2910">
                  <c:v>40676</c:v>
                </c:pt>
                <c:pt idx="2911">
                  <c:v>40679</c:v>
                </c:pt>
                <c:pt idx="2912">
                  <c:v>40680</c:v>
                </c:pt>
                <c:pt idx="2913">
                  <c:v>40681</c:v>
                </c:pt>
                <c:pt idx="2914">
                  <c:v>40682</c:v>
                </c:pt>
                <c:pt idx="2915">
                  <c:v>40683</c:v>
                </c:pt>
                <c:pt idx="2916">
                  <c:v>40686</c:v>
                </c:pt>
                <c:pt idx="2917">
                  <c:v>40687</c:v>
                </c:pt>
                <c:pt idx="2918">
                  <c:v>40688</c:v>
                </c:pt>
                <c:pt idx="2919">
                  <c:v>40689</c:v>
                </c:pt>
                <c:pt idx="2920">
                  <c:v>40690</c:v>
                </c:pt>
                <c:pt idx="2921">
                  <c:v>40693</c:v>
                </c:pt>
                <c:pt idx="2922">
                  <c:v>40694</c:v>
                </c:pt>
                <c:pt idx="2923">
                  <c:v>40695</c:v>
                </c:pt>
                <c:pt idx="2924">
                  <c:v>40696</c:v>
                </c:pt>
                <c:pt idx="2925">
                  <c:v>40697</c:v>
                </c:pt>
                <c:pt idx="2926">
                  <c:v>40700</c:v>
                </c:pt>
                <c:pt idx="2927">
                  <c:v>40701</c:v>
                </c:pt>
                <c:pt idx="2928">
                  <c:v>40702</c:v>
                </c:pt>
                <c:pt idx="2929">
                  <c:v>40703</c:v>
                </c:pt>
                <c:pt idx="2930">
                  <c:v>40704</c:v>
                </c:pt>
                <c:pt idx="2931">
                  <c:v>40707</c:v>
                </c:pt>
                <c:pt idx="2932">
                  <c:v>40708</c:v>
                </c:pt>
                <c:pt idx="2933">
                  <c:v>40709</c:v>
                </c:pt>
                <c:pt idx="2934">
                  <c:v>40710</c:v>
                </c:pt>
                <c:pt idx="2935">
                  <c:v>40711</c:v>
                </c:pt>
                <c:pt idx="2936">
                  <c:v>40714</c:v>
                </c:pt>
                <c:pt idx="2937">
                  <c:v>40715</c:v>
                </c:pt>
                <c:pt idx="2938">
                  <c:v>40716</c:v>
                </c:pt>
                <c:pt idx="2939">
                  <c:v>40717</c:v>
                </c:pt>
                <c:pt idx="2940">
                  <c:v>40718</c:v>
                </c:pt>
                <c:pt idx="2941">
                  <c:v>40721</c:v>
                </c:pt>
                <c:pt idx="2942">
                  <c:v>40722</c:v>
                </c:pt>
                <c:pt idx="2943">
                  <c:v>40723</c:v>
                </c:pt>
                <c:pt idx="2944">
                  <c:v>40724</c:v>
                </c:pt>
                <c:pt idx="2945">
                  <c:v>40725</c:v>
                </c:pt>
                <c:pt idx="2946">
                  <c:v>40728</c:v>
                </c:pt>
                <c:pt idx="2947">
                  <c:v>40729</c:v>
                </c:pt>
                <c:pt idx="2948">
                  <c:v>40730</c:v>
                </c:pt>
                <c:pt idx="2949">
                  <c:v>40731</c:v>
                </c:pt>
                <c:pt idx="2950">
                  <c:v>40732</c:v>
                </c:pt>
                <c:pt idx="2951">
                  <c:v>40735</c:v>
                </c:pt>
                <c:pt idx="2952">
                  <c:v>40736</c:v>
                </c:pt>
                <c:pt idx="2953">
                  <c:v>40737</c:v>
                </c:pt>
                <c:pt idx="2954">
                  <c:v>40738</c:v>
                </c:pt>
                <c:pt idx="2955">
                  <c:v>40739</c:v>
                </c:pt>
                <c:pt idx="2956">
                  <c:v>40742</c:v>
                </c:pt>
                <c:pt idx="2957">
                  <c:v>40743</c:v>
                </c:pt>
                <c:pt idx="2958">
                  <c:v>40744</c:v>
                </c:pt>
                <c:pt idx="2959">
                  <c:v>40745</c:v>
                </c:pt>
                <c:pt idx="2960">
                  <c:v>40746</c:v>
                </c:pt>
                <c:pt idx="2961">
                  <c:v>40749</c:v>
                </c:pt>
                <c:pt idx="2962">
                  <c:v>40750</c:v>
                </c:pt>
                <c:pt idx="2963">
                  <c:v>40751</c:v>
                </c:pt>
                <c:pt idx="2964">
                  <c:v>40752</c:v>
                </c:pt>
                <c:pt idx="2965">
                  <c:v>40753</c:v>
                </c:pt>
                <c:pt idx="2966">
                  <c:v>40756</c:v>
                </c:pt>
                <c:pt idx="2967">
                  <c:v>40757</c:v>
                </c:pt>
                <c:pt idx="2968">
                  <c:v>40758</c:v>
                </c:pt>
                <c:pt idx="2969">
                  <c:v>40759</c:v>
                </c:pt>
                <c:pt idx="2970">
                  <c:v>40760</c:v>
                </c:pt>
                <c:pt idx="2971">
                  <c:v>40763</c:v>
                </c:pt>
                <c:pt idx="2972">
                  <c:v>40764</c:v>
                </c:pt>
                <c:pt idx="2973">
                  <c:v>40765</c:v>
                </c:pt>
                <c:pt idx="2974">
                  <c:v>40766</c:v>
                </c:pt>
                <c:pt idx="2975">
                  <c:v>40767</c:v>
                </c:pt>
                <c:pt idx="2976">
                  <c:v>40770</c:v>
                </c:pt>
                <c:pt idx="2977">
                  <c:v>40771</c:v>
                </c:pt>
                <c:pt idx="2978">
                  <c:v>40772</c:v>
                </c:pt>
                <c:pt idx="2979">
                  <c:v>40773</c:v>
                </c:pt>
                <c:pt idx="2980">
                  <c:v>40774</c:v>
                </c:pt>
                <c:pt idx="2981">
                  <c:v>40777</c:v>
                </c:pt>
                <c:pt idx="2982">
                  <c:v>40778</c:v>
                </c:pt>
                <c:pt idx="2983">
                  <c:v>40779</c:v>
                </c:pt>
                <c:pt idx="2984">
                  <c:v>40780</c:v>
                </c:pt>
                <c:pt idx="2985">
                  <c:v>40781</c:v>
                </c:pt>
                <c:pt idx="2986">
                  <c:v>40784</c:v>
                </c:pt>
                <c:pt idx="2987">
                  <c:v>40785</c:v>
                </c:pt>
                <c:pt idx="2988">
                  <c:v>40786</c:v>
                </c:pt>
                <c:pt idx="2989">
                  <c:v>40787</c:v>
                </c:pt>
                <c:pt idx="2990">
                  <c:v>40788</c:v>
                </c:pt>
                <c:pt idx="2991">
                  <c:v>40791</c:v>
                </c:pt>
                <c:pt idx="2992">
                  <c:v>40792</c:v>
                </c:pt>
                <c:pt idx="2993">
                  <c:v>40793</c:v>
                </c:pt>
                <c:pt idx="2994">
                  <c:v>40794</c:v>
                </c:pt>
                <c:pt idx="2995">
                  <c:v>40795</c:v>
                </c:pt>
                <c:pt idx="2996">
                  <c:v>40798</c:v>
                </c:pt>
                <c:pt idx="2997">
                  <c:v>40799</c:v>
                </c:pt>
                <c:pt idx="2998">
                  <c:v>40800</c:v>
                </c:pt>
                <c:pt idx="2999">
                  <c:v>40801</c:v>
                </c:pt>
                <c:pt idx="3000">
                  <c:v>40802</c:v>
                </c:pt>
                <c:pt idx="3001">
                  <c:v>40805</c:v>
                </c:pt>
                <c:pt idx="3002">
                  <c:v>40806</c:v>
                </c:pt>
                <c:pt idx="3003">
                  <c:v>40807</c:v>
                </c:pt>
                <c:pt idx="3004">
                  <c:v>40808</c:v>
                </c:pt>
                <c:pt idx="3005">
                  <c:v>40809</c:v>
                </c:pt>
                <c:pt idx="3006">
                  <c:v>40812</c:v>
                </c:pt>
                <c:pt idx="3007">
                  <c:v>40813</c:v>
                </c:pt>
                <c:pt idx="3008">
                  <c:v>40814</c:v>
                </c:pt>
                <c:pt idx="3009">
                  <c:v>40815</c:v>
                </c:pt>
                <c:pt idx="3010">
                  <c:v>40816</c:v>
                </c:pt>
                <c:pt idx="3011">
                  <c:v>40819</c:v>
                </c:pt>
                <c:pt idx="3012">
                  <c:v>40820</c:v>
                </c:pt>
                <c:pt idx="3013">
                  <c:v>40821</c:v>
                </c:pt>
                <c:pt idx="3014">
                  <c:v>40822</c:v>
                </c:pt>
                <c:pt idx="3015">
                  <c:v>40823</c:v>
                </c:pt>
                <c:pt idx="3016">
                  <c:v>40826</c:v>
                </c:pt>
                <c:pt idx="3017">
                  <c:v>40827</c:v>
                </c:pt>
                <c:pt idx="3018">
                  <c:v>40828</c:v>
                </c:pt>
                <c:pt idx="3019">
                  <c:v>40829</c:v>
                </c:pt>
                <c:pt idx="3020">
                  <c:v>40830</c:v>
                </c:pt>
                <c:pt idx="3021">
                  <c:v>40833</c:v>
                </c:pt>
                <c:pt idx="3022">
                  <c:v>40834</c:v>
                </c:pt>
                <c:pt idx="3023">
                  <c:v>40835</c:v>
                </c:pt>
                <c:pt idx="3024">
                  <c:v>40836</c:v>
                </c:pt>
                <c:pt idx="3025">
                  <c:v>40837</c:v>
                </c:pt>
                <c:pt idx="3026">
                  <c:v>40840</c:v>
                </c:pt>
                <c:pt idx="3027">
                  <c:v>40841</c:v>
                </c:pt>
                <c:pt idx="3028">
                  <c:v>40842</c:v>
                </c:pt>
                <c:pt idx="3029">
                  <c:v>40843</c:v>
                </c:pt>
                <c:pt idx="3030">
                  <c:v>40844</c:v>
                </c:pt>
                <c:pt idx="3031">
                  <c:v>40847</c:v>
                </c:pt>
                <c:pt idx="3032">
                  <c:v>40848</c:v>
                </c:pt>
                <c:pt idx="3033">
                  <c:v>40849</c:v>
                </c:pt>
                <c:pt idx="3034">
                  <c:v>40850</c:v>
                </c:pt>
                <c:pt idx="3035">
                  <c:v>40851</c:v>
                </c:pt>
                <c:pt idx="3036">
                  <c:v>40854</c:v>
                </c:pt>
                <c:pt idx="3037">
                  <c:v>40855</c:v>
                </c:pt>
                <c:pt idx="3038">
                  <c:v>40856</c:v>
                </c:pt>
                <c:pt idx="3039">
                  <c:v>40857</c:v>
                </c:pt>
                <c:pt idx="3040">
                  <c:v>40858</c:v>
                </c:pt>
                <c:pt idx="3041">
                  <c:v>40861</c:v>
                </c:pt>
                <c:pt idx="3042">
                  <c:v>40862</c:v>
                </c:pt>
                <c:pt idx="3043">
                  <c:v>40863</c:v>
                </c:pt>
                <c:pt idx="3044">
                  <c:v>40864</c:v>
                </c:pt>
                <c:pt idx="3045">
                  <c:v>40865</c:v>
                </c:pt>
                <c:pt idx="3046">
                  <c:v>40868</c:v>
                </c:pt>
                <c:pt idx="3047">
                  <c:v>40869</c:v>
                </c:pt>
                <c:pt idx="3048">
                  <c:v>40870</c:v>
                </c:pt>
                <c:pt idx="3049">
                  <c:v>40871</c:v>
                </c:pt>
                <c:pt idx="3050">
                  <c:v>40872</c:v>
                </c:pt>
                <c:pt idx="3051">
                  <c:v>40875</c:v>
                </c:pt>
                <c:pt idx="3052">
                  <c:v>40876</c:v>
                </c:pt>
                <c:pt idx="3053">
                  <c:v>40877</c:v>
                </c:pt>
                <c:pt idx="3054">
                  <c:v>40878</c:v>
                </c:pt>
                <c:pt idx="3055">
                  <c:v>40879</c:v>
                </c:pt>
                <c:pt idx="3056">
                  <c:v>40882</c:v>
                </c:pt>
                <c:pt idx="3057">
                  <c:v>40883</c:v>
                </c:pt>
                <c:pt idx="3058">
                  <c:v>40884</c:v>
                </c:pt>
                <c:pt idx="3059">
                  <c:v>40885</c:v>
                </c:pt>
                <c:pt idx="3060">
                  <c:v>40886</c:v>
                </c:pt>
                <c:pt idx="3061">
                  <c:v>40889</c:v>
                </c:pt>
                <c:pt idx="3062">
                  <c:v>40890</c:v>
                </c:pt>
                <c:pt idx="3063">
                  <c:v>40891</c:v>
                </c:pt>
                <c:pt idx="3064">
                  <c:v>40892</c:v>
                </c:pt>
                <c:pt idx="3065">
                  <c:v>40893</c:v>
                </c:pt>
                <c:pt idx="3066">
                  <c:v>40896</c:v>
                </c:pt>
                <c:pt idx="3067">
                  <c:v>40897</c:v>
                </c:pt>
                <c:pt idx="3068">
                  <c:v>40898</c:v>
                </c:pt>
                <c:pt idx="3069">
                  <c:v>40899</c:v>
                </c:pt>
                <c:pt idx="3070">
                  <c:v>40900</c:v>
                </c:pt>
                <c:pt idx="3071">
                  <c:v>40903</c:v>
                </c:pt>
                <c:pt idx="3072">
                  <c:v>40904</c:v>
                </c:pt>
                <c:pt idx="3073">
                  <c:v>40905</c:v>
                </c:pt>
                <c:pt idx="3074">
                  <c:v>40906</c:v>
                </c:pt>
                <c:pt idx="3075">
                  <c:v>40907</c:v>
                </c:pt>
                <c:pt idx="3076">
                  <c:v>40910</c:v>
                </c:pt>
                <c:pt idx="3077">
                  <c:v>40911</c:v>
                </c:pt>
                <c:pt idx="3078">
                  <c:v>40912</c:v>
                </c:pt>
                <c:pt idx="3079">
                  <c:v>40913</c:v>
                </c:pt>
                <c:pt idx="3080">
                  <c:v>40914</c:v>
                </c:pt>
                <c:pt idx="3081">
                  <c:v>40917</c:v>
                </c:pt>
                <c:pt idx="3082">
                  <c:v>40918</c:v>
                </c:pt>
                <c:pt idx="3083">
                  <c:v>40919</c:v>
                </c:pt>
                <c:pt idx="3084">
                  <c:v>40920</c:v>
                </c:pt>
                <c:pt idx="3085">
                  <c:v>40921</c:v>
                </c:pt>
                <c:pt idx="3086">
                  <c:v>40924</c:v>
                </c:pt>
                <c:pt idx="3087">
                  <c:v>40925</c:v>
                </c:pt>
                <c:pt idx="3088">
                  <c:v>40926</c:v>
                </c:pt>
                <c:pt idx="3089">
                  <c:v>40927</c:v>
                </c:pt>
                <c:pt idx="3090">
                  <c:v>40928</c:v>
                </c:pt>
                <c:pt idx="3091">
                  <c:v>40931</c:v>
                </c:pt>
                <c:pt idx="3092">
                  <c:v>40932</c:v>
                </c:pt>
                <c:pt idx="3093">
                  <c:v>40933</c:v>
                </c:pt>
                <c:pt idx="3094">
                  <c:v>40934</c:v>
                </c:pt>
                <c:pt idx="3095">
                  <c:v>40935</c:v>
                </c:pt>
                <c:pt idx="3096">
                  <c:v>40938</c:v>
                </c:pt>
                <c:pt idx="3097">
                  <c:v>40939</c:v>
                </c:pt>
                <c:pt idx="3098">
                  <c:v>40940</c:v>
                </c:pt>
                <c:pt idx="3099">
                  <c:v>40941</c:v>
                </c:pt>
                <c:pt idx="3100">
                  <c:v>40942</c:v>
                </c:pt>
                <c:pt idx="3101">
                  <c:v>40945</c:v>
                </c:pt>
                <c:pt idx="3102">
                  <c:v>40946</c:v>
                </c:pt>
                <c:pt idx="3103">
                  <c:v>40947</c:v>
                </c:pt>
                <c:pt idx="3104">
                  <c:v>40948</c:v>
                </c:pt>
                <c:pt idx="3105">
                  <c:v>40949</c:v>
                </c:pt>
                <c:pt idx="3106">
                  <c:v>40952</c:v>
                </c:pt>
                <c:pt idx="3107">
                  <c:v>40953</c:v>
                </c:pt>
                <c:pt idx="3108">
                  <c:v>40954</c:v>
                </c:pt>
                <c:pt idx="3109">
                  <c:v>40955</c:v>
                </c:pt>
                <c:pt idx="3110">
                  <c:v>40956</c:v>
                </c:pt>
                <c:pt idx="3111">
                  <c:v>40959</c:v>
                </c:pt>
                <c:pt idx="3112">
                  <c:v>40960</c:v>
                </c:pt>
                <c:pt idx="3113">
                  <c:v>40961</c:v>
                </c:pt>
                <c:pt idx="3114">
                  <c:v>40962</c:v>
                </c:pt>
                <c:pt idx="3115">
                  <c:v>40963</c:v>
                </c:pt>
                <c:pt idx="3116">
                  <c:v>40966</c:v>
                </c:pt>
                <c:pt idx="3117">
                  <c:v>40967</c:v>
                </c:pt>
                <c:pt idx="3118">
                  <c:v>40968</c:v>
                </c:pt>
                <c:pt idx="3119">
                  <c:v>40969</c:v>
                </c:pt>
                <c:pt idx="3120">
                  <c:v>40970</c:v>
                </c:pt>
                <c:pt idx="3121">
                  <c:v>40973</c:v>
                </c:pt>
                <c:pt idx="3122">
                  <c:v>40974</c:v>
                </c:pt>
                <c:pt idx="3123">
                  <c:v>40975</c:v>
                </c:pt>
                <c:pt idx="3124">
                  <c:v>40976</c:v>
                </c:pt>
                <c:pt idx="3125">
                  <c:v>40977</c:v>
                </c:pt>
                <c:pt idx="3126">
                  <c:v>40980</c:v>
                </c:pt>
                <c:pt idx="3127">
                  <c:v>40981</c:v>
                </c:pt>
                <c:pt idx="3128">
                  <c:v>40982</c:v>
                </c:pt>
                <c:pt idx="3129">
                  <c:v>40983</c:v>
                </c:pt>
                <c:pt idx="3130">
                  <c:v>40984</c:v>
                </c:pt>
                <c:pt idx="3131">
                  <c:v>40987</c:v>
                </c:pt>
                <c:pt idx="3132">
                  <c:v>40988</c:v>
                </c:pt>
                <c:pt idx="3133">
                  <c:v>40989</c:v>
                </c:pt>
                <c:pt idx="3134">
                  <c:v>40990</c:v>
                </c:pt>
                <c:pt idx="3135">
                  <c:v>40991</c:v>
                </c:pt>
                <c:pt idx="3136">
                  <c:v>40994</c:v>
                </c:pt>
                <c:pt idx="3137">
                  <c:v>40995</c:v>
                </c:pt>
                <c:pt idx="3138">
                  <c:v>40996</c:v>
                </c:pt>
                <c:pt idx="3139">
                  <c:v>40997</c:v>
                </c:pt>
                <c:pt idx="3140">
                  <c:v>40998</c:v>
                </c:pt>
                <c:pt idx="3141">
                  <c:v>41001</c:v>
                </c:pt>
                <c:pt idx="3142">
                  <c:v>41002</c:v>
                </c:pt>
                <c:pt idx="3143">
                  <c:v>41003</c:v>
                </c:pt>
                <c:pt idx="3144">
                  <c:v>41004</c:v>
                </c:pt>
                <c:pt idx="3145">
                  <c:v>41005</c:v>
                </c:pt>
                <c:pt idx="3146">
                  <c:v>41008</c:v>
                </c:pt>
                <c:pt idx="3147">
                  <c:v>41009</c:v>
                </c:pt>
                <c:pt idx="3148">
                  <c:v>41010</c:v>
                </c:pt>
                <c:pt idx="3149">
                  <c:v>41011</c:v>
                </c:pt>
                <c:pt idx="3150">
                  <c:v>41012</c:v>
                </c:pt>
                <c:pt idx="3151">
                  <c:v>41015</c:v>
                </c:pt>
                <c:pt idx="3152">
                  <c:v>41016</c:v>
                </c:pt>
                <c:pt idx="3153">
                  <c:v>41017</c:v>
                </c:pt>
                <c:pt idx="3154">
                  <c:v>41018</c:v>
                </c:pt>
                <c:pt idx="3155">
                  <c:v>41019</c:v>
                </c:pt>
                <c:pt idx="3156">
                  <c:v>41022</c:v>
                </c:pt>
                <c:pt idx="3157">
                  <c:v>41023</c:v>
                </c:pt>
                <c:pt idx="3158">
                  <c:v>41024</c:v>
                </c:pt>
                <c:pt idx="3159">
                  <c:v>41025</c:v>
                </c:pt>
                <c:pt idx="3160">
                  <c:v>41026</c:v>
                </c:pt>
                <c:pt idx="3161">
                  <c:v>41029</c:v>
                </c:pt>
                <c:pt idx="3162">
                  <c:v>41030</c:v>
                </c:pt>
                <c:pt idx="3163">
                  <c:v>41031</c:v>
                </c:pt>
                <c:pt idx="3164">
                  <c:v>41032</c:v>
                </c:pt>
                <c:pt idx="3165">
                  <c:v>41033</c:v>
                </c:pt>
                <c:pt idx="3166">
                  <c:v>41036</c:v>
                </c:pt>
                <c:pt idx="3167">
                  <c:v>41037</c:v>
                </c:pt>
                <c:pt idx="3168">
                  <c:v>41038</c:v>
                </c:pt>
                <c:pt idx="3169">
                  <c:v>41039</c:v>
                </c:pt>
                <c:pt idx="3170">
                  <c:v>41040</c:v>
                </c:pt>
                <c:pt idx="3171">
                  <c:v>41043</c:v>
                </c:pt>
                <c:pt idx="3172">
                  <c:v>41044</c:v>
                </c:pt>
                <c:pt idx="3173">
                  <c:v>41045</c:v>
                </c:pt>
                <c:pt idx="3174">
                  <c:v>41046</c:v>
                </c:pt>
                <c:pt idx="3175">
                  <c:v>41047</c:v>
                </c:pt>
                <c:pt idx="3176">
                  <c:v>41050</c:v>
                </c:pt>
                <c:pt idx="3177">
                  <c:v>41051</c:v>
                </c:pt>
                <c:pt idx="3178">
                  <c:v>41052</c:v>
                </c:pt>
                <c:pt idx="3179">
                  <c:v>41053</c:v>
                </c:pt>
                <c:pt idx="3180">
                  <c:v>41054</c:v>
                </c:pt>
                <c:pt idx="3181">
                  <c:v>41057</c:v>
                </c:pt>
                <c:pt idx="3182">
                  <c:v>41058</c:v>
                </c:pt>
                <c:pt idx="3183">
                  <c:v>41059</c:v>
                </c:pt>
                <c:pt idx="3184">
                  <c:v>41060</c:v>
                </c:pt>
                <c:pt idx="3185">
                  <c:v>41061</c:v>
                </c:pt>
                <c:pt idx="3186">
                  <c:v>41064</c:v>
                </c:pt>
                <c:pt idx="3187">
                  <c:v>41065</c:v>
                </c:pt>
                <c:pt idx="3188">
                  <c:v>41066</c:v>
                </c:pt>
                <c:pt idx="3189">
                  <c:v>41067</c:v>
                </c:pt>
                <c:pt idx="3190">
                  <c:v>41068</c:v>
                </c:pt>
                <c:pt idx="3191">
                  <c:v>41071</c:v>
                </c:pt>
                <c:pt idx="3192">
                  <c:v>41072</c:v>
                </c:pt>
                <c:pt idx="3193">
                  <c:v>41073</c:v>
                </c:pt>
                <c:pt idx="3194">
                  <c:v>41074</c:v>
                </c:pt>
                <c:pt idx="3195">
                  <c:v>41075</c:v>
                </c:pt>
                <c:pt idx="3196">
                  <c:v>41078</c:v>
                </c:pt>
                <c:pt idx="3197">
                  <c:v>41079</c:v>
                </c:pt>
                <c:pt idx="3198">
                  <c:v>41080</c:v>
                </c:pt>
                <c:pt idx="3199">
                  <c:v>41081</c:v>
                </c:pt>
                <c:pt idx="3200">
                  <c:v>41082</c:v>
                </c:pt>
                <c:pt idx="3201">
                  <c:v>41085</c:v>
                </c:pt>
                <c:pt idx="3202">
                  <c:v>41086</c:v>
                </c:pt>
                <c:pt idx="3203">
                  <c:v>41087</c:v>
                </c:pt>
                <c:pt idx="3204">
                  <c:v>41088</c:v>
                </c:pt>
                <c:pt idx="3205">
                  <c:v>41089</c:v>
                </c:pt>
                <c:pt idx="3206">
                  <c:v>41092</c:v>
                </c:pt>
                <c:pt idx="3207">
                  <c:v>41093</c:v>
                </c:pt>
                <c:pt idx="3208">
                  <c:v>41094</c:v>
                </c:pt>
                <c:pt idx="3209">
                  <c:v>41095</c:v>
                </c:pt>
                <c:pt idx="3210">
                  <c:v>41096</c:v>
                </c:pt>
                <c:pt idx="3211">
                  <c:v>41099</c:v>
                </c:pt>
                <c:pt idx="3212">
                  <c:v>41100</c:v>
                </c:pt>
                <c:pt idx="3213">
                  <c:v>41101</c:v>
                </c:pt>
                <c:pt idx="3214">
                  <c:v>41102</c:v>
                </c:pt>
                <c:pt idx="3215">
                  <c:v>41103</c:v>
                </c:pt>
                <c:pt idx="3216">
                  <c:v>41106</c:v>
                </c:pt>
                <c:pt idx="3217">
                  <c:v>41107</c:v>
                </c:pt>
                <c:pt idx="3218">
                  <c:v>41108</c:v>
                </c:pt>
                <c:pt idx="3219">
                  <c:v>41109</c:v>
                </c:pt>
                <c:pt idx="3220">
                  <c:v>41110</c:v>
                </c:pt>
                <c:pt idx="3221">
                  <c:v>41113</c:v>
                </c:pt>
                <c:pt idx="3222">
                  <c:v>41114</c:v>
                </c:pt>
                <c:pt idx="3223">
                  <c:v>41115</c:v>
                </c:pt>
                <c:pt idx="3224">
                  <c:v>41116</c:v>
                </c:pt>
                <c:pt idx="3225">
                  <c:v>41117</c:v>
                </c:pt>
                <c:pt idx="3226">
                  <c:v>41120</c:v>
                </c:pt>
                <c:pt idx="3227">
                  <c:v>41121</c:v>
                </c:pt>
                <c:pt idx="3228">
                  <c:v>41122</c:v>
                </c:pt>
                <c:pt idx="3229">
                  <c:v>41123</c:v>
                </c:pt>
                <c:pt idx="3230">
                  <c:v>41124</c:v>
                </c:pt>
                <c:pt idx="3231">
                  <c:v>41127</c:v>
                </c:pt>
                <c:pt idx="3232">
                  <c:v>41128</c:v>
                </c:pt>
                <c:pt idx="3233">
                  <c:v>41129</c:v>
                </c:pt>
                <c:pt idx="3234">
                  <c:v>41130</c:v>
                </c:pt>
                <c:pt idx="3235">
                  <c:v>41131</c:v>
                </c:pt>
                <c:pt idx="3236">
                  <c:v>41134</c:v>
                </c:pt>
                <c:pt idx="3237">
                  <c:v>41135</c:v>
                </c:pt>
                <c:pt idx="3238">
                  <c:v>41136</c:v>
                </c:pt>
                <c:pt idx="3239">
                  <c:v>41137</c:v>
                </c:pt>
                <c:pt idx="3240">
                  <c:v>41138</c:v>
                </c:pt>
                <c:pt idx="3241">
                  <c:v>41141</c:v>
                </c:pt>
                <c:pt idx="3242">
                  <c:v>41142</c:v>
                </c:pt>
                <c:pt idx="3243">
                  <c:v>41143</c:v>
                </c:pt>
                <c:pt idx="3244">
                  <c:v>41144</c:v>
                </c:pt>
                <c:pt idx="3245">
                  <c:v>41145</c:v>
                </c:pt>
                <c:pt idx="3246">
                  <c:v>41148</c:v>
                </c:pt>
                <c:pt idx="3247">
                  <c:v>41149</c:v>
                </c:pt>
                <c:pt idx="3248">
                  <c:v>41150</c:v>
                </c:pt>
                <c:pt idx="3249">
                  <c:v>41151</c:v>
                </c:pt>
                <c:pt idx="3250">
                  <c:v>41152</c:v>
                </c:pt>
                <c:pt idx="3251">
                  <c:v>41155</c:v>
                </c:pt>
                <c:pt idx="3252">
                  <c:v>41156</c:v>
                </c:pt>
                <c:pt idx="3253">
                  <c:v>41157</c:v>
                </c:pt>
                <c:pt idx="3254">
                  <c:v>41158</c:v>
                </c:pt>
                <c:pt idx="3255">
                  <c:v>41159</c:v>
                </c:pt>
                <c:pt idx="3256">
                  <c:v>41162</c:v>
                </c:pt>
                <c:pt idx="3257">
                  <c:v>41163</c:v>
                </c:pt>
                <c:pt idx="3258">
                  <c:v>41164</c:v>
                </c:pt>
                <c:pt idx="3259">
                  <c:v>41165</c:v>
                </c:pt>
                <c:pt idx="3260">
                  <c:v>41166</c:v>
                </c:pt>
                <c:pt idx="3261">
                  <c:v>41169</c:v>
                </c:pt>
                <c:pt idx="3262">
                  <c:v>41170</c:v>
                </c:pt>
                <c:pt idx="3263">
                  <c:v>41171</c:v>
                </c:pt>
                <c:pt idx="3264">
                  <c:v>41172</c:v>
                </c:pt>
                <c:pt idx="3265">
                  <c:v>41173</c:v>
                </c:pt>
                <c:pt idx="3266">
                  <c:v>41176</c:v>
                </c:pt>
                <c:pt idx="3267">
                  <c:v>41177</c:v>
                </c:pt>
                <c:pt idx="3268">
                  <c:v>41178</c:v>
                </c:pt>
                <c:pt idx="3269">
                  <c:v>41179</c:v>
                </c:pt>
                <c:pt idx="3270">
                  <c:v>41180</c:v>
                </c:pt>
                <c:pt idx="3271">
                  <c:v>41183</c:v>
                </c:pt>
                <c:pt idx="3272">
                  <c:v>41184</c:v>
                </c:pt>
                <c:pt idx="3273">
                  <c:v>41185</c:v>
                </c:pt>
                <c:pt idx="3274">
                  <c:v>41186</c:v>
                </c:pt>
                <c:pt idx="3275">
                  <c:v>41187</c:v>
                </c:pt>
                <c:pt idx="3276">
                  <c:v>41190</c:v>
                </c:pt>
                <c:pt idx="3277">
                  <c:v>41191</c:v>
                </c:pt>
                <c:pt idx="3278">
                  <c:v>41192</c:v>
                </c:pt>
                <c:pt idx="3279">
                  <c:v>41193</c:v>
                </c:pt>
                <c:pt idx="3280">
                  <c:v>41194</c:v>
                </c:pt>
                <c:pt idx="3281">
                  <c:v>41197</c:v>
                </c:pt>
                <c:pt idx="3282">
                  <c:v>41198</c:v>
                </c:pt>
                <c:pt idx="3283">
                  <c:v>41199</c:v>
                </c:pt>
                <c:pt idx="3284">
                  <c:v>41200</c:v>
                </c:pt>
                <c:pt idx="3285">
                  <c:v>41201</c:v>
                </c:pt>
                <c:pt idx="3286">
                  <c:v>41204</c:v>
                </c:pt>
                <c:pt idx="3287">
                  <c:v>41205</c:v>
                </c:pt>
                <c:pt idx="3288">
                  <c:v>41206</c:v>
                </c:pt>
                <c:pt idx="3289">
                  <c:v>41207</c:v>
                </c:pt>
                <c:pt idx="3290">
                  <c:v>41208</c:v>
                </c:pt>
                <c:pt idx="3291">
                  <c:v>41211</c:v>
                </c:pt>
                <c:pt idx="3292">
                  <c:v>41212</c:v>
                </c:pt>
                <c:pt idx="3293">
                  <c:v>41213</c:v>
                </c:pt>
                <c:pt idx="3294">
                  <c:v>41214</c:v>
                </c:pt>
                <c:pt idx="3295">
                  <c:v>41215</c:v>
                </c:pt>
                <c:pt idx="3296">
                  <c:v>41218</c:v>
                </c:pt>
                <c:pt idx="3297">
                  <c:v>41219</c:v>
                </c:pt>
                <c:pt idx="3298">
                  <c:v>41220</c:v>
                </c:pt>
                <c:pt idx="3299">
                  <c:v>41221</c:v>
                </c:pt>
                <c:pt idx="3300">
                  <c:v>41222</c:v>
                </c:pt>
                <c:pt idx="3301">
                  <c:v>41225</c:v>
                </c:pt>
                <c:pt idx="3302">
                  <c:v>41226</c:v>
                </c:pt>
                <c:pt idx="3303">
                  <c:v>41227</c:v>
                </c:pt>
                <c:pt idx="3304">
                  <c:v>41228</c:v>
                </c:pt>
                <c:pt idx="3305">
                  <c:v>41229</c:v>
                </c:pt>
                <c:pt idx="3306">
                  <c:v>41232</c:v>
                </c:pt>
                <c:pt idx="3307">
                  <c:v>41233</c:v>
                </c:pt>
                <c:pt idx="3308">
                  <c:v>41234</c:v>
                </c:pt>
                <c:pt idx="3309">
                  <c:v>41235</c:v>
                </c:pt>
                <c:pt idx="3310">
                  <c:v>41236</c:v>
                </c:pt>
                <c:pt idx="3311">
                  <c:v>41239</c:v>
                </c:pt>
                <c:pt idx="3312">
                  <c:v>41240</c:v>
                </c:pt>
                <c:pt idx="3313">
                  <c:v>41241</c:v>
                </c:pt>
                <c:pt idx="3314">
                  <c:v>41242</c:v>
                </c:pt>
                <c:pt idx="3315">
                  <c:v>41243</c:v>
                </c:pt>
                <c:pt idx="3316">
                  <c:v>41246</c:v>
                </c:pt>
                <c:pt idx="3317">
                  <c:v>41247</c:v>
                </c:pt>
                <c:pt idx="3318">
                  <c:v>41248</c:v>
                </c:pt>
                <c:pt idx="3319">
                  <c:v>41249</c:v>
                </c:pt>
                <c:pt idx="3320">
                  <c:v>41250</c:v>
                </c:pt>
                <c:pt idx="3321">
                  <c:v>41253</c:v>
                </c:pt>
                <c:pt idx="3322">
                  <c:v>41254</c:v>
                </c:pt>
                <c:pt idx="3323">
                  <c:v>41255</c:v>
                </c:pt>
                <c:pt idx="3324">
                  <c:v>41256</c:v>
                </c:pt>
                <c:pt idx="3325">
                  <c:v>41257</c:v>
                </c:pt>
                <c:pt idx="3326">
                  <c:v>41260</c:v>
                </c:pt>
                <c:pt idx="3327">
                  <c:v>41261</c:v>
                </c:pt>
                <c:pt idx="3328">
                  <c:v>41262</c:v>
                </c:pt>
                <c:pt idx="3329">
                  <c:v>41263</c:v>
                </c:pt>
                <c:pt idx="3330">
                  <c:v>41264</c:v>
                </c:pt>
                <c:pt idx="3331">
                  <c:v>41267</c:v>
                </c:pt>
                <c:pt idx="3332">
                  <c:v>41268</c:v>
                </c:pt>
                <c:pt idx="3333">
                  <c:v>41269</c:v>
                </c:pt>
                <c:pt idx="3334">
                  <c:v>41270</c:v>
                </c:pt>
                <c:pt idx="3335">
                  <c:v>41271</c:v>
                </c:pt>
                <c:pt idx="3336">
                  <c:v>41274</c:v>
                </c:pt>
                <c:pt idx="3337">
                  <c:v>41275</c:v>
                </c:pt>
                <c:pt idx="3338">
                  <c:v>41276</c:v>
                </c:pt>
                <c:pt idx="3339">
                  <c:v>41277</c:v>
                </c:pt>
                <c:pt idx="3340">
                  <c:v>41278</c:v>
                </c:pt>
                <c:pt idx="3341">
                  <c:v>41281</c:v>
                </c:pt>
                <c:pt idx="3342">
                  <c:v>41282</c:v>
                </c:pt>
                <c:pt idx="3343">
                  <c:v>41283</c:v>
                </c:pt>
                <c:pt idx="3344">
                  <c:v>41284</c:v>
                </c:pt>
                <c:pt idx="3345">
                  <c:v>41285</c:v>
                </c:pt>
                <c:pt idx="3346">
                  <c:v>41288</c:v>
                </c:pt>
                <c:pt idx="3347">
                  <c:v>41289</c:v>
                </c:pt>
                <c:pt idx="3348">
                  <c:v>41290</c:v>
                </c:pt>
                <c:pt idx="3349">
                  <c:v>41291</c:v>
                </c:pt>
                <c:pt idx="3350">
                  <c:v>41292</c:v>
                </c:pt>
                <c:pt idx="3351">
                  <c:v>41295</c:v>
                </c:pt>
                <c:pt idx="3352">
                  <c:v>41296</c:v>
                </c:pt>
                <c:pt idx="3353">
                  <c:v>41297</c:v>
                </c:pt>
                <c:pt idx="3354">
                  <c:v>41298</c:v>
                </c:pt>
                <c:pt idx="3355">
                  <c:v>41299</c:v>
                </c:pt>
                <c:pt idx="3356">
                  <c:v>41302</c:v>
                </c:pt>
                <c:pt idx="3357">
                  <c:v>41303</c:v>
                </c:pt>
                <c:pt idx="3358">
                  <c:v>41304</c:v>
                </c:pt>
                <c:pt idx="3359">
                  <c:v>41305</c:v>
                </c:pt>
                <c:pt idx="3360">
                  <c:v>41306</c:v>
                </c:pt>
                <c:pt idx="3361">
                  <c:v>41309</c:v>
                </c:pt>
                <c:pt idx="3362">
                  <c:v>41310</c:v>
                </c:pt>
                <c:pt idx="3363">
                  <c:v>41311</c:v>
                </c:pt>
                <c:pt idx="3364">
                  <c:v>41312</c:v>
                </c:pt>
                <c:pt idx="3365">
                  <c:v>41313</c:v>
                </c:pt>
                <c:pt idx="3366">
                  <c:v>41316</c:v>
                </c:pt>
                <c:pt idx="3367">
                  <c:v>41317</c:v>
                </c:pt>
                <c:pt idx="3368">
                  <c:v>41318</c:v>
                </c:pt>
                <c:pt idx="3369">
                  <c:v>41319</c:v>
                </c:pt>
                <c:pt idx="3370">
                  <c:v>41320</c:v>
                </c:pt>
                <c:pt idx="3371">
                  <c:v>41323</c:v>
                </c:pt>
                <c:pt idx="3372">
                  <c:v>41324</c:v>
                </c:pt>
                <c:pt idx="3373">
                  <c:v>41325</c:v>
                </c:pt>
                <c:pt idx="3374">
                  <c:v>41326</c:v>
                </c:pt>
                <c:pt idx="3375">
                  <c:v>41327</c:v>
                </c:pt>
                <c:pt idx="3376">
                  <c:v>41330</c:v>
                </c:pt>
                <c:pt idx="3377">
                  <c:v>41331</c:v>
                </c:pt>
                <c:pt idx="3378">
                  <c:v>41332</c:v>
                </c:pt>
                <c:pt idx="3379">
                  <c:v>41333</c:v>
                </c:pt>
                <c:pt idx="3380">
                  <c:v>41334</c:v>
                </c:pt>
                <c:pt idx="3381">
                  <c:v>41337</c:v>
                </c:pt>
                <c:pt idx="3382">
                  <c:v>41338</c:v>
                </c:pt>
                <c:pt idx="3383">
                  <c:v>41339</c:v>
                </c:pt>
                <c:pt idx="3384">
                  <c:v>41340</c:v>
                </c:pt>
                <c:pt idx="3385">
                  <c:v>41341</c:v>
                </c:pt>
                <c:pt idx="3386">
                  <c:v>41344</c:v>
                </c:pt>
                <c:pt idx="3387">
                  <c:v>41345</c:v>
                </c:pt>
                <c:pt idx="3388">
                  <c:v>41346</c:v>
                </c:pt>
                <c:pt idx="3389">
                  <c:v>41347</c:v>
                </c:pt>
                <c:pt idx="3390">
                  <c:v>41348</c:v>
                </c:pt>
                <c:pt idx="3391">
                  <c:v>41351</c:v>
                </c:pt>
                <c:pt idx="3392">
                  <c:v>41352</c:v>
                </c:pt>
                <c:pt idx="3393">
                  <c:v>41353</c:v>
                </c:pt>
                <c:pt idx="3394">
                  <c:v>41354</c:v>
                </c:pt>
                <c:pt idx="3395">
                  <c:v>41355</c:v>
                </c:pt>
                <c:pt idx="3396">
                  <c:v>41358</c:v>
                </c:pt>
                <c:pt idx="3397">
                  <c:v>41359</c:v>
                </c:pt>
                <c:pt idx="3398">
                  <c:v>41360</c:v>
                </c:pt>
                <c:pt idx="3399">
                  <c:v>41361</c:v>
                </c:pt>
                <c:pt idx="3400">
                  <c:v>41362</c:v>
                </c:pt>
                <c:pt idx="3401">
                  <c:v>41365</c:v>
                </c:pt>
                <c:pt idx="3402">
                  <c:v>41366</c:v>
                </c:pt>
                <c:pt idx="3403">
                  <c:v>41367</c:v>
                </c:pt>
                <c:pt idx="3404">
                  <c:v>41368</c:v>
                </c:pt>
                <c:pt idx="3405">
                  <c:v>41369</c:v>
                </c:pt>
                <c:pt idx="3406">
                  <c:v>41372</c:v>
                </c:pt>
                <c:pt idx="3407">
                  <c:v>41373</c:v>
                </c:pt>
                <c:pt idx="3408">
                  <c:v>41374</c:v>
                </c:pt>
                <c:pt idx="3409">
                  <c:v>41375</c:v>
                </c:pt>
                <c:pt idx="3410">
                  <c:v>41376</c:v>
                </c:pt>
                <c:pt idx="3411">
                  <c:v>41379</c:v>
                </c:pt>
                <c:pt idx="3412">
                  <c:v>41380</c:v>
                </c:pt>
                <c:pt idx="3413">
                  <c:v>41381</c:v>
                </c:pt>
                <c:pt idx="3414">
                  <c:v>41382</c:v>
                </c:pt>
                <c:pt idx="3415">
                  <c:v>41383</c:v>
                </c:pt>
                <c:pt idx="3416">
                  <c:v>41386</c:v>
                </c:pt>
                <c:pt idx="3417">
                  <c:v>41387</c:v>
                </c:pt>
                <c:pt idx="3418">
                  <c:v>41388</c:v>
                </c:pt>
                <c:pt idx="3419">
                  <c:v>41389</c:v>
                </c:pt>
                <c:pt idx="3420">
                  <c:v>41390</c:v>
                </c:pt>
                <c:pt idx="3421">
                  <c:v>41393</c:v>
                </c:pt>
                <c:pt idx="3422">
                  <c:v>41394</c:v>
                </c:pt>
                <c:pt idx="3423">
                  <c:v>41395</c:v>
                </c:pt>
                <c:pt idx="3424">
                  <c:v>41396</c:v>
                </c:pt>
                <c:pt idx="3425">
                  <c:v>41397</c:v>
                </c:pt>
                <c:pt idx="3426">
                  <c:v>41400</c:v>
                </c:pt>
                <c:pt idx="3427">
                  <c:v>41401</c:v>
                </c:pt>
                <c:pt idx="3428">
                  <c:v>41402</c:v>
                </c:pt>
                <c:pt idx="3429">
                  <c:v>41403</c:v>
                </c:pt>
                <c:pt idx="3430">
                  <c:v>41404</c:v>
                </c:pt>
                <c:pt idx="3431">
                  <c:v>41407</c:v>
                </c:pt>
                <c:pt idx="3432">
                  <c:v>41408</c:v>
                </c:pt>
                <c:pt idx="3433">
                  <c:v>41409</c:v>
                </c:pt>
                <c:pt idx="3434">
                  <c:v>41410</c:v>
                </c:pt>
                <c:pt idx="3435">
                  <c:v>41411</c:v>
                </c:pt>
                <c:pt idx="3436">
                  <c:v>41414</c:v>
                </c:pt>
                <c:pt idx="3437">
                  <c:v>41415</c:v>
                </c:pt>
                <c:pt idx="3438">
                  <c:v>41416</c:v>
                </c:pt>
                <c:pt idx="3439">
                  <c:v>41417</c:v>
                </c:pt>
                <c:pt idx="3440">
                  <c:v>41418</c:v>
                </c:pt>
                <c:pt idx="3441">
                  <c:v>41421</c:v>
                </c:pt>
                <c:pt idx="3442">
                  <c:v>41422</c:v>
                </c:pt>
                <c:pt idx="3443">
                  <c:v>41423</c:v>
                </c:pt>
                <c:pt idx="3444">
                  <c:v>41424</c:v>
                </c:pt>
                <c:pt idx="3445">
                  <c:v>41425</c:v>
                </c:pt>
                <c:pt idx="3446">
                  <c:v>41428</c:v>
                </c:pt>
                <c:pt idx="3447">
                  <c:v>41429</c:v>
                </c:pt>
                <c:pt idx="3448">
                  <c:v>41430</c:v>
                </c:pt>
                <c:pt idx="3449">
                  <c:v>41431</c:v>
                </c:pt>
                <c:pt idx="3450">
                  <c:v>41432</c:v>
                </c:pt>
                <c:pt idx="3451">
                  <c:v>41435</c:v>
                </c:pt>
                <c:pt idx="3452">
                  <c:v>41436</c:v>
                </c:pt>
                <c:pt idx="3453">
                  <c:v>41437</c:v>
                </c:pt>
                <c:pt idx="3454">
                  <c:v>41438</c:v>
                </c:pt>
                <c:pt idx="3455">
                  <c:v>41439</c:v>
                </c:pt>
                <c:pt idx="3456">
                  <c:v>41442</c:v>
                </c:pt>
                <c:pt idx="3457">
                  <c:v>41443</c:v>
                </c:pt>
                <c:pt idx="3458">
                  <c:v>41444</c:v>
                </c:pt>
                <c:pt idx="3459">
                  <c:v>41445</c:v>
                </c:pt>
                <c:pt idx="3460">
                  <c:v>41446</c:v>
                </c:pt>
                <c:pt idx="3461">
                  <c:v>41449</c:v>
                </c:pt>
                <c:pt idx="3462">
                  <c:v>41450</c:v>
                </c:pt>
                <c:pt idx="3463">
                  <c:v>41451</c:v>
                </c:pt>
                <c:pt idx="3464">
                  <c:v>41452</c:v>
                </c:pt>
                <c:pt idx="3465">
                  <c:v>41453</c:v>
                </c:pt>
                <c:pt idx="3466">
                  <c:v>41456</c:v>
                </c:pt>
                <c:pt idx="3467">
                  <c:v>41457</c:v>
                </c:pt>
                <c:pt idx="3468">
                  <c:v>41458</c:v>
                </c:pt>
                <c:pt idx="3469">
                  <c:v>41459</c:v>
                </c:pt>
                <c:pt idx="3470">
                  <c:v>41460</c:v>
                </c:pt>
                <c:pt idx="3471">
                  <c:v>41463</c:v>
                </c:pt>
                <c:pt idx="3472">
                  <c:v>41464</c:v>
                </c:pt>
                <c:pt idx="3473">
                  <c:v>41465</c:v>
                </c:pt>
                <c:pt idx="3474">
                  <c:v>41466</c:v>
                </c:pt>
                <c:pt idx="3475">
                  <c:v>41467</c:v>
                </c:pt>
                <c:pt idx="3476">
                  <c:v>41470</c:v>
                </c:pt>
                <c:pt idx="3477">
                  <c:v>41471</c:v>
                </c:pt>
                <c:pt idx="3478">
                  <c:v>41472</c:v>
                </c:pt>
                <c:pt idx="3479">
                  <c:v>41473</c:v>
                </c:pt>
                <c:pt idx="3480">
                  <c:v>41474</c:v>
                </c:pt>
                <c:pt idx="3481">
                  <c:v>41477</c:v>
                </c:pt>
                <c:pt idx="3482">
                  <c:v>41478</c:v>
                </c:pt>
                <c:pt idx="3483">
                  <c:v>41479</c:v>
                </c:pt>
                <c:pt idx="3484">
                  <c:v>41480</c:v>
                </c:pt>
                <c:pt idx="3485">
                  <c:v>41481</c:v>
                </c:pt>
                <c:pt idx="3486">
                  <c:v>41484</c:v>
                </c:pt>
                <c:pt idx="3487">
                  <c:v>41485</c:v>
                </c:pt>
                <c:pt idx="3488">
                  <c:v>41486</c:v>
                </c:pt>
                <c:pt idx="3489">
                  <c:v>41487</c:v>
                </c:pt>
                <c:pt idx="3490">
                  <c:v>41488</c:v>
                </c:pt>
                <c:pt idx="3491">
                  <c:v>41491</c:v>
                </c:pt>
                <c:pt idx="3492">
                  <c:v>41492</c:v>
                </c:pt>
                <c:pt idx="3493">
                  <c:v>41493</c:v>
                </c:pt>
                <c:pt idx="3494">
                  <c:v>41494</c:v>
                </c:pt>
                <c:pt idx="3495">
                  <c:v>41495</c:v>
                </c:pt>
                <c:pt idx="3496">
                  <c:v>41498</c:v>
                </c:pt>
                <c:pt idx="3497">
                  <c:v>41499</c:v>
                </c:pt>
                <c:pt idx="3498">
                  <c:v>41500</c:v>
                </c:pt>
                <c:pt idx="3499">
                  <c:v>41501</c:v>
                </c:pt>
                <c:pt idx="3500">
                  <c:v>41502</c:v>
                </c:pt>
                <c:pt idx="3501">
                  <c:v>41505</c:v>
                </c:pt>
                <c:pt idx="3502">
                  <c:v>41506</c:v>
                </c:pt>
                <c:pt idx="3503">
                  <c:v>41507</c:v>
                </c:pt>
                <c:pt idx="3504">
                  <c:v>41508</c:v>
                </c:pt>
                <c:pt idx="3505">
                  <c:v>41509</c:v>
                </c:pt>
                <c:pt idx="3506">
                  <c:v>41512</c:v>
                </c:pt>
                <c:pt idx="3507">
                  <c:v>41513</c:v>
                </c:pt>
                <c:pt idx="3508">
                  <c:v>41514</c:v>
                </c:pt>
                <c:pt idx="3509">
                  <c:v>41515</c:v>
                </c:pt>
                <c:pt idx="3510">
                  <c:v>41516</c:v>
                </c:pt>
                <c:pt idx="3511">
                  <c:v>41519</c:v>
                </c:pt>
                <c:pt idx="3512">
                  <c:v>41520</c:v>
                </c:pt>
                <c:pt idx="3513">
                  <c:v>41521</c:v>
                </c:pt>
                <c:pt idx="3514">
                  <c:v>41522</c:v>
                </c:pt>
                <c:pt idx="3515">
                  <c:v>41523</c:v>
                </c:pt>
                <c:pt idx="3516">
                  <c:v>41526</c:v>
                </c:pt>
                <c:pt idx="3517">
                  <c:v>41527</c:v>
                </c:pt>
                <c:pt idx="3518">
                  <c:v>41528</c:v>
                </c:pt>
                <c:pt idx="3519">
                  <c:v>41529</c:v>
                </c:pt>
                <c:pt idx="3520">
                  <c:v>41530</c:v>
                </c:pt>
                <c:pt idx="3521">
                  <c:v>41533</c:v>
                </c:pt>
                <c:pt idx="3522">
                  <c:v>41534</c:v>
                </c:pt>
                <c:pt idx="3523">
                  <c:v>41535</c:v>
                </c:pt>
                <c:pt idx="3524">
                  <c:v>41536</c:v>
                </c:pt>
                <c:pt idx="3525">
                  <c:v>41537</c:v>
                </c:pt>
                <c:pt idx="3526">
                  <c:v>41540</c:v>
                </c:pt>
                <c:pt idx="3527">
                  <c:v>41541</c:v>
                </c:pt>
                <c:pt idx="3528">
                  <c:v>41542</c:v>
                </c:pt>
                <c:pt idx="3529">
                  <c:v>41543</c:v>
                </c:pt>
                <c:pt idx="3530">
                  <c:v>41544</c:v>
                </c:pt>
                <c:pt idx="3531">
                  <c:v>41547</c:v>
                </c:pt>
                <c:pt idx="3532">
                  <c:v>41548</c:v>
                </c:pt>
                <c:pt idx="3533">
                  <c:v>41549</c:v>
                </c:pt>
                <c:pt idx="3534">
                  <c:v>41550</c:v>
                </c:pt>
                <c:pt idx="3535">
                  <c:v>41551</c:v>
                </c:pt>
                <c:pt idx="3536">
                  <c:v>41554</c:v>
                </c:pt>
                <c:pt idx="3537">
                  <c:v>41555</c:v>
                </c:pt>
                <c:pt idx="3538">
                  <c:v>41556</c:v>
                </c:pt>
                <c:pt idx="3539">
                  <c:v>41557</c:v>
                </c:pt>
                <c:pt idx="3540">
                  <c:v>41558</c:v>
                </c:pt>
                <c:pt idx="3541">
                  <c:v>41561</c:v>
                </c:pt>
                <c:pt idx="3542">
                  <c:v>41562</c:v>
                </c:pt>
                <c:pt idx="3543">
                  <c:v>41563</c:v>
                </c:pt>
                <c:pt idx="3544">
                  <c:v>41564</c:v>
                </c:pt>
                <c:pt idx="3545">
                  <c:v>41565</c:v>
                </c:pt>
                <c:pt idx="3546">
                  <c:v>41568</c:v>
                </c:pt>
                <c:pt idx="3547">
                  <c:v>41569</c:v>
                </c:pt>
                <c:pt idx="3548">
                  <c:v>41570</c:v>
                </c:pt>
                <c:pt idx="3549">
                  <c:v>41571</c:v>
                </c:pt>
                <c:pt idx="3550">
                  <c:v>41572</c:v>
                </c:pt>
                <c:pt idx="3551">
                  <c:v>41575</c:v>
                </c:pt>
                <c:pt idx="3552">
                  <c:v>41576</c:v>
                </c:pt>
                <c:pt idx="3553">
                  <c:v>41577</c:v>
                </c:pt>
                <c:pt idx="3554">
                  <c:v>41578</c:v>
                </c:pt>
                <c:pt idx="3555">
                  <c:v>41579</c:v>
                </c:pt>
                <c:pt idx="3556">
                  <c:v>41582</c:v>
                </c:pt>
                <c:pt idx="3557">
                  <c:v>41583</c:v>
                </c:pt>
                <c:pt idx="3558">
                  <c:v>41584</c:v>
                </c:pt>
                <c:pt idx="3559">
                  <c:v>41585</c:v>
                </c:pt>
                <c:pt idx="3560">
                  <c:v>41586</c:v>
                </c:pt>
                <c:pt idx="3561">
                  <c:v>41589</c:v>
                </c:pt>
                <c:pt idx="3562">
                  <c:v>41590</c:v>
                </c:pt>
                <c:pt idx="3563">
                  <c:v>41591</c:v>
                </c:pt>
                <c:pt idx="3564">
                  <c:v>41592</c:v>
                </c:pt>
                <c:pt idx="3565">
                  <c:v>41593</c:v>
                </c:pt>
                <c:pt idx="3566">
                  <c:v>41596</c:v>
                </c:pt>
                <c:pt idx="3567">
                  <c:v>41597</c:v>
                </c:pt>
                <c:pt idx="3568">
                  <c:v>41598</c:v>
                </c:pt>
                <c:pt idx="3569">
                  <c:v>41599</c:v>
                </c:pt>
                <c:pt idx="3570">
                  <c:v>41600</c:v>
                </c:pt>
                <c:pt idx="3571">
                  <c:v>41603</c:v>
                </c:pt>
                <c:pt idx="3572">
                  <c:v>41604</c:v>
                </c:pt>
                <c:pt idx="3573">
                  <c:v>41605</c:v>
                </c:pt>
                <c:pt idx="3574">
                  <c:v>41606</c:v>
                </c:pt>
                <c:pt idx="3575">
                  <c:v>41607</c:v>
                </c:pt>
                <c:pt idx="3576">
                  <c:v>41610</c:v>
                </c:pt>
                <c:pt idx="3577">
                  <c:v>41611</c:v>
                </c:pt>
                <c:pt idx="3578">
                  <c:v>41612</c:v>
                </c:pt>
                <c:pt idx="3579">
                  <c:v>41613</c:v>
                </c:pt>
                <c:pt idx="3580">
                  <c:v>41614</c:v>
                </c:pt>
                <c:pt idx="3581">
                  <c:v>41617</c:v>
                </c:pt>
                <c:pt idx="3582">
                  <c:v>41618</c:v>
                </c:pt>
                <c:pt idx="3583">
                  <c:v>41619</c:v>
                </c:pt>
                <c:pt idx="3584">
                  <c:v>41620</c:v>
                </c:pt>
                <c:pt idx="3585">
                  <c:v>41621</c:v>
                </c:pt>
                <c:pt idx="3586">
                  <c:v>41624</c:v>
                </c:pt>
                <c:pt idx="3587">
                  <c:v>41625</c:v>
                </c:pt>
                <c:pt idx="3588">
                  <c:v>41626</c:v>
                </c:pt>
                <c:pt idx="3589">
                  <c:v>41627</c:v>
                </c:pt>
                <c:pt idx="3590">
                  <c:v>41628</c:v>
                </c:pt>
                <c:pt idx="3591">
                  <c:v>41631</c:v>
                </c:pt>
                <c:pt idx="3592">
                  <c:v>41632</c:v>
                </c:pt>
                <c:pt idx="3593">
                  <c:v>41633</c:v>
                </c:pt>
                <c:pt idx="3594">
                  <c:v>41634</c:v>
                </c:pt>
                <c:pt idx="3595">
                  <c:v>41635</c:v>
                </c:pt>
                <c:pt idx="3596">
                  <c:v>41638</c:v>
                </c:pt>
                <c:pt idx="3597">
                  <c:v>41639</c:v>
                </c:pt>
                <c:pt idx="3598">
                  <c:v>41640</c:v>
                </c:pt>
                <c:pt idx="3599">
                  <c:v>41641</c:v>
                </c:pt>
                <c:pt idx="3600">
                  <c:v>41642</c:v>
                </c:pt>
                <c:pt idx="3601">
                  <c:v>41645</c:v>
                </c:pt>
                <c:pt idx="3602">
                  <c:v>41646</c:v>
                </c:pt>
                <c:pt idx="3603">
                  <c:v>41647</c:v>
                </c:pt>
                <c:pt idx="3604">
                  <c:v>41648</c:v>
                </c:pt>
                <c:pt idx="3605">
                  <c:v>41649</c:v>
                </c:pt>
                <c:pt idx="3606">
                  <c:v>41652</c:v>
                </c:pt>
                <c:pt idx="3607">
                  <c:v>41653</c:v>
                </c:pt>
                <c:pt idx="3608">
                  <c:v>41654</c:v>
                </c:pt>
                <c:pt idx="3609">
                  <c:v>41655</c:v>
                </c:pt>
                <c:pt idx="3610">
                  <c:v>41656</c:v>
                </c:pt>
                <c:pt idx="3611">
                  <c:v>41659</c:v>
                </c:pt>
                <c:pt idx="3612">
                  <c:v>41660</c:v>
                </c:pt>
                <c:pt idx="3613">
                  <c:v>41661</c:v>
                </c:pt>
                <c:pt idx="3614">
                  <c:v>41662</c:v>
                </c:pt>
                <c:pt idx="3615">
                  <c:v>41663</c:v>
                </c:pt>
                <c:pt idx="3616">
                  <c:v>41666</c:v>
                </c:pt>
                <c:pt idx="3617">
                  <c:v>41667</c:v>
                </c:pt>
                <c:pt idx="3618">
                  <c:v>41668</c:v>
                </c:pt>
                <c:pt idx="3619">
                  <c:v>41669</c:v>
                </c:pt>
                <c:pt idx="3620">
                  <c:v>41670</c:v>
                </c:pt>
                <c:pt idx="3621">
                  <c:v>41673</c:v>
                </c:pt>
                <c:pt idx="3622">
                  <c:v>41674</c:v>
                </c:pt>
                <c:pt idx="3623">
                  <c:v>41675</c:v>
                </c:pt>
                <c:pt idx="3624">
                  <c:v>41676</c:v>
                </c:pt>
                <c:pt idx="3625">
                  <c:v>41677</c:v>
                </c:pt>
                <c:pt idx="3626">
                  <c:v>41680</c:v>
                </c:pt>
                <c:pt idx="3627">
                  <c:v>41681</c:v>
                </c:pt>
                <c:pt idx="3628">
                  <c:v>41682</c:v>
                </c:pt>
                <c:pt idx="3629">
                  <c:v>41683</c:v>
                </c:pt>
                <c:pt idx="3630">
                  <c:v>41684</c:v>
                </c:pt>
                <c:pt idx="3631">
                  <c:v>41687</c:v>
                </c:pt>
                <c:pt idx="3632">
                  <c:v>41688</c:v>
                </c:pt>
                <c:pt idx="3633">
                  <c:v>41689</c:v>
                </c:pt>
                <c:pt idx="3634">
                  <c:v>41690</c:v>
                </c:pt>
                <c:pt idx="3635">
                  <c:v>41691</c:v>
                </c:pt>
                <c:pt idx="3636">
                  <c:v>41694</c:v>
                </c:pt>
                <c:pt idx="3637">
                  <c:v>41695</c:v>
                </c:pt>
                <c:pt idx="3638">
                  <c:v>41696</c:v>
                </c:pt>
                <c:pt idx="3639">
                  <c:v>41697</c:v>
                </c:pt>
                <c:pt idx="3640">
                  <c:v>41698</c:v>
                </c:pt>
                <c:pt idx="3641">
                  <c:v>41701</c:v>
                </c:pt>
                <c:pt idx="3642">
                  <c:v>41702</c:v>
                </c:pt>
                <c:pt idx="3643">
                  <c:v>41703</c:v>
                </c:pt>
                <c:pt idx="3644">
                  <c:v>41704</c:v>
                </c:pt>
                <c:pt idx="3645">
                  <c:v>41705</c:v>
                </c:pt>
                <c:pt idx="3646">
                  <c:v>41708</c:v>
                </c:pt>
                <c:pt idx="3647">
                  <c:v>41709</c:v>
                </c:pt>
                <c:pt idx="3648">
                  <c:v>41710</c:v>
                </c:pt>
                <c:pt idx="3649">
                  <c:v>41711</c:v>
                </c:pt>
                <c:pt idx="3650">
                  <c:v>41712</c:v>
                </c:pt>
                <c:pt idx="3651">
                  <c:v>41715</c:v>
                </c:pt>
                <c:pt idx="3652">
                  <c:v>41716</c:v>
                </c:pt>
                <c:pt idx="3653">
                  <c:v>41717</c:v>
                </c:pt>
                <c:pt idx="3654">
                  <c:v>41718</c:v>
                </c:pt>
                <c:pt idx="3655">
                  <c:v>41719</c:v>
                </c:pt>
                <c:pt idx="3656">
                  <c:v>41722</c:v>
                </c:pt>
                <c:pt idx="3657">
                  <c:v>41723</c:v>
                </c:pt>
                <c:pt idx="3658">
                  <c:v>41724</c:v>
                </c:pt>
                <c:pt idx="3659">
                  <c:v>41725</c:v>
                </c:pt>
                <c:pt idx="3660">
                  <c:v>41726</c:v>
                </c:pt>
                <c:pt idx="3661">
                  <c:v>41729</c:v>
                </c:pt>
                <c:pt idx="3662">
                  <c:v>41730</c:v>
                </c:pt>
                <c:pt idx="3663">
                  <c:v>41731</c:v>
                </c:pt>
                <c:pt idx="3664">
                  <c:v>41732</c:v>
                </c:pt>
                <c:pt idx="3665">
                  <c:v>41733</c:v>
                </c:pt>
                <c:pt idx="3666">
                  <c:v>41736</c:v>
                </c:pt>
                <c:pt idx="3667">
                  <c:v>41737</c:v>
                </c:pt>
                <c:pt idx="3668">
                  <c:v>41738</c:v>
                </c:pt>
                <c:pt idx="3669">
                  <c:v>41739</c:v>
                </c:pt>
                <c:pt idx="3670">
                  <c:v>41740</c:v>
                </c:pt>
                <c:pt idx="3671">
                  <c:v>41743</c:v>
                </c:pt>
                <c:pt idx="3672">
                  <c:v>41744</c:v>
                </c:pt>
                <c:pt idx="3673">
                  <c:v>41745</c:v>
                </c:pt>
                <c:pt idx="3674">
                  <c:v>41746</c:v>
                </c:pt>
                <c:pt idx="3675">
                  <c:v>41747</c:v>
                </c:pt>
                <c:pt idx="3676">
                  <c:v>41750</c:v>
                </c:pt>
                <c:pt idx="3677">
                  <c:v>41751</c:v>
                </c:pt>
                <c:pt idx="3678">
                  <c:v>41752</c:v>
                </c:pt>
                <c:pt idx="3679">
                  <c:v>41753</c:v>
                </c:pt>
                <c:pt idx="3680">
                  <c:v>41754</c:v>
                </c:pt>
                <c:pt idx="3681">
                  <c:v>41757</c:v>
                </c:pt>
                <c:pt idx="3682">
                  <c:v>41758</c:v>
                </c:pt>
                <c:pt idx="3683">
                  <c:v>41759</c:v>
                </c:pt>
                <c:pt idx="3684">
                  <c:v>41760</c:v>
                </c:pt>
                <c:pt idx="3685">
                  <c:v>41761</c:v>
                </c:pt>
                <c:pt idx="3686">
                  <c:v>41764</c:v>
                </c:pt>
                <c:pt idx="3687">
                  <c:v>41765</c:v>
                </c:pt>
                <c:pt idx="3688">
                  <c:v>41766</c:v>
                </c:pt>
                <c:pt idx="3689">
                  <c:v>41767</c:v>
                </c:pt>
                <c:pt idx="3690">
                  <c:v>41768</c:v>
                </c:pt>
                <c:pt idx="3691">
                  <c:v>41771</c:v>
                </c:pt>
                <c:pt idx="3692">
                  <c:v>41772</c:v>
                </c:pt>
                <c:pt idx="3693">
                  <c:v>41773</c:v>
                </c:pt>
                <c:pt idx="3694">
                  <c:v>41774</c:v>
                </c:pt>
                <c:pt idx="3695">
                  <c:v>41775</c:v>
                </c:pt>
                <c:pt idx="3696">
                  <c:v>41778</c:v>
                </c:pt>
                <c:pt idx="3697">
                  <c:v>41779</c:v>
                </c:pt>
                <c:pt idx="3698">
                  <c:v>41780</c:v>
                </c:pt>
                <c:pt idx="3699">
                  <c:v>41781</c:v>
                </c:pt>
                <c:pt idx="3700">
                  <c:v>41782</c:v>
                </c:pt>
                <c:pt idx="3701">
                  <c:v>41785</c:v>
                </c:pt>
                <c:pt idx="3702">
                  <c:v>41786</c:v>
                </c:pt>
                <c:pt idx="3703">
                  <c:v>41787</c:v>
                </c:pt>
                <c:pt idx="3704">
                  <c:v>41788</c:v>
                </c:pt>
                <c:pt idx="3705">
                  <c:v>41789</c:v>
                </c:pt>
                <c:pt idx="3706">
                  <c:v>41792</c:v>
                </c:pt>
                <c:pt idx="3707">
                  <c:v>41793</c:v>
                </c:pt>
                <c:pt idx="3708">
                  <c:v>41794</c:v>
                </c:pt>
                <c:pt idx="3709">
                  <c:v>41795</c:v>
                </c:pt>
                <c:pt idx="3710">
                  <c:v>41796</c:v>
                </c:pt>
                <c:pt idx="3711">
                  <c:v>41799</c:v>
                </c:pt>
                <c:pt idx="3712">
                  <c:v>41800</c:v>
                </c:pt>
                <c:pt idx="3713">
                  <c:v>41801</c:v>
                </c:pt>
                <c:pt idx="3714">
                  <c:v>41802</c:v>
                </c:pt>
                <c:pt idx="3715">
                  <c:v>41803</c:v>
                </c:pt>
                <c:pt idx="3716">
                  <c:v>41806</c:v>
                </c:pt>
                <c:pt idx="3717">
                  <c:v>41807</c:v>
                </c:pt>
                <c:pt idx="3718">
                  <c:v>41808</c:v>
                </c:pt>
                <c:pt idx="3719">
                  <c:v>41809</c:v>
                </c:pt>
                <c:pt idx="3720">
                  <c:v>41810</c:v>
                </c:pt>
                <c:pt idx="3721">
                  <c:v>41813</c:v>
                </c:pt>
                <c:pt idx="3722">
                  <c:v>41814</c:v>
                </c:pt>
                <c:pt idx="3723">
                  <c:v>41815</c:v>
                </c:pt>
                <c:pt idx="3724">
                  <c:v>41816</c:v>
                </c:pt>
                <c:pt idx="3725">
                  <c:v>41817</c:v>
                </c:pt>
                <c:pt idx="3726">
                  <c:v>41820</c:v>
                </c:pt>
                <c:pt idx="3727">
                  <c:v>41821</c:v>
                </c:pt>
                <c:pt idx="3728">
                  <c:v>41822</c:v>
                </c:pt>
                <c:pt idx="3729">
                  <c:v>41823</c:v>
                </c:pt>
                <c:pt idx="3730">
                  <c:v>41824</c:v>
                </c:pt>
                <c:pt idx="3731">
                  <c:v>41827</c:v>
                </c:pt>
                <c:pt idx="3732">
                  <c:v>41828</c:v>
                </c:pt>
                <c:pt idx="3733">
                  <c:v>41829</c:v>
                </c:pt>
                <c:pt idx="3734">
                  <c:v>41830</c:v>
                </c:pt>
                <c:pt idx="3735">
                  <c:v>41831</c:v>
                </c:pt>
                <c:pt idx="3736">
                  <c:v>41834</c:v>
                </c:pt>
                <c:pt idx="3737">
                  <c:v>41835</c:v>
                </c:pt>
                <c:pt idx="3738">
                  <c:v>41836</c:v>
                </c:pt>
                <c:pt idx="3739">
                  <c:v>41837</c:v>
                </c:pt>
                <c:pt idx="3740">
                  <c:v>41838</c:v>
                </c:pt>
                <c:pt idx="3741">
                  <c:v>41841</c:v>
                </c:pt>
                <c:pt idx="3742">
                  <c:v>41842</c:v>
                </c:pt>
                <c:pt idx="3743">
                  <c:v>41843</c:v>
                </c:pt>
                <c:pt idx="3744">
                  <c:v>41844</c:v>
                </c:pt>
                <c:pt idx="3745">
                  <c:v>41845</c:v>
                </c:pt>
                <c:pt idx="3746">
                  <c:v>41848</c:v>
                </c:pt>
                <c:pt idx="3747">
                  <c:v>41849</c:v>
                </c:pt>
                <c:pt idx="3748">
                  <c:v>41850</c:v>
                </c:pt>
                <c:pt idx="3749">
                  <c:v>41851</c:v>
                </c:pt>
                <c:pt idx="3750">
                  <c:v>41852</c:v>
                </c:pt>
                <c:pt idx="3751">
                  <c:v>41855</c:v>
                </c:pt>
                <c:pt idx="3752">
                  <c:v>41856</c:v>
                </c:pt>
                <c:pt idx="3753">
                  <c:v>41857</c:v>
                </c:pt>
                <c:pt idx="3754">
                  <c:v>41858</c:v>
                </c:pt>
                <c:pt idx="3755">
                  <c:v>41859</c:v>
                </c:pt>
                <c:pt idx="3756">
                  <c:v>41862</c:v>
                </c:pt>
                <c:pt idx="3757">
                  <c:v>41863</c:v>
                </c:pt>
                <c:pt idx="3758">
                  <c:v>41864</c:v>
                </c:pt>
                <c:pt idx="3759">
                  <c:v>41865</c:v>
                </c:pt>
                <c:pt idx="3760">
                  <c:v>41866</c:v>
                </c:pt>
                <c:pt idx="3761">
                  <c:v>41869</c:v>
                </c:pt>
                <c:pt idx="3762">
                  <c:v>41870</c:v>
                </c:pt>
                <c:pt idx="3763">
                  <c:v>41871</c:v>
                </c:pt>
                <c:pt idx="3764">
                  <c:v>41872</c:v>
                </c:pt>
                <c:pt idx="3765">
                  <c:v>41873</c:v>
                </c:pt>
                <c:pt idx="3766">
                  <c:v>41876</c:v>
                </c:pt>
                <c:pt idx="3767">
                  <c:v>41877</c:v>
                </c:pt>
                <c:pt idx="3768">
                  <c:v>41878</c:v>
                </c:pt>
                <c:pt idx="3769">
                  <c:v>41879</c:v>
                </c:pt>
                <c:pt idx="3770">
                  <c:v>41880</c:v>
                </c:pt>
                <c:pt idx="3771">
                  <c:v>41883</c:v>
                </c:pt>
                <c:pt idx="3772">
                  <c:v>41884</c:v>
                </c:pt>
                <c:pt idx="3773">
                  <c:v>41885</c:v>
                </c:pt>
                <c:pt idx="3774">
                  <c:v>41886</c:v>
                </c:pt>
                <c:pt idx="3775">
                  <c:v>41887</c:v>
                </c:pt>
                <c:pt idx="3776">
                  <c:v>41890</c:v>
                </c:pt>
                <c:pt idx="3777">
                  <c:v>41891</c:v>
                </c:pt>
                <c:pt idx="3778">
                  <c:v>41892</c:v>
                </c:pt>
                <c:pt idx="3779">
                  <c:v>41893</c:v>
                </c:pt>
                <c:pt idx="3780">
                  <c:v>41894</c:v>
                </c:pt>
                <c:pt idx="3781">
                  <c:v>41897</c:v>
                </c:pt>
                <c:pt idx="3782">
                  <c:v>41898</c:v>
                </c:pt>
                <c:pt idx="3783">
                  <c:v>41899</c:v>
                </c:pt>
                <c:pt idx="3784">
                  <c:v>41900</c:v>
                </c:pt>
                <c:pt idx="3785">
                  <c:v>41901</c:v>
                </c:pt>
                <c:pt idx="3786">
                  <c:v>41904</c:v>
                </c:pt>
                <c:pt idx="3787">
                  <c:v>41905</c:v>
                </c:pt>
                <c:pt idx="3788">
                  <c:v>41906</c:v>
                </c:pt>
                <c:pt idx="3789">
                  <c:v>41907</c:v>
                </c:pt>
                <c:pt idx="3790">
                  <c:v>41908</c:v>
                </c:pt>
                <c:pt idx="3791">
                  <c:v>41911</c:v>
                </c:pt>
                <c:pt idx="3792">
                  <c:v>41912</c:v>
                </c:pt>
                <c:pt idx="3793">
                  <c:v>41913</c:v>
                </c:pt>
                <c:pt idx="3794">
                  <c:v>41914</c:v>
                </c:pt>
                <c:pt idx="3795">
                  <c:v>41915</c:v>
                </c:pt>
                <c:pt idx="3796">
                  <c:v>41918</c:v>
                </c:pt>
                <c:pt idx="3797">
                  <c:v>41919</c:v>
                </c:pt>
                <c:pt idx="3798">
                  <c:v>41920</c:v>
                </c:pt>
                <c:pt idx="3799">
                  <c:v>41921</c:v>
                </c:pt>
                <c:pt idx="3800">
                  <c:v>41922</c:v>
                </c:pt>
                <c:pt idx="3801">
                  <c:v>41925</c:v>
                </c:pt>
                <c:pt idx="3802">
                  <c:v>41926</c:v>
                </c:pt>
                <c:pt idx="3803">
                  <c:v>41927</c:v>
                </c:pt>
                <c:pt idx="3804">
                  <c:v>41928</c:v>
                </c:pt>
                <c:pt idx="3805">
                  <c:v>41929</c:v>
                </c:pt>
                <c:pt idx="3806">
                  <c:v>41932</c:v>
                </c:pt>
                <c:pt idx="3807">
                  <c:v>41933</c:v>
                </c:pt>
                <c:pt idx="3808">
                  <c:v>41934</c:v>
                </c:pt>
                <c:pt idx="3809">
                  <c:v>41935</c:v>
                </c:pt>
                <c:pt idx="3810">
                  <c:v>41936</c:v>
                </c:pt>
                <c:pt idx="3811">
                  <c:v>41939</c:v>
                </c:pt>
                <c:pt idx="3812">
                  <c:v>41940</c:v>
                </c:pt>
                <c:pt idx="3813">
                  <c:v>41941</c:v>
                </c:pt>
                <c:pt idx="3814">
                  <c:v>41942</c:v>
                </c:pt>
                <c:pt idx="3815">
                  <c:v>41943</c:v>
                </c:pt>
                <c:pt idx="3816">
                  <c:v>41946</c:v>
                </c:pt>
                <c:pt idx="3817">
                  <c:v>41947</c:v>
                </c:pt>
                <c:pt idx="3818">
                  <c:v>41948</c:v>
                </c:pt>
                <c:pt idx="3819">
                  <c:v>41949</c:v>
                </c:pt>
                <c:pt idx="3820">
                  <c:v>41950</c:v>
                </c:pt>
                <c:pt idx="3821">
                  <c:v>41953</c:v>
                </c:pt>
                <c:pt idx="3822">
                  <c:v>41954</c:v>
                </c:pt>
                <c:pt idx="3823">
                  <c:v>41955</c:v>
                </c:pt>
                <c:pt idx="3824">
                  <c:v>41956</c:v>
                </c:pt>
                <c:pt idx="3825">
                  <c:v>41957</c:v>
                </c:pt>
                <c:pt idx="3826">
                  <c:v>41960</c:v>
                </c:pt>
                <c:pt idx="3827">
                  <c:v>41961</c:v>
                </c:pt>
                <c:pt idx="3828">
                  <c:v>41962</c:v>
                </c:pt>
                <c:pt idx="3829">
                  <c:v>41963</c:v>
                </c:pt>
                <c:pt idx="3830">
                  <c:v>41964</c:v>
                </c:pt>
                <c:pt idx="3831">
                  <c:v>41967</c:v>
                </c:pt>
                <c:pt idx="3832">
                  <c:v>41968</c:v>
                </c:pt>
                <c:pt idx="3833">
                  <c:v>41969</c:v>
                </c:pt>
                <c:pt idx="3834">
                  <c:v>41970</c:v>
                </c:pt>
                <c:pt idx="3835">
                  <c:v>41971</c:v>
                </c:pt>
                <c:pt idx="3836">
                  <c:v>41974</c:v>
                </c:pt>
                <c:pt idx="3837">
                  <c:v>41975</c:v>
                </c:pt>
                <c:pt idx="3838">
                  <c:v>41976</c:v>
                </c:pt>
                <c:pt idx="3839">
                  <c:v>41977</c:v>
                </c:pt>
                <c:pt idx="3840">
                  <c:v>41978</c:v>
                </c:pt>
                <c:pt idx="3841">
                  <c:v>41981</c:v>
                </c:pt>
                <c:pt idx="3842">
                  <c:v>41982</c:v>
                </c:pt>
                <c:pt idx="3843">
                  <c:v>41983</c:v>
                </c:pt>
                <c:pt idx="3844">
                  <c:v>41984</c:v>
                </c:pt>
                <c:pt idx="3845">
                  <c:v>41985</c:v>
                </c:pt>
                <c:pt idx="3846">
                  <c:v>41988</c:v>
                </c:pt>
                <c:pt idx="3847">
                  <c:v>41989</c:v>
                </c:pt>
                <c:pt idx="3848">
                  <c:v>41990</c:v>
                </c:pt>
                <c:pt idx="3849">
                  <c:v>41991</c:v>
                </c:pt>
                <c:pt idx="3850">
                  <c:v>41992</c:v>
                </c:pt>
                <c:pt idx="3851">
                  <c:v>41995</c:v>
                </c:pt>
                <c:pt idx="3852">
                  <c:v>41996</c:v>
                </c:pt>
                <c:pt idx="3853">
                  <c:v>41997</c:v>
                </c:pt>
                <c:pt idx="3854">
                  <c:v>41998</c:v>
                </c:pt>
                <c:pt idx="3855">
                  <c:v>41999</c:v>
                </c:pt>
                <c:pt idx="3856">
                  <c:v>42002</c:v>
                </c:pt>
                <c:pt idx="3857">
                  <c:v>42003</c:v>
                </c:pt>
                <c:pt idx="3858">
                  <c:v>42004</c:v>
                </c:pt>
                <c:pt idx="3859">
                  <c:v>42005</c:v>
                </c:pt>
                <c:pt idx="3860">
                  <c:v>42006</c:v>
                </c:pt>
                <c:pt idx="3861">
                  <c:v>42009</c:v>
                </c:pt>
                <c:pt idx="3862">
                  <c:v>42010</c:v>
                </c:pt>
                <c:pt idx="3863">
                  <c:v>42011</c:v>
                </c:pt>
                <c:pt idx="3864">
                  <c:v>42012</c:v>
                </c:pt>
                <c:pt idx="3865">
                  <c:v>42013</c:v>
                </c:pt>
                <c:pt idx="3866">
                  <c:v>42016</c:v>
                </c:pt>
                <c:pt idx="3867">
                  <c:v>42017</c:v>
                </c:pt>
                <c:pt idx="3868">
                  <c:v>42018</c:v>
                </c:pt>
                <c:pt idx="3869">
                  <c:v>42019</c:v>
                </c:pt>
                <c:pt idx="3870">
                  <c:v>42020</c:v>
                </c:pt>
                <c:pt idx="3871">
                  <c:v>42023</c:v>
                </c:pt>
                <c:pt idx="3872">
                  <c:v>42024</c:v>
                </c:pt>
                <c:pt idx="3873">
                  <c:v>42025</c:v>
                </c:pt>
                <c:pt idx="3874">
                  <c:v>42026</c:v>
                </c:pt>
                <c:pt idx="3875">
                  <c:v>42027</c:v>
                </c:pt>
                <c:pt idx="3876">
                  <c:v>42030</c:v>
                </c:pt>
                <c:pt idx="3877">
                  <c:v>42031</c:v>
                </c:pt>
                <c:pt idx="3878">
                  <c:v>42032</c:v>
                </c:pt>
                <c:pt idx="3879">
                  <c:v>42033</c:v>
                </c:pt>
                <c:pt idx="3880">
                  <c:v>42034</c:v>
                </c:pt>
                <c:pt idx="3881">
                  <c:v>42037</c:v>
                </c:pt>
                <c:pt idx="3882">
                  <c:v>42038</c:v>
                </c:pt>
                <c:pt idx="3883">
                  <c:v>42039</c:v>
                </c:pt>
                <c:pt idx="3884">
                  <c:v>42040</c:v>
                </c:pt>
                <c:pt idx="3885">
                  <c:v>42041</c:v>
                </c:pt>
                <c:pt idx="3886">
                  <c:v>42044</c:v>
                </c:pt>
                <c:pt idx="3887">
                  <c:v>42045</c:v>
                </c:pt>
                <c:pt idx="3888">
                  <c:v>42046</c:v>
                </c:pt>
                <c:pt idx="3889">
                  <c:v>42047</c:v>
                </c:pt>
                <c:pt idx="3890">
                  <c:v>42048</c:v>
                </c:pt>
                <c:pt idx="3891">
                  <c:v>42051</c:v>
                </c:pt>
                <c:pt idx="3892">
                  <c:v>42052</c:v>
                </c:pt>
                <c:pt idx="3893">
                  <c:v>42053</c:v>
                </c:pt>
                <c:pt idx="3894">
                  <c:v>42054</c:v>
                </c:pt>
                <c:pt idx="3895">
                  <c:v>42055</c:v>
                </c:pt>
                <c:pt idx="3896">
                  <c:v>42058</c:v>
                </c:pt>
                <c:pt idx="3897">
                  <c:v>42059</c:v>
                </c:pt>
                <c:pt idx="3898">
                  <c:v>42060</c:v>
                </c:pt>
                <c:pt idx="3899">
                  <c:v>42061</c:v>
                </c:pt>
                <c:pt idx="3900">
                  <c:v>42062</c:v>
                </c:pt>
                <c:pt idx="3901">
                  <c:v>42065</c:v>
                </c:pt>
                <c:pt idx="3902">
                  <c:v>42066</c:v>
                </c:pt>
                <c:pt idx="3903">
                  <c:v>42067</c:v>
                </c:pt>
                <c:pt idx="3904">
                  <c:v>42068</c:v>
                </c:pt>
                <c:pt idx="3905">
                  <c:v>42069</c:v>
                </c:pt>
                <c:pt idx="3906">
                  <c:v>42072</c:v>
                </c:pt>
                <c:pt idx="3907">
                  <c:v>42073</c:v>
                </c:pt>
                <c:pt idx="3908">
                  <c:v>42074</c:v>
                </c:pt>
                <c:pt idx="3909">
                  <c:v>42075</c:v>
                </c:pt>
                <c:pt idx="3910">
                  <c:v>42076</c:v>
                </c:pt>
                <c:pt idx="3911">
                  <c:v>42079</c:v>
                </c:pt>
                <c:pt idx="3912">
                  <c:v>42080</c:v>
                </c:pt>
                <c:pt idx="3913">
                  <c:v>42081</c:v>
                </c:pt>
                <c:pt idx="3914">
                  <c:v>42082</c:v>
                </c:pt>
                <c:pt idx="3915">
                  <c:v>42083</c:v>
                </c:pt>
                <c:pt idx="3916">
                  <c:v>42086</c:v>
                </c:pt>
                <c:pt idx="3917">
                  <c:v>42087</c:v>
                </c:pt>
                <c:pt idx="3918">
                  <c:v>42088</c:v>
                </c:pt>
                <c:pt idx="3919">
                  <c:v>42089</c:v>
                </c:pt>
                <c:pt idx="3920">
                  <c:v>42090</c:v>
                </c:pt>
                <c:pt idx="3921">
                  <c:v>42093</c:v>
                </c:pt>
                <c:pt idx="3922">
                  <c:v>42094</c:v>
                </c:pt>
                <c:pt idx="3923">
                  <c:v>42095</c:v>
                </c:pt>
                <c:pt idx="3924">
                  <c:v>42096</c:v>
                </c:pt>
                <c:pt idx="3925">
                  <c:v>42097</c:v>
                </c:pt>
                <c:pt idx="3926">
                  <c:v>42100</c:v>
                </c:pt>
                <c:pt idx="3927">
                  <c:v>42101</c:v>
                </c:pt>
                <c:pt idx="3928">
                  <c:v>42102</c:v>
                </c:pt>
                <c:pt idx="3929">
                  <c:v>42103</c:v>
                </c:pt>
                <c:pt idx="3930">
                  <c:v>42104</c:v>
                </c:pt>
                <c:pt idx="3931">
                  <c:v>42107</c:v>
                </c:pt>
                <c:pt idx="3932">
                  <c:v>42108</c:v>
                </c:pt>
                <c:pt idx="3933">
                  <c:v>42109</c:v>
                </c:pt>
                <c:pt idx="3934">
                  <c:v>42110</c:v>
                </c:pt>
                <c:pt idx="3935">
                  <c:v>42111</c:v>
                </c:pt>
                <c:pt idx="3936">
                  <c:v>42114</c:v>
                </c:pt>
                <c:pt idx="3937">
                  <c:v>42115</c:v>
                </c:pt>
                <c:pt idx="3938">
                  <c:v>42116</c:v>
                </c:pt>
                <c:pt idx="3939">
                  <c:v>42117</c:v>
                </c:pt>
                <c:pt idx="3940">
                  <c:v>42118</c:v>
                </c:pt>
                <c:pt idx="3941">
                  <c:v>42121</c:v>
                </c:pt>
                <c:pt idx="3942">
                  <c:v>42122</c:v>
                </c:pt>
                <c:pt idx="3943">
                  <c:v>42123</c:v>
                </c:pt>
                <c:pt idx="3944">
                  <c:v>42124</c:v>
                </c:pt>
                <c:pt idx="3945">
                  <c:v>42125</c:v>
                </c:pt>
                <c:pt idx="3946">
                  <c:v>42128</c:v>
                </c:pt>
                <c:pt idx="3947">
                  <c:v>42129</c:v>
                </c:pt>
                <c:pt idx="3948">
                  <c:v>42130</c:v>
                </c:pt>
                <c:pt idx="3949">
                  <c:v>42131</c:v>
                </c:pt>
                <c:pt idx="3950">
                  <c:v>42132</c:v>
                </c:pt>
                <c:pt idx="3951">
                  <c:v>42135</c:v>
                </c:pt>
                <c:pt idx="3952">
                  <c:v>42136</c:v>
                </c:pt>
                <c:pt idx="3953">
                  <c:v>42137</c:v>
                </c:pt>
                <c:pt idx="3954">
                  <c:v>42138</c:v>
                </c:pt>
                <c:pt idx="3955">
                  <c:v>42139</c:v>
                </c:pt>
                <c:pt idx="3956">
                  <c:v>42142</c:v>
                </c:pt>
                <c:pt idx="3957">
                  <c:v>42143</c:v>
                </c:pt>
                <c:pt idx="3958">
                  <c:v>42144</c:v>
                </c:pt>
                <c:pt idx="3959">
                  <c:v>42145</c:v>
                </c:pt>
                <c:pt idx="3960">
                  <c:v>42146</c:v>
                </c:pt>
                <c:pt idx="3961">
                  <c:v>42149</c:v>
                </c:pt>
                <c:pt idx="3962">
                  <c:v>42150</c:v>
                </c:pt>
                <c:pt idx="3963">
                  <c:v>42151</c:v>
                </c:pt>
                <c:pt idx="3964">
                  <c:v>42152</c:v>
                </c:pt>
                <c:pt idx="3965">
                  <c:v>42153</c:v>
                </c:pt>
                <c:pt idx="3966">
                  <c:v>42156</c:v>
                </c:pt>
                <c:pt idx="3967">
                  <c:v>42157</c:v>
                </c:pt>
                <c:pt idx="3968">
                  <c:v>42158</c:v>
                </c:pt>
                <c:pt idx="3969">
                  <c:v>42159</c:v>
                </c:pt>
                <c:pt idx="3970">
                  <c:v>42160</c:v>
                </c:pt>
                <c:pt idx="3971">
                  <c:v>42163</c:v>
                </c:pt>
                <c:pt idx="3972">
                  <c:v>42164</c:v>
                </c:pt>
                <c:pt idx="3973">
                  <c:v>42165</c:v>
                </c:pt>
                <c:pt idx="3974">
                  <c:v>42166</c:v>
                </c:pt>
                <c:pt idx="3975">
                  <c:v>42167</c:v>
                </c:pt>
                <c:pt idx="3976">
                  <c:v>42170</c:v>
                </c:pt>
                <c:pt idx="3977">
                  <c:v>42171</c:v>
                </c:pt>
                <c:pt idx="3978">
                  <c:v>42172</c:v>
                </c:pt>
                <c:pt idx="3979">
                  <c:v>42173</c:v>
                </c:pt>
                <c:pt idx="3980">
                  <c:v>42174</c:v>
                </c:pt>
                <c:pt idx="3981">
                  <c:v>42177</c:v>
                </c:pt>
                <c:pt idx="3982">
                  <c:v>42178</c:v>
                </c:pt>
                <c:pt idx="3983">
                  <c:v>42179</c:v>
                </c:pt>
                <c:pt idx="3984">
                  <c:v>42180</c:v>
                </c:pt>
                <c:pt idx="3985">
                  <c:v>42181</c:v>
                </c:pt>
                <c:pt idx="3986">
                  <c:v>42184</c:v>
                </c:pt>
                <c:pt idx="3987">
                  <c:v>42185</c:v>
                </c:pt>
                <c:pt idx="3988">
                  <c:v>42186</c:v>
                </c:pt>
                <c:pt idx="3989">
                  <c:v>42187</c:v>
                </c:pt>
                <c:pt idx="3990">
                  <c:v>42188</c:v>
                </c:pt>
                <c:pt idx="3991">
                  <c:v>42191</c:v>
                </c:pt>
                <c:pt idx="3992">
                  <c:v>42192</c:v>
                </c:pt>
                <c:pt idx="3993">
                  <c:v>42193</c:v>
                </c:pt>
                <c:pt idx="3994">
                  <c:v>42194</c:v>
                </c:pt>
                <c:pt idx="3995">
                  <c:v>42195</c:v>
                </c:pt>
                <c:pt idx="3996">
                  <c:v>42198</c:v>
                </c:pt>
                <c:pt idx="3997">
                  <c:v>42199</c:v>
                </c:pt>
                <c:pt idx="3998">
                  <c:v>42200</c:v>
                </c:pt>
                <c:pt idx="3999">
                  <c:v>42201</c:v>
                </c:pt>
                <c:pt idx="4000">
                  <c:v>42202</c:v>
                </c:pt>
                <c:pt idx="4001">
                  <c:v>42205</c:v>
                </c:pt>
                <c:pt idx="4002">
                  <c:v>42206</c:v>
                </c:pt>
                <c:pt idx="4003">
                  <c:v>42207</c:v>
                </c:pt>
                <c:pt idx="4004">
                  <c:v>42208</c:v>
                </c:pt>
                <c:pt idx="4005">
                  <c:v>42209</c:v>
                </c:pt>
                <c:pt idx="4006">
                  <c:v>42212</c:v>
                </c:pt>
                <c:pt idx="4007">
                  <c:v>42213</c:v>
                </c:pt>
                <c:pt idx="4008">
                  <c:v>42214</c:v>
                </c:pt>
                <c:pt idx="4009">
                  <c:v>42215</c:v>
                </c:pt>
                <c:pt idx="4010">
                  <c:v>42216</c:v>
                </c:pt>
                <c:pt idx="4011">
                  <c:v>42219</c:v>
                </c:pt>
                <c:pt idx="4012">
                  <c:v>42220</c:v>
                </c:pt>
                <c:pt idx="4013">
                  <c:v>42221</c:v>
                </c:pt>
                <c:pt idx="4014">
                  <c:v>42222</c:v>
                </c:pt>
                <c:pt idx="4015">
                  <c:v>42223</c:v>
                </c:pt>
                <c:pt idx="4016">
                  <c:v>42226</c:v>
                </c:pt>
                <c:pt idx="4017">
                  <c:v>42227</c:v>
                </c:pt>
                <c:pt idx="4018">
                  <c:v>42228</c:v>
                </c:pt>
                <c:pt idx="4019">
                  <c:v>42229</c:v>
                </c:pt>
                <c:pt idx="4020">
                  <c:v>42230</c:v>
                </c:pt>
                <c:pt idx="4021">
                  <c:v>42233</c:v>
                </c:pt>
                <c:pt idx="4022">
                  <c:v>42234</c:v>
                </c:pt>
                <c:pt idx="4023">
                  <c:v>42235</c:v>
                </c:pt>
                <c:pt idx="4024">
                  <c:v>42236</c:v>
                </c:pt>
                <c:pt idx="4025">
                  <c:v>42237</c:v>
                </c:pt>
                <c:pt idx="4026">
                  <c:v>42240</c:v>
                </c:pt>
                <c:pt idx="4027">
                  <c:v>42241</c:v>
                </c:pt>
                <c:pt idx="4028">
                  <c:v>42242</c:v>
                </c:pt>
                <c:pt idx="4029">
                  <c:v>42243</c:v>
                </c:pt>
                <c:pt idx="4030">
                  <c:v>42244</c:v>
                </c:pt>
                <c:pt idx="4031">
                  <c:v>42247</c:v>
                </c:pt>
                <c:pt idx="4032">
                  <c:v>42248</c:v>
                </c:pt>
                <c:pt idx="4033">
                  <c:v>42249</c:v>
                </c:pt>
                <c:pt idx="4034">
                  <c:v>42250</c:v>
                </c:pt>
                <c:pt idx="4035">
                  <c:v>42251</c:v>
                </c:pt>
                <c:pt idx="4036">
                  <c:v>42254</c:v>
                </c:pt>
                <c:pt idx="4037">
                  <c:v>42255</c:v>
                </c:pt>
                <c:pt idx="4038">
                  <c:v>42256</c:v>
                </c:pt>
                <c:pt idx="4039">
                  <c:v>42257</c:v>
                </c:pt>
                <c:pt idx="4040">
                  <c:v>42258</c:v>
                </c:pt>
                <c:pt idx="4041">
                  <c:v>42261</c:v>
                </c:pt>
                <c:pt idx="4042">
                  <c:v>42262</c:v>
                </c:pt>
                <c:pt idx="4043">
                  <c:v>42263</c:v>
                </c:pt>
                <c:pt idx="4044">
                  <c:v>42264</c:v>
                </c:pt>
                <c:pt idx="4045">
                  <c:v>42265</c:v>
                </c:pt>
                <c:pt idx="4046">
                  <c:v>42268</c:v>
                </c:pt>
                <c:pt idx="4047">
                  <c:v>42269</c:v>
                </c:pt>
                <c:pt idx="4048">
                  <c:v>42270</c:v>
                </c:pt>
                <c:pt idx="4049">
                  <c:v>42271</c:v>
                </c:pt>
                <c:pt idx="4050">
                  <c:v>42272</c:v>
                </c:pt>
                <c:pt idx="4051">
                  <c:v>42275</c:v>
                </c:pt>
                <c:pt idx="4052">
                  <c:v>42276</c:v>
                </c:pt>
                <c:pt idx="4053">
                  <c:v>42277</c:v>
                </c:pt>
                <c:pt idx="4054">
                  <c:v>42278</c:v>
                </c:pt>
                <c:pt idx="4055">
                  <c:v>42279</c:v>
                </c:pt>
                <c:pt idx="4056">
                  <c:v>42282</c:v>
                </c:pt>
                <c:pt idx="4057">
                  <c:v>42283</c:v>
                </c:pt>
                <c:pt idx="4058">
                  <c:v>42284</c:v>
                </c:pt>
                <c:pt idx="4059">
                  <c:v>42285</c:v>
                </c:pt>
                <c:pt idx="4060">
                  <c:v>42286</c:v>
                </c:pt>
                <c:pt idx="4061">
                  <c:v>42289</c:v>
                </c:pt>
                <c:pt idx="4062">
                  <c:v>42290</c:v>
                </c:pt>
                <c:pt idx="4063">
                  <c:v>42291</c:v>
                </c:pt>
                <c:pt idx="4064">
                  <c:v>42292</c:v>
                </c:pt>
                <c:pt idx="4065">
                  <c:v>42293</c:v>
                </c:pt>
                <c:pt idx="4066">
                  <c:v>42296</c:v>
                </c:pt>
                <c:pt idx="4067">
                  <c:v>42297</c:v>
                </c:pt>
                <c:pt idx="4068">
                  <c:v>42298</c:v>
                </c:pt>
                <c:pt idx="4069">
                  <c:v>42299</c:v>
                </c:pt>
                <c:pt idx="4070">
                  <c:v>42300</c:v>
                </c:pt>
                <c:pt idx="4071">
                  <c:v>42303</c:v>
                </c:pt>
                <c:pt idx="4072">
                  <c:v>42304</c:v>
                </c:pt>
                <c:pt idx="4073">
                  <c:v>42305</c:v>
                </c:pt>
                <c:pt idx="4074">
                  <c:v>42306</c:v>
                </c:pt>
                <c:pt idx="4075">
                  <c:v>42307</c:v>
                </c:pt>
                <c:pt idx="4076">
                  <c:v>42310</c:v>
                </c:pt>
                <c:pt idx="4077">
                  <c:v>42311</c:v>
                </c:pt>
                <c:pt idx="4078">
                  <c:v>42312</c:v>
                </c:pt>
                <c:pt idx="4079">
                  <c:v>42313</c:v>
                </c:pt>
                <c:pt idx="4080">
                  <c:v>42314</c:v>
                </c:pt>
                <c:pt idx="4081">
                  <c:v>42317</c:v>
                </c:pt>
                <c:pt idx="4082">
                  <c:v>42318</c:v>
                </c:pt>
                <c:pt idx="4083">
                  <c:v>42319</c:v>
                </c:pt>
                <c:pt idx="4084">
                  <c:v>42320</c:v>
                </c:pt>
                <c:pt idx="4085">
                  <c:v>42321</c:v>
                </c:pt>
                <c:pt idx="4086">
                  <c:v>42324</c:v>
                </c:pt>
                <c:pt idx="4087">
                  <c:v>42325</c:v>
                </c:pt>
                <c:pt idx="4088">
                  <c:v>42326</c:v>
                </c:pt>
                <c:pt idx="4089">
                  <c:v>42327</c:v>
                </c:pt>
                <c:pt idx="4090">
                  <c:v>42328</c:v>
                </c:pt>
                <c:pt idx="4091">
                  <c:v>42331</c:v>
                </c:pt>
                <c:pt idx="4092">
                  <c:v>42332</c:v>
                </c:pt>
                <c:pt idx="4093">
                  <c:v>42333</c:v>
                </c:pt>
                <c:pt idx="4094">
                  <c:v>42334</c:v>
                </c:pt>
                <c:pt idx="4095">
                  <c:v>42335</c:v>
                </c:pt>
                <c:pt idx="4096">
                  <c:v>42338</c:v>
                </c:pt>
                <c:pt idx="4097">
                  <c:v>42339</c:v>
                </c:pt>
                <c:pt idx="4098">
                  <c:v>42340</c:v>
                </c:pt>
                <c:pt idx="4099">
                  <c:v>42341</c:v>
                </c:pt>
                <c:pt idx="4100">
                  <c:v>42342</c:v>
                </c:pt>
                <c:pt idx="4101">
                  <c:v>42345</c:v>
                </c:pt>
                <c:pt idx="4102">
                  <c:v>42346</c:v>
                </c:pt>
                <c:pt idx="4103">
                  <c:v>42347</c:v>
                </c:pt>
                <c:pt idx="4104">
                  <c:v>42348</c:v>
                </c:pt>
                <c:pt idx="4105">
                  <c:v>42349</c:v>
                </c:pt>
                <c:pt idx="4106">
                  <c:v>42352</c:v>
                </c:pt>
                <c:pt idx="4107">
                  <c:v>42353</c:v>
                </c:pt>
                <c:pt idx="4108">
                  <c:v>42354</c:v>
                </c:pt>
                <c:pt idx="4109">
                  <c:v>42355</c:v>
                </c:pt>
                <c:pt idx="4110">
                  <c:v>42356</c:v>
                </c:pt>
                <c:pt idx="4111">
                  <c:v>42359</c:v>
                </c:pt>
                <c:pt idx="4112">
                  <c:v>42360</c:v>
                </c:pt>
                <c:pt idx="4113">
                  <c:v>42361</c:v>
                </c:pt>
                <c:pt idx="4114">
                  <c:v>42362</c:v>
                </c:pt>
                <c:pt idx="4115">
                  <c:v>42363</c:v>
                </c:pt>
                <c:pt idx="4116">
                  <c:v>42366</c:v>
                </c:pt>
                <c:pt idx="4117">
                  <c:v>42367</c:v>
                </c:pt>
                <c:pt idx="4118">
                  <c:v>42368</c:v>
                </c:pt>
                <c:pt idx="4119">
                  <c:v>42369</c:v>
                </c:pt>
                <c:pt idx="4120">
                  <c:v>42370</c:v>
                </c:pt>
                <c:pt idx="4121">
                  <c:v>42373</c:v>
                </c:pt>
                <c:pt idx="4122">
                  <c:v>42374</c:v>
                </c:pt>
                <c:pt idx="4123">
                  <c:v>42375</c:v>
                </c:pt>
                <c:pt idx="4124">
                  <c:v>42376</c:v>
                </c:pt>
                <c:pt idx="4125">
                  <c:v>42377</c:v>
                </c:pt>
                <c:pt idx="4126">
                  <c:v>42380</c:v>
                </c:pt>
                <c:pt idx="4127">
                  <c:v>42381</c:v>
                </c:pt>
                <c:pt idx="4128">
                  <c:v>42382</c:v>
                </c:pt>
                <c:pt idx="4129">
                  <c:v>42383</c:v>
                </c:pt>
                <c:pt idx="4130">
                  <c:v>42384</c:v>
                </c:pt>
                <c:pt idx="4131">
                  <c:v>42387</c:v>
                </c:pt>
                <c:pt idx="4132">
                  <c:v>42388</c:v>
                </c:pt>
                <c:pt idx="4133">
                  <c:v>42389</c:v>
                </c:pt>
                <c:pt idx="4134">
                  <c:v>42390</c:v>
                </c:pt>
                <c:pt idx="4135">
                  <c:v>42391</c:v>
                </c:pt>
                <c:pt idx="4136">
                  <c:v>42394</c:v>
                </c:pt>
                <c:pt idx="4137">
                  <c:v>42395</c:v>
                </c:pt>
                <c:pt idx="4138">
                  <c:v>42396</c:v>
                </c:pt>
                <c:pt idx="4139">
                  <c:v>42397</c:v>
                </c:pt>
                <c:pt idx="4140">
                  <c:v>42398</c:v>
                </c:pt>
                <c:pt idx="4141">
                  <c:v>42401</c:v>
                </c:pt>
                <c:pt idx="4142">
                  <c:v>42402</c:v>
                </c:pt>
                <c:pt idx="4143">
                  <c:v>42403</c:v>
                </c:pt>
                <c:pt idx="4144">
                  <c:v>42404</c:v>
                </c:pt>
                <c:pt idx="4145">
                  <c:v>42405</c:v>
                </c:pt>
                <c:pt idx="4146">
                  <c:v>42408</c:v>
                </c:pt>
                <c:pt idx="4147">
                  <c:v>42409</c:v>
                </c:pt>
                <c:pt idx="4148">
                  <c:v>42410</c:v>
                </c:pt>
                <c:pt idx="4149">
                  <c:v>42411</c:v>
                </c:pt>
                <c:pt idx="4150">
                  <c:v>42412</c:v>
                </c:pt>
                <c:pt idx="4151">
                  <c:v>42415</c:v>
                </c:pt>
                <c:pt idx="4152">
                  <c:v>42416</c:v>
                </c:pt>
                <c:pt idx="4153">
                  <c:v>42417</c:v>
                </c:pt>
                <c:pt idx="4154">
                  <c:v>42418</c:v>
                </c:pt>
                <c:pt idx="4155">
                  <c:v>42419</c:v>
                </c:pt>
                <c:pt idx="4156">
                  <c:v>42422</c:v>
                </c:pt>
                <c:pt idx="4157">
                  <c:v>42423</c:v>
                </c:pt>
                <c:pt idx="4158">
                  <c:v>42424</c:v>
                </c:pt>
                <c:pt idx="4159">
                  <c:v>42425</c:v>
                </c:pt>
                <c:pt idx="4160">
                  <c:v>42426</c:v>
                </c:pt>
                <c:pt idx="4161">
                  <c:v>42429</c:v>
                </c:pt>
                <c:pt idx="4162">
                  <c:v>42430</c:v>
                </c:pt>
                <c:pt idx="4163">
                  <c:v>42431</c:v>
                </c:pt>
                <c:pt idx="4164">
                  <c:v>42432</c:v>
                </c:pt>
                <c:pt idx="4165">
                  <c:v>42433</c:v>
                </c:pt>
                <c:pt idx="4166">
                  <c:v>42436</c:v>
                </c:pt>
                <c:pt idx="4167">
                  <c:v>42437</c:v>
                </c:pt>
                <c:pt idx="4168">
                  <c:v>42438</c:v>
                </c:pt>
                <c:pt idx="4169">
                  <c:v>42439</c:v>
                </c:pt>
                <c:pt idx="4170">
                  <c:v>42440</c:v>
                </c:pt>
                <c:pt idx="4171">
                  <c:v>42443</c:v>
                </c:pt>
                <c:pt idx="4172">
                  <c:v>42444</c:v>
                </c:pt>
                <c:pt idx="4173">
                  <c:v>42445</c:v>
                </c:pt>
                <c:pt idx="4174">
                  <c:v>42446</c:v>
                </c:pt>
                <c:pt idx="4175">
                  <c:v>42447</c:v>
                </c:pt>
                <c:pt idx="4176">
                  <c:v>42450</c:v>
                </c:pt>
                <c:pt idx="4177">
                  <c:v>42451</c:v>
                </c:pt>
                <c:pt idx="4178">
                  <c:v>42452</c:v>
                </c:pt>
                <c:pt idx="4179">
                  <c:v>42453</c:v>
                </c:pt>
                <c:pt idx="4180">
                  <c:v>42454</c:v>
                </c:pt>
                <c:pt idx="4181">
                  <c:v>42457</c:v>
                </c:pt>
                <c:pt idx="4182">
                  <c:v>42458</c:v>
                </c:pt>
                <c:pt idx="4183">
                  <c:v>42459</c:v>
                </c:pt>
                <c:pt idx="4184">
                  <c:v>42460</c:v>
                </c:pt>
                <c:pt idx="4185">
                  <c:v>42461</c:v>
                </c:pt>
                <c:pt idx="4186">
                  <c:v>42464</c:v>
                </c:pt>
                <c:pt idx="4187">
                  <c:v>42465</c:v>
                </c:pt>
                <c:pt idx="4188">
                  <c:v>42466</c:v>
                </c:pt>
                <c:pt idx="4189">
                  <c:v>42467</c:v>
                </c:pt>
                <c:pt idx="4190">
                  <c:v>42468</c:v>
                </c:pt>
                <c:pt idx="4191">
                  <c:v>42471</c:v>
                </c:pt>
                <c:pt idx="4192">
                  <c:v>42472</c:v>
                </c:pt>
                <c:pt idx="4193">
                  <c:v>42473</c:v>
                </c:pt>
                <c:pt idx="4194">
                  <c:v>42474</c:v>
                </c:pt>
                <c:pt idx="4195">
                  <c:v>42475</c:v>
                </c:pt>
                <c:pt idx="4196">
                  <c:v>42478</c:v>
                </c:pt>
                <c:pt idx="4197">
                  <c:v>42479</c:v>
                </c:pt>
                <c:pt idx="4198">
                  <c:v>42480</c:v>
                </c:pt>
                <c:pt idx="4199">
                  <c:v>42481</c:v>
                </c:pt>
                <c:pt idx="4200">
                  <c:v>42482</c:v>
                </c:pt>
                <c:pt idx="4201">
                  <c:v>42485</c:v>
                </c:pt>
                <c:pt idx="4202">
                  <c:v>42486</c:v>
                </c:pt>
                <c:pt idx="4203">
                  <c:v>42487</c:v>
                </c:pt>
                <c:pt idx="4204">
                  <c:v>42488</c:v>
                </c:pt>
                <c:pt idx="4205">
                  <c:v>42489</c:v>
                </c:pt>
                <c:pt idx="4206">
                  <c:v>42492</c:v>
                </c:pt>
                <c:pt idx="4207">
                  <c:v>42493</c:v>
                </c:pt>
                <c:pt idx="4208">
                  <c:v>42494</c:v>
                </c:pt>
                <c:pt idx="4209">
                  <c:v>42495</c:v>
                </c:pt>
                <c:pt idx="4210">
                  <c:v>42496</c:v>
                </c:pt>
                <c:pt idx="4211">
                  <c:v>42499</c:v>
                </c:pt>
                <c:pt idx="4212">
                  <c:v>42500</c:v>
                </c:pt>
                <c:pt idx="4213">
                  <c:v>42501</c:v>
                </c:pt>
                <c:pt idx="4214">
                  <c:v>42502</c:v>
                </c:pt>
                <c:pt idx="4215">
                  <c:v>42503</c:v>
                </c:pt>
                <c:pt idx="4216">
                  <c:v>42506</c:v>
                </c:pt>
                <c:pt idx="4217">
                  <c:v>42507</c:v>
                </c:pt>
                <c:pt idx="4218">
                  <c:v>42508</c:v>
                </c:pt>
                <c:pt idx="4219">
                  <c:v>42509</c:v>
                </c:pt>
                <c:pt idx="4220">
                  <c:v>42510</c:v>
                </c:pt>
                <c:pt idx="4221">
                  <c:v>42513</c:v>
                </c:pt>
                <c:pt idx="4222">
                  <c:v>42514</c:v>
                </c:pt>
                <c:pt idx="4223">
                  <c:v>42515</c:v>
                </c:pt>
                <c:pt idx="4224">
                  <c:v>42516</c:v>
                </c:pt>
                <c:pt idx="4225">
                  <c:v>42517</c:v>
                </c:pt>
                <c:pt idx="4226">
                  <c:v>42520</c:v>
                </c:pt>
                <c:pt idx="4227">
                  <c:v>42521</c:v>
                </c:pt>
                <c:pt idx="4228">
                  <c:v>42522</c:v>
                </c:pt>
                <c:pt idx="4229">
                  <c:v>42523</c:v>
                </c:pt>
                <c:pt idx="4230">
                  <c:v>42524</c:v>
                </c:pt>
                <c:pt idx="4231">
                  <c:v>42527</c:v>
                </c:pt>
                <c:pt idx="4232">
                  <c:v>42528</c:v>
                </c:pt>
                <c:pt idx="4233">
                  <c:v>42529</c:v>
                </c:pt>
                <c:pt idx="4234">
                  <c:v>42530</c:v>
                </c:pt>
                <c:pt idx="4235">
                  <c:v>42531</c:v>
                </c:pt>
                <c:pt idx="4236">
                  <c:v>42534</c:v>
                </c:pt>
                <c:pt idx="4237">
                  <c:v>42535</c:v>
                </c:pt>
                <c:pt idx="4238">
                  <c:v>42536</c:v>
                </c:pt>
                <c:pt idx="4239">
                  <c:v>42537</c:v>
                </c:pt>
                <c:pt idx="4240">
                  <c:v>42538</c:v>
                </c:pt>
                <c:pt idx="4241">
                  <c:v>42541</c:v>
                </c:pt>
                <c:pt idx="4242">
                  <c:v>42542</c:v>
                </c:pt>
                <c:pt idx="4243">
                  <c:v>42543</c:v>
                </c:pt>
                <c:pt idx="4244">
                  <c:v>42544</c:v>
                </c:pt>
                <c:pt idx="4245">
                  <c:v>42545</c:v>
                </c:pt>
                <c:pt idx="4246">
                  <c:v>42548</c:v>
                </c:pt>
                <c:pt idx="4247">
                  <c:v>42549</c:v>
                </c:pt>
                <c:pt idx="4248">
                  <c:v>42550</c:v>
                </c:pt>
                <c:pt idx="4249">
                  <c:v>42551</c:v>
                </c:pt>
                <c:pt idx="4250">
                  <c:v>42552</c:v>
                </c:pt>
                <c:pt idx="4251">
                  <c:v>42555</c:v>
                </c:pt>
                <c:pt idx="4252">
                  <c:v>42556</c:v>
                </c:pt>
                <c:pt idx="4253">
                  <c:v>42557</c:v>
                </c:pt>
                <c:pt idx="4254">
                  <c:v>42558</c:v>
                </c:pt>
                <c:pt idx="4255">
                  <c:v>42559</c:v>
                </c:pt>
                <c:pt idx="4256">
                  <c:v>42562</c:v>
                </c:pt>
                <c:pt idx="4257">
                  <c:v>42563</c:v>
                </c:pt>
                <c:pt idx="4258">
                  <c:v>42564</c:v>
                </c:pt>
                <c:pt idx="4259">
                  <c:v>42565</c:v>
                </c:pt>
                <c:pt idx="4260">
                  <c:v>42566</c:v>
                </c:pt>
                <c:pt idx="4261">
                  <c:v>42569</c:v>
                </c:pt>
                <c:pt idx="4262">
                  <c:v>42570</c:v>
                </c:pt>
                <c:pt idx="4263">
                  <c:v>42571</c:v>
                </c:pt>
                <c:pt idx="4264">
                  <c:v>42572</c:v>
                </c:pt>
                <c:pt idx="4265">
                  <c:v>42573</c:v>
                </c:pt>
                <c:pt idx="4266">
                  <c:v>42576</c:v>
                </c:pt>
                <c:pt idx="4267">
                  <c:v>42577</c:v>
                </c:pt>
                <c:pt idx="4268">
                  <c:v>42578</c:v>
                </c:pt>
                <c:pt idx="4269">
                  <c:v>42579</c:v>
                </c:pt>
                <c:pt idx="4270">
                  <c:v>42580</c:v>
                </c:pt>
                <c:pt idx="4271">
                  <c:v>42583</c:v>
                </c:pt>
                <c:pt idx="4272">
                  <c:v>42584</c:v>
                </c:pt>
                <c:pt idx="4273">
                  <c:v>42585</c:v>
                </c:pt>
                <c:pt idx="4274">
                  <c:v>42586</c:v>
                </c:pt>
                <c:pt idx="4275">
                  <c:v>42587</c:v>
                </c:pt>
                <c:pt idx="4276">
                  <c:v>42590</c:v>
                </c:pt>
                <c:pt idx="4277">
                  <c:v>42591</c:v>
                </c:pt>
                <c:pt idx="4278">
                  <c:v>42592</c:v>
                </c:pt>
                <c:pt idx="4279">
                  <c:v>42593</c:v>
                </c:pt>
                <c:pt idx="4280">
                  <c:v>42594</c:v>
                </c:pt>
                <c:pt idx="4281">
                  <c:v>42597</c:v>
                </c:pt>
                <c:pt idx="4282">
                  <c:v>42598</c:v>
                </c:pt>
                <c:pt idx="4283">
                  <c:v>42599</c:v>
                </c:pt>
                <c:pt idx="4284">
                  <c:v>42600</c:v>
                </c:pt>
                <c:pt idx="4285">
                  <c:v>42601</c:v>
                </c:pt>
                <c:pt idx="4286">
                  <c:v>42604</c:v>
                </c:pt>
                <c:pt idx="4287">
                  <c:v>42605</c:v>
                </c:pt>
                <c:pt idx="4288">
                  <c:v>42606</c:v>
                </c:pt>
                <c:pt idx="4289">
                  <c:v>42607</c:v>
                </c:pt>
                <c:pt idx="4290">
                  <c:v>42608</c:v>
                </c:pt>
                <c:pt idx="4291">
                  <c:v>42611</c:v>
                </c:pt>
                <c:pt idx="4292">
                  <c:v>42612</c:v>
                </c:pt>
                <c:pt idx="4293">
                  <c:v>42613</c:v>
                </c:pt>
                <c:pt idx="4294">
                  <c:v>42614</c:v>
                </c:pt>
                <c:pt idx="4295">
                  <c:v>42615</c:v>
                </c:pt>
                <c:pt idx="4296">
                  <c:v>42618</c:v>
                </c:pt>
                <c:pt idx="4297">
                  <c:v>42619</c:v>
                </c:pt>
                <c:pt idx="4298">
                  <c:v>42620</c:v>
                </c:pt>
                <c:pt idx="4299">
                  <c:v>42621</c:v>
                </c:pt>
                <c:pt idx="4300">
                  <c:v>42622</c:v>
                </c:pt>
                <c:pt idx="4301">
                  <c:v>42625</c:v>
                </c:pt>
                <c:pt idx="4302">
                  <c:v>42626</c:v>
                </c:pt>
                <c:pt idx="4303">
                  <c:v>42627</c:v>
                </c:pt>
                <c:pt idx="4304">
                  <c:v>42628</c:v>
                </c:pt>
                <c:pt idx="4305">
                  <c:v>42629</c:v>
                </c:pt>
                <c:pt idx="4306">
                  <c:v>42632</c:v>
                </c:pt>
                <c:pt idx="4307">
                  <c:v>42633</c:v>
                </c:pt>
                <c:pt idx="4308">
                  <c:v>42634</c:v>
                </c:pt>
                <c:pt idx="4309">
                  <c:v>42635</c:v>
                </c:pt>
                <c:pt idx="4310">
                  <c:v>42636</c:v>
                </c:pt>
                <c:pt idx="4311">
                  <c:v>42639</c:v>
                </c:pt>
                <c:pt idx="4312">
                  <c:v>42640</c:v>
                </c:pt>
                <c:pt idx="4313">
                  <c:v>42641</c:v>
                </c:pt>
                <c:pt idx="4314">
                  <c:v>42642</c:v>
                </c:pt>
                <c:pt idx="4315">
                  <c:v>42643</c:v>
                </c:pt>
                <c:pt idx="4316">
                  <c:v>42646</c:v>
                </c:pt>
                <c:pt idx="4317">
                  <c:v>42647</c:v>
                </c:pt>
                <c:pt idx="4318">
                  <c:v>42648</c:v>
                </c:pt>
                <c:pt idx="4319">
                  <c:v>42649</c:v>
                </c:pt>
                <c:pt idx="4320">
                  <c:v>42650</c:v>
                </c:pt>
                <c:pt idx="4321">
                  <c:v>42653</c:v>
                </c:pt>
                <c:pt idx="4322">
                  <c:v>42654</c:v>
                </c:pt>
                <c:pt idx="4323">
                  <c:v>42655</c:v>
                </c:pt>
                <c:pt idx="4324">
                  <c:v>42656</c:v>
                </c:pt>
                <c:pt idx="4325">
                  <c:v>42657</c:v>
                </c:pt>
                <c:pt idx="4326">
                  <c:v>42660</c:v>
                </c:pt>
                <c:pt idx="4327">
                  <c:v>42661</c:v>
                </c:pt>
                <c:pt idx="4328">
                  <c:v>42662</c:v>
                </c:pt>
                <c:pt idx="4329">
                  <c:v>42663</c:v>
                </c:pt>
                <c:pt idx="4330">
                  <c:v>42664</c:v>
                </c:pt>
                <c:pt idx="4331">
                  <c:v>42667</c:v>
                </c:pt>
                <c:pt idx="4332">
                  <c:v>42668</c:v>
                </c:pt>
                <c:pt idx="4333">
                  <c:v>42669</c:v>
                </c:pt>
                <c:pt idx="4334">
                  <c:v>42670</c:v>
                </c:pt>
                <c:pt idx="4335">
                  <c:v>42671</c:v>
                </c:pt>
                <c:pt idx="4336">
                  <c:v>42674</c:v>
                </c:pt>
                <c:pt idx="4337">
                  <c:v>42675</c:v>
                </c:pt>
                <c:pt idx="4338">
                  <c:v>42676</c:v>
                </c:pt>
                <c:pt idx="4339">
                  <c:v>42677</c:v>
                </c:pt>
                <c:pt idx="4340">
                  <c:v>42678</c:v>
                </c:pt>
                <c:pt idx="4341">
                  <c:v>42681</c:v>
                </c:pt>
                <c:pt idx="4342">
                  <c:v>42682</c:v>
                </c:pt>
                <c:pt idx="4343">
                  <c:v>42683</c:v>
                </c:pt>
                <c:pt idx="4344">
                  <c:v>42684</c:v>
                </c:pt>
                <c:pt idx="4345">
                  <c:v>42685</c:v>
                </c:pt>
                <c:pt idx="4346">
                  <c:v>42688</c:v>
                </c:pt>
                <c:pt idx="4347">
                  <c:v>42689</c:v>
                </c:pt>
                <c:pt idx="4348">
                  <c:v>42690</c:v>
                </c:pt>
                <c:pt idx="4349">
                  <c:v>42691</c:v>
                </c:pt>
                <c:pt idx="4350">
                  <c:v>42692</c:v>
                </c:pt>
                <c:pt idx="4351">
                  <c:v>42695</c:v>
                </c:pt>
                <c:pt idx="4352">
                  <c:v>42696</c:v>
                </c:pt>
                <c:pt idx="4353">
                  <c:v>42697</c:v>
                </c:pt>
                <c:pt idx="4354">
                  <c:v>42698</c:v>
                </c:pt>
                <c:pt idx="4355">
                  <c:v>42699</c:v>
                </c:pt>
                <c:pt idx="4356">
                  <c:v>42702</c:v>
                </c:pt>
                <c:pt idx="4357">
                  <c:v>42703</c:v>
                </c:pt>
                <c:pt idx="4358">
                  <c:v>42704</c:v>
                </c:pt>
                <c:pt idx="4359">
                  <c:v>42705</c:v>
                </c:pt>
                <c:pt idx="4360">
                  <c:v>42706</c:v>
                </c:pt>
                <c:pt idx="4361">
                  <c:v>42709</c:v>
                </c:pt>
                <c:pt idx="4362">
                  <c:v>42710</c:v>
                </c:pt>
                <c:pt idx="4363">
                  <c:v>42711</c:v>
                </c:pt>
                <c:pt idx="4364">
                  <c:v>42712</c:v>
                </c:pt>
                <c:pt idx="4365">
                  <c:v>42713</c:v>
                </c:pt>
                <c:pt idx="4366">
                  <c:v>42716</c:v>
                </c:pt>
                <c:pt idx="4367">
                  <c:v>42717</c:v>
                </c:pt>
                <c:pt idx="4368">
                  <c:v>42718</c:v>
                </c:pt>
                <c:pt idx="4369">
                  <c:v>42719</c:v>
                </c:pt>
                <c:pt idx="4370">
                  <c:v>42720</c:v>
                </c:pt>
                <c:pt idx="4371">
                  <c:v>42723</c:v>
                </c:pt>
                <c:pt idx="4372">
                  <c:v>42724</c:v>
                </c:pt>
                <c:pt idx="4373">
                  <c:v>42725</c:v>
                </c:pt>
                <c:pt idx="4374">
                  <c:v>42726</c:v>
                </c:pt>
                <c:pt idx="4375">
                  <c:v>42727</c:v>
                </c:pt>
                <c:pt idx="4376">
                  <c:v>42730</c:v>
                </c:pt>
                <c:pt idx="4377">
                  <c:v>42731</c:v>
                </c:pt>
                <c:pt idx="4378">
                  <c:v>42732</c:v>
                </c:pt>
                <c:pt idx="4379">
                  <c:v>42733</c:v>
                </c:pt>
                <c:pt idx="4380">
                  <c:v>42734</c:v>
                </c:pt>
                <c:pt idx="4381">
                  <c:v>42737</c:v>
                </c:pt>
                <c:pt idx="4382">
                  <c:v>42738</c:v>
                </c:pt>
                <c:pt idx="4383">
                  <c:v>42739</c:v>
                </c:pt>
                <c:pt idx="4384">
                  <c:v>42740</c:v>
                </c:pt>
                <c:pt idx="4385">
                  <c:v>42741</c:v>
                </c:pt>
                <c:pt idx="4386">
                  <c:v>42744</c:v>
                </c:pt>
                <c:pt idx="4387">
                  <c:v>42745</c:v>
                </c:pt>
                <c:pt idx="4388">
                  <c:v>42746</c:v>
                </c:pt>
                <c:pt idx="4389">
                  <c:v>42747</c:v>
                </c:pt>
                <c:pt idx="4390">
                  <c:v>42748</c:v>
                </c:pt>
                <c:pt idx="4391">
                  <c:v>42751</c:v>
                </c:pt>
                <c:pt idx="4392">
                  <c:v>42752</c:v>
                </c:pt>
                <c:pt idx="4393">
                  <c:v>42753</c:v>
                </c:pt>
                <c:pt idx="4394">
                  <c:v>42754</c:v>
                </c:pt>
                <c:pt idx="4395">
                  <c:v>42755</c:v>
                </c:pt>
                <c:pt idx="4396">
                  <c:v>42758</c:v>
                </c:pt>
                <c:pt idx="4397">
                  <c:v>42759</c:v>
                </c:pt>
                <c:pt idx="4398">
                  <c:v>42760</c:v>
                </c:pt>
                <c:pt idx="4399">
                  <c:v>42761</c:v>
                </c:pt>
                <c:pt idx="4400">
                  <c:v>42762</c:v>
                </c:pt>
                <c:pt idx="4401">
                  <c:v>42765</c:v>
                </c:pt>
                <c:pt idx="4402">
                  <c:v>42766</c:v>
                </c:pt>
                <c:pt idx="4403">
                  <c:v>42767</c:v>
                </c:pt>
                <c:pt idx="4404">
                  <c:v>42768</c:v>
                </c:pt>
                <c:pt idx="4405">
                  <c:v>42769</c:v>
                </c:pt>
                <c:pt idx="4406">
                  <c:v>42772</c:v>
                </c:pt>
                <c:pt idx="4407">
                  <c:v>42773</c:v>
                </c:pt>
                <c:pt idx="4408">
                  <c:v>42774</c:v>
                </c:pt>
                <c:pt idx="4409">
                  <c:v>42775</c:v>
                </c:pt>
                <c:pt idx="4410">
                  <c:v>42776</c:v>
                </c:pt>
                <c:pt idx="4411">
                  <c:v>42779</c:v>
                </c:pt>
                <c:pt idx="4412">
                  <c:v>42780</c:v>
                </c:pt>
                <c:pt idx="4413">
                  <c:v>42781</c:v>
                </c:pt>
                <c:pt idx="4414">
                  <c:v>42782</c:v>
                </c:pt>
                <c:pt idx="4415">
                  <c:v>42783</c:v>
                </c:pt>
                <c:pt idx="4416">
                  <c:v>42786</c:v>
                </c:pt>
                <c:pt idx="4417">
                  <c:v>42787</c:v>
                </c:pt>
                <c:pt idx="4418">
                  <c:v>42788</c:v>
                </c:pt>
                <c:pt idx="4419">
                  <c:v>42789</c:v>
                </c:pt>
                <c:pt idx="4420">
                  <c:v>42790</c:v>
                </c:pt>
                <c:pt idx="4421">
                  <c:v>42793</c:v>
                </c:pt>
                <c:pt idx="4422">
                  <c:v>42794</c:v>
                </c:pt>
                <c:pt idx="4423">
                  <c:v>42795</c:v>
                </c:pt>
                <c:pt idx="4424">
                  <c:v>42796</c:v>
                </c:pt>
                <c:pt idx="4425">
                  <c:v>42797</c:v>
                </c:pt>
                <c:pt idx="4426">
                  <c:v>42800</c:v>
                </c:pt>
                <c:pt idx="4427">
                  <c:v>42801</c:v>
                </c:pt>
                <c:pt idx="4428">
                  <c:v>42802</c:v>
                </c:pt>
                <c:pt idx="4429">
                  <c:v>42803</c:v>
                </c:pt>
                <c:pt idx="4430">
                  <c:v>42804</c:v>
                </c:pt>
                <c:pt idx="4431">
                  <c:v>42807</c:v>
                </c:pt>
                <c:pt idx="4432">
                  <c:v>42808</c:v>
                </c:pt>
                <c:pt idx="4433">
                  <c:v>42809</c:v>
                </c:pt>
                <c:pt idx="4434">
                  <c:v>42810</c:v>
                </c:pt>
                <c:pt idx="4435">
                  <c:v>42811</c:v>
                </c:pt>
                <c:pt idx="4436">
                  <c:v>42814</c:v>
                </c:pt>
                <c:pt idx="4437">
                  <c:v>42815</c:v>
                </c:pt>
                <c:pt idx="4438">
                  <c:v>42816</c:v>
                </c:pt>
                <c:pt idx="4439">
                  <c:v>42817</c:v>
                </c:pt>
                <c:pt idx="4440">
                  <c:v>42818</c:v>
                </c:pt>
                <c:pt idx="4441">
                  <c:v>42821</c:v>
                </c:pt>
                <c:pt idx="4442">
                  <c:v>42822</c:v>
                </c:pt>
                <c:pt idx="4443">
                  <c:v>42823</c:v>
                </c:pt>
                <c:pt idx="4444">
                  <c:v>42824</c:v>
                </c:pt>
                <c:pt idx="4445">
                  <c:v>42825</c:v>
                </c:pt>
                <c:pt idx="4446">
                  <c:v>42828</c:v>
                </c:pt>
                <c:pt idx="4447">
                  <c:v>42829</c:v>
                </c:pt>
                <c:pt idx="4448">
                  <c:v>42830</c:v>
                </c:pt>
                <c:pt idx="4449">
                  <c:v>42831</c:v>
                </c:pt>
                <c:pt idx="4450">
                  <c:v>42832</c:v>
                </c:pt>
                <c:pt idx="4451">
                  <c:v>42835</c:v>
                </c:pt>
                <c:pt idx="4452">
                  <c:v>42836</c:v>
                </c:pt>
                <c:pt idx="4453">
                  <c:v>42837</c:v>
                </c:pt>
                <c:pt idx="4454">
                  <c:v>42838</c:v>
                </c:pt>
                <c:pt idx="4455">
                  <c:v>42839</c:v>
                </c:pt>
                <c:pt idx="4456">
                  <c:v>42842</c:v>
                </c:pt>
                <c:pt idx="4457">
                  <c:v>42843</c:v>
                </c:pt>
                <c:pt idx="4458">
                  <c:v>42844</c:v>
                </c:pt>
                <c:pt idx="4459">
                  <c:v>42845</c:v>
                </c:pt>
                <c:pt idx="4460">
                  <c:v>42846</c:v>
                </c:pt>
                <c:pt idx="4461">
                  <c:v>42849</c:v>
                </c:pt>
                <c:pt idx="4462">
                  <c:v>42850</c:v>
                </c:pt>
                <c:pt idx="4463">
                  <c:v>42851</c:v>
                </c:pt>
                <c:pt idx="4464">
                  <c:v>42852</c:v>
                </c:pt>
                <c:pt idx="4465">
                  <c:v>42853</c:v>
                </c:pt>
                <c:pt idx="4466">
                  <c:v>42856</c:v>
                </c:pt>
                <c:pt idx="4467">
                  <c:v>42857</c:v>
                </c:pt>
                <c:pt idx="4468">
                  <c:v>42858</c:v>
                </c:pt>
                <c:pt idx="4469">
                  <c:v>42859</c:v>
                </c:pt>
                <c:pt idx="4470">
                  <c:v>42860</c:v>
                </c:pt>
                <c:pt idx="4471">
                  <c:v>42863</c:v>
                </c:pt>
                <c:pt idx="4472">
                  <c:v>42864</c:v>
                </c:pt>
                <c:pt idx="4473">
                  <c:v>42865</c:v>
                </c:pt>
                <c:pt idx="4474">
                  <c:v>42866</c:v>
                </c:pt>
                <c:pt idx="4475">
                  <c:v>42867</c:v>
                </c:pt>
                <c:pt idx="4476">
                  <c:v>42870</c:v>
                </c:pt>
                <c:pt idx="4477">
                  <c:v>42871</c:v>
                </c:pt>
                <c:pt idx="4478">
                  <c:v>42872</c:v>
                </c:pt>
                <c:pt idx="4479">
                  <c:v>42873</c:v>
                </c:pt>
                <c:pt idx="4480">
                  <c:v>42874</c:v>
                </c:pt>
                <c:pt idx="4481">
                  <c:v>42877</c:v>
                </c:pt>
                <c:pt idx="4482">
                  <c:v>42878</c:v>
                </c:pt>
                <c:pt idx="4483">
                  <c:v>42879</c:v>
                </c:pt>
                <c:pt idx="4484">
                  <c:v>42880</c:v>
                </c:pt>
                <c:pt idx="4485">
                  <c:v>42881</c:v>
                </c:pt>
                <c:pt idx="4486">
                  <c:v>42884</c:v>
                </c:pt>
                <c:pt idx="4487">
                  <c:v>42885</c:v>
                </c:pt>
                <c:pt idx="4488">
                  <c:v>42886</c:v>
                </c:pt>
                <c:pt idx="4489">
                  <c:v>42887</c:v>
                </c:pt>
                <c:pt idx="4490">
                  <c:v>42888</c:v>
                </c:pt>
                <c:pt idx="4491">
                  <c:v>42891</c:v>
                </c:pt>
                <c:pt idx="4492">
                  <c:v>42892</c:v>
                </c:pt>
                <c:pt idx="4493">
                  <c:v>42893</c:v>
                </c:pt>
                <c:pt idx="4494">
                  <c:v>42894</c:v>
                </c:pt>
                <c:pt idx="4495">
                  <c:v>42895</c:v>
                </c:pt>
                <c:pt idx="4496">
                  <c:v>42898</c:v>
                </c:pt>
                <c:pt idx="4497">
                  <c:v>42899</c:v>
                </c:pt>
                <c:pt idx="4498">
                  <c:v>42900</c:v>
                </c:pt>
                <c:pt idx="4499">
                  <c:v>42901</c:v>
                </c:pt>
                <c:pt idx="4500">
                  <c:v>42902</c:v>
                </c:pt>
                <c:pt idx="4501">
                  <c:v>42905</c:v>
                </c:pt>
                <c:pt idx="4502">
                  <c:v>42906</c:v>
                </c:pt>
                <c:pt idx="4503">
                  <c:v>42907</c:v>
                </c:pt>
                <c:pt idx="4504">
                  <c:v>42908</c:v>
                </c:pt>
                <c:pt idx="4505">
                  <c:v>42909</c:v>
                </c:pt>
                <c:pt idx="4506">
                  <c:v>42912</c:v>
                </c:pt>
                <c:pt idx="4507">
                  <c:v>42913</c:v>
                </c:pt>
                <c:pt idx="4508">
                  <c:v>42914</c:v>
                </c:pt>
                <c:pt idx="4509">
                  <c:v>42915</c:v>
                </c:pt>
                <c:pt idx="4510">
                  <c:v>42916</c:v>
                </c:pt>
                <c:pt idx="4511">
                  <c:v>42919</c:v>
                </c:pt>
                <c:pt idx="4512">
                  <c:v>42920</c:v>
                </c:pt>
                <c:pt idx="4513">
                  <c:v>42921</c:v>
                </c:pt>
                <c:pt idx="4514">
                  <c:v>42922</c:v>
                </c:pt>
                <c:pt idx="4515">
                  <c:v>42923</c:v>
                </c:pt>
                <c:pt idx="4516">
                  <c:v>42926</c:v>
                </c:pt>
                <c:pt idx="4517">
                  <c:v>42927</c:v>
                </c:pt>
                <c:pt idx="4518">
                  <c:v>42928</c:v>
                </c:pt>
                <c:pt idx="4519">
                  <c:v>42929</c:v>
                </c:pt>
                <c:pt idx="4520">
                  <c:v>42930</c:v>
                </c:pt>
                <c:pt idx="4521">
                  <c:v>42933</c:v>
                </c:pt>
                <c:pt idx="4522">
                  <c:v>42934</c:v>
                </c:pt>
                <c:pt idx="4523">
                  <c:v>42935</c:v>
                </c:pt>
                <c:pt idx="4524">
                  <c:v>42936</c:v>
                </c:pt>
                <c:pt idx="4525">
                  <c:v>42937</c:v>
                </c:pt>
                <c:pt idx="4526">
                  <c:v>42940</c:v>
                </c:pt>
                <c:pt idx="4527">
                  <c:v>42941</c:v>
                </c:pt>
                <c:pt idx="4528">
                  <c:v>42942</c:v>
                </c:pt>
                <c:pt idx="4529">
                  <c:v>42943</c:v>
                </c:pt>
                <c:pt idx="4530">
                  <c:v>42944</c:v>
                </c:pt>
                <c:pt idx="4531">
                  <c:v>42947</c:v>
                </c:pt>
                <c:pt idx="4532">
                  <c:v>42948</c:v>
                </c:pt>
                <c:pt idx="4533">
                  <c:v>42949</c:v>
                </c:pt>
                <c:pt idx="4534">
                  <c:v>42950</c:v>
                </c:pt>
                <c:pt idx="4535">
                  <c:v>42951</c:v>
                </c:pt>
                <c:pt idx="4536">
                  <c:v>42954</c:v>
                </c:pt>
                <c:pt idx="4537">
                  <c:v>42955</c:v>
                </c:pt>
                <c:pt idx="4538">
                  <c:v>42956</c:v>
                </c:pt>
                <c:pt idx="4539">
                  <c:v>42957</c:v>
                </c:pt>
                <c:pt idx="4540">
                  <c:v>42958</c:v>
                </c:pt>
                <c:pt idx="4541">
                  <c:v>42961</c:v>
                </c:pt>
                <c:pt idx="4542">
                  <c:v>42962</c:v>
                </c:pt>
                <c:pt idx="4543">
                  <c:v>42963</c:v>
                </c:pt>
                <c:pt idx="4544">
                  <c:v>42964</c:v>
                </c:pt>
                <c:pt idx="4545">
                  <c:v>42965</c:v>
                </c:pt>
                <c:pt idx="4546">
                  <c:v>42968</c:v>
                </c:pt>
                <c:pt idx="4547">
                  <c:v>42969</c:v>
                </c:pt>
                <c:pt idx="4548">
                  <c:v>42970</c:v>
                </c:pt>
                <c:pt idx="4549">
                  <c:v>42971</c:v>
                </c:pt>
                <c:pt idx="4550">
                  <c:v>42972</c:v>
                </c:pt>
                <c:pt idx="4551">
                  <c:v>42975</c:v>
                </c:pt>
                <c:pt idx="4552">
                  <c:v>42976</c:v>
                </c:pt>
                <c:pt idx="4553">
                  <c:v>42977</c:v>
                </c:pt>
                <c:pt idx="4554">
                  <c:v>42978</c:v>
                </c:pt>
                <c:pt idx="4555">
                  <c:v>42979</c:v>
                </c:pt>
                <c:pt idx="4556">
                  <c:v>42982</c:v>
                </c:pt>
                <c:pt idx="4557">
                  <c:v>42983</c:v>
                </c:pt>
                <c:pt idx="4558">
                  <c:v>42984</c:v>
                </c:pt>
                <c:pt idx="4559">
                  <c:v>42985</c:v>
                </c:pt>
                <c:pt idx="4560">
                  <c:v>42986</c:v>
                </c:pt>
                <c:pt idx="4561">
                  <c:v>42989</c:v>
                </c:pt>
                <c:pt idx="4562">
                  <c:v>42990</c:v>
                </c:pt>
                <c:pt idx="4563">
                  <c:v>42991</c:v>
                </c:pt>
                <c:pt idx="4564">
                  <c:v>42992</c:v>
                </c:pt>
                <c:pt idx="4565">
                  <c:v>42993</c:v>
                </c:pt>
                <c:pt idx="4566">
                  <c:v>42996</c:v>
                </c:pt>
                <c:pt idx="4567">
                  <c:v>42997</c:v>
                </c:pt>
                <c:pt idx="4568">
                  <c:v>42998</c:v>
                </c:pt>
                <c:pt idx="4569">
                  <c:v>42999</c:v>
                </c:pt>
                <c:pt idx="4570">
                  <c:v>43000</c:v>
                </c:pt>
                <c:pt idx="4571">
                  <c:v>43003</c:v>
                </c:pt>
                <c:pt idx="4572">
                  <c:v>43004</c:v>
                </c:pt>
                <c:pt idx="4573">
                  <c:v>43005</c:v>
                </c:pt>
                <c:pt idx="4574">
                  <c:v>43006</c:v>
                </c:pt>
                <c:pt idx="4575">
                  <c:v>43007</c:v>
                </c:pt>
                <c:pt idx="4576">
                  <c:v>43010</c:v>
                </c:pt>
                <c:pt idx="4577">
                  <c:v>43011</c:v>
                </c:pt>
                <c:pt idx="4578">
                  <c:v>43012</c:v>
                </c:pt>
                <c:pt idx="4579">
                  <c:v>43013</c:v>
                </c:pt>
                <c:pt idx="4580">
                  <c:v>43014</c:v>
                </c:pt>
                <c:pt idx="4581">
                  <c:v>43017</c:v>
                </c:pt>
                <c:pt idx="4582">
                  <c:v>43018</c:v>
                </c:pt>
                <c:pt idx="4583">
                  <c:v>43019</c:v>
                </c:pt>
                <c:pt idx="4584">
                  <c:v>43020</c:v>
                </c:pt>
                <c:pt idx="4585">
                  <c:v>43021</c:v>
                </c:pt>
                <c:pt idx="4586">
                  <c:v>43024</c:v>
                </c:pt>
                <c:pt idx="4587">
                  <c:v>43025</c:v>
                </c:pt>
                <c:pt idx="4588">
                  <c:v>43026</c:v>
                </c:pt>
                <c:pt idx="4589">
                  <c:v>43027</c:v>
                </c:pt>
                <c:pt idx="4590">
                  <c:v>43028</c:v>
                </c:pt>
                <c:pt idx="4591">
                  <c:v>43031</c:v>
                </c:pt>
                <c:pt idx="4592">
                  <c:v>43032</c:v>
                </c:pt>
                <c:pt idx="4593">
                  <c:v>43033</c:v>
                </c:pt>
                <c:pt idx="4594">
                  <c:v>43034</c:v>
                </c:pt>
                <c:pt idx="4595">
                  <c:v>43035</c:v>
                </c:pt>
                <c:pt idx="4596">
                  <c:v>43038</c:v>
                </c:pt>
                <c:pt idx="4597">
                  <c:v>43039</c:v>
                </c:pt>
                <c:pt idx="4598">
                  <c:v>43040</c:v>
                </c:pt>
                <c:pt idx="4599">
                  <c:v>43041</c:v>
                </c:pt>
                <c:pt idx="4600">
                  <c:v>43042</c:v>
                </c:pt>
                <c:pt idx="4601">
                  <c:v>43045</c:v>
                </c:pt>
                <c:pt idx="4602">
                  <c:v>43046</c:v>
                </c:pt>
                <c:pt idx="4603">
                  <c:v>43047</c:v>
                </c:pt>
                <c:pt idx="4604">
                  <c:v>43048</c:v>
                </c:pt>
                <c:pt idx="4605">
                  <c:v>43049</c:v>
                </c:pt>
                <c:pt idx="4606">
                  <c:v>43052</c:v>
                </c:pt>
                <c:pt idx="4607">
                  <c:v>43053</c:v>
                </c:pt>
                <c:pt idx="4608">
                  <c:v>43054</c:v>
                </c:pt>
                <c:pt idx="4609">
                  <c:v>43055</c:v>
                </c:pt>
                <c:pt idx="4610">
                  <c:v>43056</c:v>
                </c:pt>
                <c:pt idx="4611">
                  <c:v>43059</c:v>
                </c:pt>
                <c:pt idx="4612">
                  <c:v>43060</c:v>
                </c:pt>
                <c:pt idx="4613">
                  <c:v>43061</c:v>
                </c:pt>
                <c:pt idx="4614">
                  <c:v>43062</c:v>
                </c:pt>
                <c:pt idx="4615">
                  <c:v>43063</c:v>
                </c:pt>
                <c:pt idx="4616">
                  <c:v>43066</c:v>
                </c:pt>
                <c:pt idx="4617">
                  <c:v>43067</c:v>
                </c:pt>
                <c:pt idx="4618">
                  <c:v>43068</c:v>
                </c:pt>
                <c:pt idx="4619">
                  <c:v>43069</c:v>
                </c:pt>
                <c:pt idx="4620">
                  <c:v>43070</c:v>
                </c:pt>
                <c:pt idx="4621">
                  <c:v>43073</c:v>
                </c:pt>
                <c:pt idx="4622">
                  <c:v>43074</c:v>
                </c:pt>
                <c:pt idx="4623">
                  <c:v>43075</c:v>
                </c:pt>
                <c:pt idx="4624">
                  <c:v>43076</c:v>
                </c:pt>
                <c:pt idx="4625">
                  <c:v>43077</c:v>
                </c:pt>
                <c:pt idx="4626">
                  <c:v>43080</c:v>
                </c:pt>
                <c:pt idx="4627">
                  <c:v>43081</c:v>
                </c:pt>
                <c:pt idx="4628">
                  <c:v>43082</c:v>
                </c:pt>
                <c:pt idx="4629">
                  <c:v>43083</c:v>
                </c:pt>
                <c:pt idx="4630">
                  <c:v>43084</c:v>
                </c:pt>
                <c:pt idx="4631">
                  <c:v>43087</c:v>
                </c:pt>
                <c:pt idx="4632">
                  <c:v>43088</c:v>
                </c:pt>
                <c:pt idx="4633">
                  <c:v>43089</c:v>
                </c:pt>
                <c:pt idx="4634">
                  <c:v>43090</c:v>
                </c:pt>
                <c:pt idx="4635">
                  <c:v>43091</c:v>
                </c:pt>
                <c:pt idx="4636">
                  <c:v>43094</c:v>
                </c:pt>
                <c:pt idx="4637">
                  <c:v>43095</c:v>
                </c:pt>
                <c:pt idx="4638">
                  <c:v>43096</c:v>
                </c:pt>
                <c:pt idx="4639">
                  <c:v>43097</c:v>
                </c:pt>
                <c:pt idx="4640">
                  <c:v>43098</c:v>
                </c:pt>
                <c:pt idx="4641">
                  <c:v>43101</c:v>
                </c:pt>
                <c:pt idx="4642">
                  <c:v>43102</c:v>
                </c:pt>
                <c:pt idx="4643">
                  <c:v>43103</c:v>
                </c:pt>
                <c:pt idx="4644">
                  <c:v>43104</c:v>
                </c:pt>
                <c:pt idx="4645">
                  <c:v>43105</c:v>
                </c:pt>
                <c:pt idx="4646">
                  <c:v>43108</c:v>
                </c:pt>
                <c:pt idx="4647">
                  <c:v>43109</c:v>
                </c:pt>
                <c:pt idx="4648">
                  <c:v>43110</c:v>
                </c:pt>
                <c:pt idx="4649">
                  <c:v>43111</c:v>
                </c:pt>
                <c:pt idx="4650">
                  <c:v>43112</c:v>
                </c:pt>
                <c:pt idx="4651">
                  <c:v>43115</c:v>
                </c:pt>
                <c:pt idx="4652">
                  <c:v>43116</c:v>
                </c:pt>
                <c:pt idx="4653">
                  <c:v>43117</c:v>
                </c:pt>
                <c:pt idx="4654">
                  <c:v>43118</c:v>
                </c:pt>
                <c:pt idx="4655">
                  <c:v>43119</c:v>
                </c:pt>
                <c:pt idx="4656">
                  <c:v>43122</c:v>
                </c:pt>
                <c:pt idx="4657">
                  <c:v>43123</c:v>
                </c:pt>
                <c:pt idx="4658">
                  <c:v>43124</c:v>
                </c:pt>
                <c:pt idx="4659">
                  <c:v>43125</c:v>
                </c:pt>
                <c:pt idx="4660">
                  <c:v>43126</c:v>
                </c:pt>
                <c:pt idx="4661">
                  <c:v>43129</c:v>
                </c:pt>
                <c:pt idx="4662">
                  <c:v>43130</c:v>
                </c:pt>
                <c:pt idx="4663">
                  <c:v>43131</c:v>
                </c:pt>
                <c:pt idx="4664">
                  <c:v>43132</c:v>
                </c:pt>
                <c:pt idx="4665">
                  <c:v>43133</c:v>
                </c:pt>
                <c:pt idx="4666">
                  <c:v>43136</c:v>
                </c:pt>
                <c:pt idx="4667">
                  <c:v>43137</c:v>
                </c:pt>
                <c:pt idx="4668">
                  <c:v>43138</c:v>
                </c:pt>
                <c:pt idx="4669">
                  <c:v>43139</c:v>
                </c:pt>
                <c:pt idx="4670">
                  <c:v>43140</c:v>
                </c:pt>
                <c:pt idx="4671">
                  <c:v>43143</c:v>
                </c:pt>
                <c:pt idx="4672">
                  <c:v>43144</c:v>
                </c:pt>
                <c:pt idx="4673">
                  <c:v>43145</c:v>
                </c:pt>
                <c:pt idx="4674">
                  <c:v>43146</c:v>
                </c:pt>
                <c:pt idx="4675">
                  <c:v>43147</c:v>
                </c:pt>
                <c:pt idx="4676">
                  <c:v>43150</c:v>
                </c:pt>
                <c:pt idx="4677">
                  <c:v>43151</c:v>
                </c:pt>
                <c:pt idx="4678">
                  <c:v>43152</c:v>
                </c:pt>
                <c:pt idx="4679">
                  <c:v>43153</c:v>
                </c:pt>
                <c:pt idx="4680">
                  <c:v>43154</c:v>
                </c:pt>
                <c:pt idx="4681">
                  <c:v>43157</c:v>
                </c:pt>
                <c:pt idx="4682">
                  <c:v>43158</c:v>
                </c:pt>
                <c:pt idx="4683">
                  <c:v>43159</c:v>
                </c:pt>
                <c:pt idx="4684">
                  <c:v>43160</c:v>
                </c:pt>
                <c:pt idx="4685">
                  <c:v>43161</c:v>
                </c:pt>
                <c:pt idx="4686">
                  <c:v>43164</c:v>
                </c:pt>
                <c:pt idx="4687">
                  <c:v>43165</c:v>
                </c:pt>
                <c:pt idx="4688">
                  <c:v>43166</c:v>
                </c:pt>
                <c:pt idx="4689">
                  <c:v>43167</c:v>
                </c:pt>
                <c:pt idx="4690">
                  <c:v>43168</c:v>
                </c:pt>
                <c:pt idx="4691">
                  <c:v>43171</c:v>
                </c:pt>
                <c:pt idx="4692">
                  <c:v>43172</c:v>
                </c:pt>
                <c:pt idx="4693">
                  <c:v>43173</c:v>
                </c:pt>
                <c:pt idx="4694">
                  <c:v>43174</c:v>
                </c:pt>
                <c:pt idx="4695">
                  <c:v>43175</c:v>
                </c:pt>
                <c:pt idx="4696">
                  <c:v>43178</c:v>
                </c:pt>
                <c:pt idx="4697">
                  <c:v>43179</c:v>
                </c:pt>
                <c:pt idx="4698">
                  <c:v>43180</c:v>
                </c:pt>
                <c:pt idx="4699">
                  <c:v>43181</c:v>
                </c:pt>
                <c:pt idx="4700">
                  <c:v>43182</c:v>
                </c:pt>
                <c:pt idx="4701">
                  <c:v>43185</c:v>
                </c:pt>
                <c:pt idx="4702">
                  <c:v>43186</c:v>
                </c:pt>
                <c:pt idx="4703">
                  <c:v>43187</c:v>
                </c:pt>
                <c:pt idx="4704">
                  <c:v>43188</c:v>
                </c:pt>
                <c:pt idx="4705">
                  <c:v>43189</c:v>
                </c:pt>
                <c:pt idx="4706">
                  <c:v>43192</c:v>
                </c:pt>
                <c:pt idx="4707">
                  <c:v>43193</c:v>
                </c:pt>
                <c:pt idx="4708">
                  <c:v>43194</c:v>
                </c:pt>
                <c:pt idx="4709">
                  <c:v>43195</c:v>
                </c:pt>
                <c:pt idx="4710">
                  <c:v>43196</c:v>
                </c:pt>
                <c:pt idx="4711">
                  <c:v>43199</c:v>
                </c:pt>
                <c:pt idx="4712">
                  <c:v>43200</c:v>
                </c:pt>
                <c:pt idx="4713">
                  <c:v>43201</c:v>
                </c:pt>
                <c:pt idx="4714">
                  <c:v>43202</c:v>
                </c:pt>
                <c:pt idx="4715">
                  <c:v>43203</c:v>
                </c:pt>
                <c:pt idx="4716">
                  <c:v>43206</c:v>
                </c:pt>
                <c:pt idx="4717">
                  <c:v>43207</c:v>
                </c:pt>
                <c:pt idx="4718">
                  <c:v>43208</c:v>
                </c:pt>
                <c:pt idx="4719">
                  <c:v>43209</c:v>
                </c:pt>
                <c:pt idx="4720">
                  <c:v>43210</c:v>
                </c:pt>
                <c:pt idx="4721">
                  <c:v>43213</c:v>
                </c:pt>
                <c:pt idx="4722">
                  <c:v>43214</c:v>
                </c:pt>
                <c:pt idx="4723">
                  <c:v>43215</c:v>
                </c:pt>
                <c:pt idx="4724">
                  <c:v>43216</c:v>
                </c:pt>
                <c:pt idx="4725">
                  <c:v>43217</c:v>
                </c:pt>
                <c:pt idx="4726">
                  <c:v>43220</c:v>
                </c:pt>
                <c:pt idx="4727">
                  <c:v>43221</c:v>
                </c:pt>
                <c:pt idx="4728">
                  <c:v>43222</c:v>
                </c:pt>
                <c:pt idx="4729">
                  <c:v>43223</c:v>
                </c:pt>
                <c:pt idx="4730">
                  <c:v>43224</c:v>
                </c:pt>
                <c:pt idx="4731">
                  <c:v>43227</c:v>
                </c:pt>
                <c:pt idx="4732">
                  <c:v>43228</c:v>
                </c:pt>
                <c:pt idx="4733">
                  <c:v>43229</c:v>
                </c:pt>
                <c:pt idx="4734">
                  <c:v>43230</c:v>
                </c:pt>
                <c:pt idx="4735">
                  <c:v>43231</c:v>
                </c:pt>
                <c:pt idx="4736">
                  <c:v>43234</c:v>
                </c:pt>
                <c:pt idx="4737">
                  <c:v>43235</c:v>
                </c:pt>
                <c:pt idx="4738">
                  <c:v>43236</c:v>
                </c:pt>
                <c:pt idx="4739">
                  <c:v>43237</c:v>
                </c:pt>
                <c:pt idx="4740">
                  <c:v>43238</c:v>
                </c:pt>
                <c:pt idx="4741">
                  <c:v>43241</c:v>
                </c:pt>
                <c:pt idx="4742">
                  <c:v>43242</c:v>
                </c:pt>
                <c:pt idx="4743">
                  <c:v>43243</c:v>
                </c:pt>
                <c:pt idx="4744">
                  <c:v>43244</c:v>
                </c:pt>
                <c:pt idx="4745">
                  <c:v>43245</c:v>
                </c:pt>
                <c:pt idx="4746">
                  <c:v>43248</c:v>
                </c:pt>
                <c:pt idx="4747">
                  <c:v>43249</c:v>
                </c:pt>
                <c:pt idx="4748">
                  <c:v>43250</c:v>
                </c:pt>
                <c:pt idx="4749">
                  <c:v>43251</c:v>
                </c:pt>
                <c:pt idx="4750">
                  <c:v>43252</c:v>
                </c:pt>
                <c:pt idx="4751">
                  <c:v>43255</c:v>
                </c:pt>
                <c:pt idx="4752">
                  <c:v>43256</c:v>
                </c:pt>
                <c:pt idx="4753">
                  <c:v>43257</c:v>
                </c:pt>
                <c:pt idx="4754">
                  <c:v>43258</c:v>
                </c:pt>
                <c:pt idx="4755">
                  <c:v>43259</c:v>
                </c:pt>
                <c:pt idx="4756">
                  <c:v>43262</c:v>
                </c:pt>
                <c:pt idx="4757">
                  <c:v>43263</c:v>
                </c:pt>
                <c:pt idx="4758">
                  <c:v>43264</c:v>
                </c:pt>
                <c:pt idx="4759">
                  <c:v>43265</c:v>
                </c:pt>
                <c:pt idx="4760">
                  <c:v>43266</c:v>
                </c:pt>
                <c:pt idx="4761">
                  <c:v>43269</c:v>
                </c:pt>
                <c:pt idx="4762">
                  <c:v>43270</c:v>
                </c:pt>
                <c:pt idx="4763">
                  <c:v>43271</c:v>
                </c:pt>
                <c:pt idx="4764">
                  <c:v>43272</c:v>
                </c:pt>
                <c:pt idx="4765">
                  <c:v>43273</c:v>
                </c:pt>
                <c:pt idx="4766">
                  <c:v>43276</c:v>
                </c:pt>
                <c:pt idx="4767">
                  <c:v>43277</c:v>
                </c:pt>
                <c:pt idx="4768">
                  <c:v>43278</c:v>
                </c:pt>
                <c:pt idx="4769">
                  <c:v>43279</c:v>
                </c:pt>
                <c:pt idx="4770">
                  <c:v>43280</c:v>
                </c:pt>
                <c:pt idx="4771">
                  <c:v>43283</c:v>
                </c:pt>
                <c:pt idx="4772">
                  <c:v>43284</c:v>
                </c:pt>
                <c:pt idx="4773">
                  <c:v>43285</c:v>
                </c:pt>
                <c:pt idx="4774">
                  <c:v>43286</c:v>
                </c:pt>
                <c:pt idx="4775">
                  <c:v>43287</c:v>
                </c:pt>
                <c:pt idx="4776">
                  <c:v>43290</c:v>
                </c:pt>
                <c:pt idx="4777">
                  <c:v>43291</c:v>
                </c:pt>
                <c:pt idx="4778">
                  <c:v>43292</c:v>
                </c:pt>
                <c:pt idx="4779">
                  <c:v>43293</c:v>
                </c:pt>
                <c:pt idx="4780">
                  <c:v>43294</c:v>
                </c:pt>
                <c:pt idx="4781">
                  <c:v>43297</c:v>
                </c:pt>
                <c:pt idx="4782">
                  <c:v>43298</c:v>
                </c:pt>
                <c:pt idx="4783">
                  <c:v>43299</c:v>
                </c:pt>
                <c:pt idx="4784">
                  <c:v>43300</c:v>
                </c:pt>
                <c:pt idx="4785">
                  <c:v>43301</c:v>
                </c:pt>
                <c:pt idx="4786">
                  <c:v>43304</c:v>
                </c:pt>
                <c:pt idx="4787">
                  <c:v>43305</c:v>
                </c:pt>
                <c:pt idx="4788">
                  <c:v>43306</c:v>
                </c:pt>
                <c:pt idx="4789">
                  <c:v>43307</c:v>
                </c:pt>
                <c:pt idx="4790">
                  <c:v>43308</c:v>
                </c:pt>
                <c:pt idx="4791">
                  <c:v>43311</c:v>
                </c:pt>
                <c:pt idx="4792">
                  <c:v>43312</c:v>
                </c:pt>
                <c:pt idx="4793">
                  <c:v>43313</c:v>
                </c:pt>
                <c:pt idx="4794">
                  <c:v>43314</c:v>
                </c:pt>
                <c:pt idx="4795">
                  <c:v>43315</c:v>
                </c:pt>
                <c:pt idx="4796">
                  <c:v>43318</c:v>
                </c:pt>
                <c:pt idx="4797">
                  <c:v>43319</c:v>
                </c:pt>
                <c:pt idx="4798">
                  <c:v>43320</c:v>
                </c:pt>
                <c:pt idx="4799">
                  <c:v>43321</c:v>
                </c:pt>
                <c:pt idx="4800">
                  <c:v>43322</c:v>
                </c:pt>
                <c:pt idx="4801">
                  <c:v>43325</c:v>
                </c:pt>
                <c:pt idx="4802">
                  <c:v>43326</c:v>
                </c:pt>
                <c:pt idx="4803">
                  <c:v>43327</c:v>
                </c:pt>
                <c:pt idx="4804">
                  <c:v>43328</c:v>
                </c:pt>
                <c:pt idx="4805">
                  <c:v>43329</c:v>
                </c:pt>
                <c:pt idx="4806">
                  <c:v>43332</c:v>
                </c:pt>
                <c:pt idx="4807">
                  <c:v>43333</c:v>
                </c:pt>
                <c:pt idx="4808">
                  <c:v>43334</c:v>
                </c:pt>
                <c:pt idx="4809">
                  <c:v>43335</c:v>
                </c:pt>
                <c:pt idx="4810">
                  <c:v>43336</c:v>
                </c:pt>
                <c:pt idx="4811">
                  <c:v>43339</c:v>
                </c:pt>
                <c:pt idx="4812">
                  <c:v>43340</c:v>
                </c:pt>
                <c:pt idx="4813">
                  <c:v>43341</c:v>
                </c:pt>
                <c:pt idx="4814">
                  <c:v>43342</c:v>
                </c:pt>
                <c:pt idx="4815">
                  <c:v>43343</c:v>
                </c:pt>
                <c:pt idx="4816">
                  <c:v>43346</c:v>
                </c:pt>
                <c:pt idx="4817">
                  <c:v>43347</c:v>
                </c:pt>
                <c:pt idx="4818">
                  <c:v>43348</c:v>
                </c:pt>
                <c:pt idx="4819">
                  <c:v>43349</c:v>
                </c:pt>
                <c:pt idx="4820">
                  <c:v>43350</c:v>
                </c:pt>
                <c:pt idx="4821">
                  <c:v>43353</c:v>
                </c:pt>
                <c:pt idx="4822">
                  <c:v>43354</c:v>
                </c:pt>
                <c:pt idx="4823">
                  <c:v>43355</c:v>
                </c:pt>
                <c:pt idx="4824">
                  <c:v>43356</c:v>
                </c:pt>
                <c:pt idx="4825">
                  <c:v>43357</c:v>
                </c:pt>
                <c:pt idx="4826">
                  <c:v>43360</c:v>
                </c:pt>
                <c:pt idx="4827">
                  <c:v>43361</c:v>
                </c:pt>
                <c:pt idx="4828">
                  <c:v>43362</c:v>
                </c:pt>
                <c:pt idx="4829">
                  <c:v>43363</c:v>
                </c:pt>
                <c:pt idx="4830">
                  <c:v>43364</c:v>
                </c:pt>
                <c:pt idx="4831">
                  <c:v>43367</c:v>
                </c:pt>
                <c:pt idx="4832">
                  <c:v>43368</c:v>
                </c:pt>
                <c:pt idx="4833">
                  <c:v>43369</c:v>
                </c:pt>
                <c:pt idx="4834">
                  <c:v>43370</c:v>
                </c:pt>
                <c:pt idx="4835">
                  <c:v>43371</c:v>
                </c:pt>
                <c:pt idx="4836">
                  <c:v>43374</c:v>
                </c:pt>
                <c:pt idx="4837">
                  <c:v>43375</c:v>
                </c:pt>
                <c:pt idx="4838">
                  <c:v>43376</c:v>
                </c:pt>
                <c:pt idx="4839">
                  <c:v>43377</c:v>
                </c:pt>
                <c:pt idx="4840">
                  <c:v>43378</c:v>
                </c:pt>
                <c:pt idx="4841">
                  <c:v>43381</c:v>
                </c:pt>
                <c:pt idx="4842">
                  <c:v>43382</c:v>
                </c:pt>
                <c:pt idx="4843">
                  <c:v>43383</c:v>
                </c:pt>
                <c:pt idx="4844">
                  <c:v>43384</c:v>
                </c:pt>
                <c:pt idx="4845">
                  <c:v>43385</c:v>
                </c:pt>
                <c:pt idx="4846">
                  <c:v>43388</c:v>
                </c:pt>
                <c:pt idx="4847">
                  <c:v>43389</c:v>
                </c:pt>
                <c:pt idx="4848">
                  <c:v>43390</c:v>
                </c:pt>
                <c:pt idx="4849">
                  <c:v>43391</c:v>
                </c:pt>
                <c:pt idx="4850">
                  <c:v>43392</c:v>
                </c:pt>
                <c:pt idx="4851">
                  <c:v>43395</c:v>
                </c:pt>
                <c:pt idx="4852">
                  <c:v>43396</c:v>
                </c:pt>
                <c:pt idx="4853">
                  <c:v>43397</c:v>
                </c:pt>
                <c:pt idx="4854">
                  <c:v>43398</c:v>
                </c:pt>
                <c:pt idx="4855">
                  <c:v>43399</c:v>
                </c:pt>
                <c:pt idx="4856">
                  <c:v>43402</c:v>
                </c:pt>
                <c:pt idx="4857">
                  <c:v>43403</c:v>
                </c:pt>
                <c:pt idx="4858">
                  <c:v>43404</c:v>
                </c:pt>
                <c:pt idx="4859">
                  <c:v>43405</c:v>
                </c:pt>
                <c:pt idx="4860">
                  <c:v>43406</c:v>
                </c:pt>
                <c:pt idx="4861">
                  <c:v>43409</c:v>
                </c:pt>
                <c:pt idx="4862">
                  <c:v>43410</c:v>
                </c:pt>
                <c:pt idx="4863">
                  <c:v>43411</c:v>
                </c:pt>
                <c:pt idx="4864">
                  <c:v>43412</c:v>
                </c:pt>
                <c:pt idx="4865">
                  <c:v>43413</c:v>
                </c:pt>
                <c:pt idx="4866">
                  <c:v>43416</c:v>
                </c:pt>
                <c:pt idx="4867">
                  <c:v>43417</c:v>
                </c:pt>
                <c:pt idx="4868">
                  <c:v>43418</c:v>
                </c:pt>
                <c:pt idx="4869">
                  <c:v>43419</c:v>
                </c:pt>
                <c:pt idx="4870">
                  <c:v>43420</c:v>
                </c:pt>
                <c:pt idx="4871">
                  <c:v>43423</c:v>
                </c:pt>
                <c:pt idx="4872">
                  <c:v>43424</c:v>
                </c:pt>
                <c:pt idx="4873">
                  <c:v>43425</c:v>
                </c:pt>
                <c:pt idx="4874">
                  <c:v>43426</c:v>
                </c:pt>
                <c:pt idx="4875">
                  <c:v>43427</c:v>
                </c:pt>
                <c:pt idx="4876">
                  <c:v>43430</c:v>
                </c:pt>
                <c:pt idx="4877">
                  <c:v>43431</c:v>
                </c:pt>
                <c:pt idx="4878">
                  <c:v>43432</c:v>
                </c:pt>
                <c:pt idx="4879">
                  <c:v>43433</c:v>
                </c:pt>
                <c:pt idx="4880">
                  <c:v>43434</c:v>
                </c:pt>
                <c:pt idx="4881">
                  <c:v>43437</c:v>
                </c:pt>
                <c:pt idx="4882">
                  <c:v>43438</c:v>
                </c:pt>
                <c:pt idx="4883">
                  <c:v>43439</c:v>
                </c:pt>
                <c:pt idx="4884">
                  <c:v>43440</c:v>
                </c:pt>
                <c:pt idx="4885">
                  <c:v>43441</c:v>
                </c:pt>
                <c:pt idx="4886">
                  <c:v>43444</c:v>
                </c:pt>
                <c:pt idx="4887">
                  <c:v>43445</c:v>
                </c:pt>
                <c:pt idx="4888">
                  <c:v>43446</c:v>
                </c:pt>
                <c:pt idx="4889">
                  <c:v>43447</c:v>
                </c:pt>
                <c:pt idx="4890">
                  <c:v>43448</c:v>
                </c:pt>
                <c:pt idx="4891">
                  <c:v>43451</c:v>
                </c:pt>
                <c:pt idx="4892">
                  <c:v>43452</c:v>
                </c:pt>
                <c:pt idx="4893">
                  <c:v>43453</c:v>
                </c:pt>
                <c:pt idx="4894">
                  <c:v>43454</c:v>
                </c:pt>
                <c:pt idx="4895">
                  <c:v>43455</c:v>
                </c:pt>
                <c:pt idx="4896">
                  <c:v>43458</c:v>
                </c:pt>
                <c:pt idx="4897">
                  <c:v>43459</c:v>
                </c:pt>
                <c:pt idx="4898">
                  <c:v>43460</c:v>
                </c:pt>
                <c:pt idx="4899">
                  <c:v>43461</c:v>
                </c:pt>
                <c:pt idx="4900">
                  <c:v>43462</c:v>
                </c:pt>
                <c:pt idx="4901">
                  <c:v>43465</c:v>
                </c:pt>
                <c:pt idx="4902">
                  <c:v>43466</c:v>
                </c:pt>
                <c:pt idx="4903">
                  <c:v>43467</c:v>
                </c:pt>
                <c:pt idx="4904">
                  <c:v>43468</c:v>
                </c:pt>
                <c:pt idx="4905">
                  <c:v>43469</c:v>
                </c:pt>
                <c:pt idx="4906">
                  <c:v>43472</c:v>
                </c:pt>
                <c:pt idx="4907">
                  <c:v>43473</c:v>
                </c:pt>
                <c:pt idx="4908">
                  <c:v>43474</c:v>
                </c:pt>
                <c:pt idx="4909">
                  <c:v>43475</c:v>
                </c:pt>
                <c:pt idx="4910">
                  <c:v>43476</c:v>
                </c:pt>
                <c:pt idx="4911">
                  <c:v>43479</c:v>
                </c:pt>
                <c:pt idx="4912">
                  <c:v>43480</c:v>
                </c:pt>
                <c:pt idx="4913">
                  <c:v>43481</c:v>
                </c:pt>
                <c:pt idx="4914">
                  <c:v>43482</c:v>
                </c:pt>
                <c:pt idx="4915">
                  <c:v>43483</c:v>
                </c:pt>
                <c:pt idx="4916">
                  <c:v>43486</c:v>
                </c:pt>
                <c:pt idx="4917">
                  <c:v>43487</c:v>
                </c:pt>
                <c:pt idx="4918">
                  <c:v>43488</c:v>
                </c:pt>
                <c:pt idx="4919">
                  <c:v>43489</c:v>
                </c:pt>
                <c:pt idx="4920">
                  <c:v>43490</c:v>
                </c:pt>
                <c:pt idx="4921">
                  <c:v>43493</c:v>
                </c:pt>
                <c:pt idx="4922">
                  <c:v>43494</c:v>
                </c:pt>
                <c:pt idx="4923">
                  <c:v>43495</c:v>
                </c:pt>
                <c:pt idx="4924">
                  <c:v>43496</c:v>
                </c:pt>
                <c:pt idx="4925">
                  <c:v>43497</c:v>
                </c:pt>
                <c:pt idx="4926">
                  <c:v>43500</c:v>
                </c:pt>
                <c:pt idx="4927">
                  <c:v>43501</c:v>
                </c:pt>
                <c:pt idx="4928">
                  <c:v>43502</c:v>
                </c:pt>
                <c:pt idx="4929">
                  <c:v>43503</c:v>
                </c:pt>
                <c:pt idx="4930">
                  <c:v>43504</c:v>
                </c:pt>
                <c:pt idx="4931">
                  <c:v>43507</c:v>
                </c:pt>
                <c:pt idx="4932">
                  <c:v>43508</c:v>
                </c:pt>
                <c:pt idx="4933">
                  <c:v>43509</c:v>
                </c:pt>
                <c:pt idx="4934">
                  <c:v>43510</c:v>
                </c:pt>
                <c:pt idx="4935">
                  <c:v>43511</c:v>
                </c:pt>
                <c:pt idx="4936">
                  <c:v>43514</c:v>
                </c:pt>
                <c:pt idx="4937">
                  <c:v>43515</c:v>
                </c:pt>
                <c:pt idx="4938">
                  <c:v>43516</c:v>
                </c:pt>
                <c:pt idx="4939">
                  <c:v>43517</c:v>
                </c:pt>
                <c:pt idx="4940">
                  <c:v>43518</c:v>
                </c:pt>
                <c:pt idx="4941">
                  <c:v>43521</c:v>
                </c:pt>
                <c:pt idx="4942">
                  <c:v>43522</c:v>
                </c:pt>
                <c:pt idx="4943">
                  <c:v>43523</c:v>
                </c:pt>
                <c:pt idx="4944">
                  <c:v>43524</c:v>
                </c:pt>
                <c:pt idx="4945">
                  <c:v>43525</c:v>
                </c:pt>
                <c:pt idx="4946">
                  <c:v>43528</c:v>
                </c:pt>
                <c:pt idx="4947">
                  <c:v>43529</c:v>
                </c:pt>
                <c:pt idx="4948">
                  <c:v>43530</c:v>
                </c:pt>
                <c:pt idx="4949">
                  <c:v>43531</c:v>
                </c:pt>
                <c:pt idx="4950">
                  <c:v>43532</c:v>
                </c:pt>
                <c:pt idx="4951">
                  <c:v>43535</c:v>
                </c:pt>
                <c:pt idx="4952">
                  <c:v>43536</c:v>
                </c:pt>
                <c:pt idx="4953">
                  <c:v>43537</c:v>
                </c:pt>
                <c:pt idx="4954">
                  <c:v>43538</c:v>
                </c:pt>
                <c:pt idx="4955">
                  <c:v>43539</c:v>
                </c:pt>
                <c:pt idx="4956">
                  <c:v>43542</c:v>
                </c:pt>
                <c:pt idx="4957">
                  <c:v>43543</c:v>
                </c:pt>
                <c:pt idx="4958">
                  <c:v>43544</c:v>
                </c:pt>
                <c:pt idx="4959">
                  <c:v>43545</c:v>
                </c:pt>
                <c:pt idx="4960">
                  <c:v>43546</c:v>
                </c:pt>
                <c:pt idx="4961">
                  <c:v>43549</c:v>
                </c:pt>
                <c:pt idx="4962">
                  <c:v>43550</c:v>
                </c:pt>
                <c:pt idx="4963">
                  <c:v>43551</c:v>
                </c:pt>
                <c:pt idx="4964">
                  <c:v>43552</c:v>
                </c:pt>
                <c:pt idx="4965">
                  <c:v>43553</c:v>
                </c:pt>
                <c:pt idx="4966">
                  <c:v>43556</c:v>
                </c:pt>
                <c:pt idx="4967">
                  <c:v>43557</c:v>
                </c:pt>
                <c:pt idx="4968">
                  <c:v>43558</c:v>
                </c:pt>
                <c:pt idx="4969">
                  <c:v>43559</c:v>
                </c:pt>
                <c:pt idx="4970">
                  <c:v>43560</c:v>
                </c:pt>
                <c:pt idx="4971">
                  <c:v>43563</c:v>
                </c:pt>
                <c:pt idx="4972">
                  <c:v>43564</c:v>
                </c:pt>
                <c:pt idx="4973">
                  <c:v>43565</c:v>
                </c:pt>
                <c:pt idx="4974">
                  <c:v>43566</c:v>
                </c:pt>
                <c:pt idx="4975">
                  <c:v>43567</c:v>
                </c:pt>
                <c:pt idx="4976">
                  <c:v>43570</c:v>
                </c:pt>
                <c:pt idx="4977">
                  <c:v>43571</c:v>
                </c:pt>
                <c:pt idx="4978">
                  <c:v>43572</c:v>
                </c:pt>
                <c:pt idx="4979">
                  <c:v>43573</c:v>
                </c:pt>
                <c:pt idx="4980">
                  <c:v>43574</c:v>
                </c:pt>
                <c:pt idx="4981">
                  <c:v>43577</c:v>
                </c:pt>
                <c:pt idx="4982">
                  <c:v>43578</c:v>
                </c:pt>
                <c:pt idx="4983">
                  <c:v>43579</c:v>
                </c:pt>
                <c:pt idx="4984">
                  <c:v>43580</c:v>
                </c:pt>
                <c:pt idx="4985">
                  <c:v>43581</c:v>
                </c:pt>
                <c:pt idx="4986">
                  <c:v>43584</c:v>
                </c:pt>
                <c:pt idx="4987">
                  <c:v>43585</c:v>
                </c:pt>
                <c:pt idx="4988">
                  <c:v>43586</c:v>
                </c:pt>
                <c:pt idx="4989">
                  <c:v>43587</c:v>
                </c:pt>
                <c:pt idx="4990">
                  <c:v>43588</c:v>
                </c:pt>
                <c:pt idx="4991">
                  <c:v>43591</c:v>
                </c:pt>
                <c:pt idx="4992">
                  <c:v>43592</c:v>
                </c:pt>
                <c:pt idx="4993">
                  <c:v>43593</c:v>
                </c:pt>
                <c:pt idx="4994">
                  <c:v>43594</c:v>
                </c:pt>
                <c:pt idx="4995">
                  <c:v>43595</c:v>
                </c:pt>
                <c:pt idx="4996">
                  <c:v>43598</c:v>
                </c:pt>
                <c:pt idx="4997">
                  <c:v>43599</c:v>
                </c:pt>
                <c:pt idx="4998">
                  <c:v>43600</c:v>
                </c:pt>
                <c:pt idx="4999">
                  <c:v>43601</c:v>
                </c:pt>
                <c:pt idx="5000">
                  <c:v>43602</c:v>
                </c:pt>
                <c:pt idx="5001">
                  <c:v>43605</c:v>
                </c:pt>
                <c:pt idx="5002">
                  <c:v>43606</c:v>
                </c:pt>
                <c:pt idx="5003">
                  <c:v>43607</c:v>
                </c:pt>
                <c:pt idx="5004">
                  <c:v>43608</c:v>
                </c:pt>
                <c:pt idx="5005">
                  <c:v>43609</c:v>
                </c:pt>
                <c:pt idx="5006">
                  <c:v>43612</c:v>
                </c:pt>
                <c:pt idx="5007">
                  <c:v>43613</c:v>
                </c:pt>
                <c:pt idx="5008">
                  <c:v>43614</c:v>
                </c:pt>
                <c:pt idx="5009">
                  <c:v>43615</c:v>
                </c:pt>
                <c:pt idx="5010">
                  <c:v>43616</c:v>
                </c:pt>
                <c:pt idx="5011">
                  <c:v>43619</c:v>
                </c:pt>
                <c:pt idx="5012">
                  <c:v>43620</c:v>
                </c:pt>
                <c:pt idx="5013">
                  <c:v>43621</c:v>
                </c:pt>
                <c:pt idx="5014">
                  <c:v>43622</c:v>
                </c:pt>
                <c:pt idx="5015">
                  <c:v>43623</c:v>
                </c:pt>
                <c:pt idx="5016">
                  <c:v>43626</c:v>
                </c:pt>
                <c:pt idx="5017">
                  <c:v>43627</c:v>
                </c:pt>
                <c:pt idx="5018">
                  <c:v>43628</c:v>
                </c:pt>
                <c:pt idx="5019">
                  <c:v>43629</c:v>
                </c:pt>
                <c:pt idx="5020">
                  <c:v>43630</c:v>
                </c:pt>
                <c:pt idx="5021">
                  <c:v>43633</c:v>
                </c:pt>
                <c:pt idx="5022">
                  <c:v>43634</c:v>
                </c:pt>
                <c:pt idx="5023">
                  <c:v>43635</c:v>
                </c:pt>
                <c:pt idx="5024">
                  <c:v>43636</c:v>
                </c:pt>
                <c:pt idx="5025">
                  <c:v>43637</c:v>
                </c:pt>
                <c:pt idx="5026">
                  <c:v>43640</c:v>
                </c:pt>
                <c:pt idx="5027">
                  <c:v>43641</c:v>
                </c:pt>
                <c:pt idx="5028">
                  <c:v>43642</c:v>
                </c:pt>
                <c:pt idx="5029">
                  <c:v>43643</c:v>
                </c:pt>
                <c:pt idx="5030">
                  <c:v>43644</c:v>
                </c:pt>
                <c:pt idx="5031">
                  <c:v>43647</c:v>
                </c:pt>
                <c:pt idx="5032">
                  <c:v>43648</c:v>
                </c:pt>
                <c:pt idx="5033">
                  <c:v>43649</c:v>
                </c:pt>
                <c:pt idx="5034">
                  <c:v>43650</c:v>
                </c:pt>
                <c:pt idx="5035">
                  <c:v>43651</c:v>
                </c:pt>
                <c:pt idx="5036">
                  <c:v>43654</c:v>
                </c:pt>
                <c:pt idx="5037">
                  <c:v>43655</c:v>
                </c:pt>
                <c:pt idx="5038">
                  <c:v>43656</c:v>
                </c:pt>
                <c:pt idx="5039">
                  <c:v>43657</c:v>
                </c:pt>
                <c:pt idx="5040">
                  <c:v>43658</c:v>
                </c:pt>
                <c:pt idx="5041">
                  <c:v>43661</c:v>
                </c:pt>
                <c:pt idx="5042">
                  <c:v>43662</c:v>
                </c:pt>
                <c:pt idx="5043">
                  <c:v>43663</c:v>
                </c:pt>
                <c:pt idx="5044">
                  <c:v>43664</c:v>
                </c:pt>
                <c:pt idx="5045">
                  <c:v>43665</c:v>
                </c:pt>
                <c:pt idx="5046">
                  <c:v>43668</c:v>
                </c:pt>
                <c:pt idx="5047">
                  <c:v>43669</c:v>
                </c:pt>
                <c:pt idx="5048">
                  <c:v>43670</c:v>
                </c:pt>
                <c:pt idx="5049">
                  <c:v>43671</c:v>
                </c:pt>
                <c:pt idx="5050">
                  <c:v>43672</c:v>
                </c:pt>
                <c:pt idx="5051">
                  <c:v>43675</c:v>
                </c:pt>
                <c:pt idx="5052">
                  <c:v>43676</c:v>
                </c:pt>
                <c:pt idx="5053">
                  <c:v>43677</c:v>
                </c:pt>
                <c:pt idx="5054">
                  <c:v>43678</c:v>
                </c:pt>
                <c:pt idx="5055">
                  <c:v>43679</c:v>
                </c:pt>
                <c:pt idx="5056">
                  <c:v>43682</c:v>
                </c:pt>
                <c:pt idx="5057">
                  <c:v>43683</c:v>
                </c:pt>
                <c:pt idx="5058">
                  <c:v>43684</c:v>
                </c:pt>
                <c:pt idx="5059">
                  <c:v>43685</c:v>
                </c:pt>
                <c:pt idx="5060">
                  <c:v>43686</c:v>
                </c:pt>
                <c:pt idx="5061">
                  <c:v>43689</c:v>
                </c:pt>
                <c:pt idx="5062">
                  <c:v>43690</c:v>
                </c:pt>
                <c:pt idx="5063">
                  <c:v>43691</c:v>
                </c:pt>
                <c:pt idx="5064">
                  <c:v>43692</c:v>
                </c:pt>
                <c:pt idx="5065">
                  <c:v>43693</c:v>
                </c:pt>
                <c:pt idx="5066">
                  <c:v>43696</c:v>
                </c:pt>
                <c:pt idx="5067">
                  <c:v>43697</c:v>
                </c:pt>
                <c:pt idx="5068">
                  <c:v>43698</c:v>
                </c:pt>
                <c:pt idx="5069">
                  <c:v>43699</c:v>
                </c:pt>
                <c:pt idx="5070">
                  <c:v>43700</c:v>
                </c:pt>
                <c:pt idx="5071">
                  <c:v>43703</c:v>
                </c:pt>
                <c:pt idx="5072">
                  <c:v>43704</c:v>
                </c:pt>
                <c:pt idx="5073">
                  <c:v>43705</c:v>
                </c:pt>
                <c:pt idx="5074">
                  <c:v>43706</c:v>
                </c:pt>
                <c:pt idx="5075">
                  <c:v>43707</c:v>
                </c:pt>
                <c:pt idx="5076">
                  <c:v>43710</c:v>
                </c:pt>
                <c:pt idx="5077">
                  <c:v>43711</c:v>
                </c:pt>
                <c:pt idx="5078">
                  <c:v>43712</c:v>
                </c:pt>
                <c:pt idx="5079">
                  <c:v>43713</c:v>
                </c:pt>
                <c:pt idx="5080">
                  <c:v>43714</c:v>
                </c:pt>
                <c:pt idx="5081">
                  <c:v>43717</c:v>
                </c:pt>
                <c:pt idx="5082">
                  <c:v>43718</c:v>
                </c:pt>
                <c:pt idx="5083">
                  <c:v>43719</c:v>
                </c:pt>
                <c:pt idx="5084">
                  <c:v>43720</c:v>
                </c:pt>
                <c:pt idx="5085">
                  <c:v>43721</c:v>
                </c:pt>
                <c:pt idx="5086">
                  <c:v>43724</c:v>
                </c:pt>
                <c:pt idx="5087">
                  <c:v>43725</c:v>
                </c:pt>
                <c:pt idx="5088">
                  <c:v>43726</c:v>
                </c:pt>
                <c:pt idx="5089">
                  <c:v>43727</c:v>
                </c:pt>
                <c:pt idx="5090">
                  <c:v>43728</c:v>
                </c:pt>
                <c:pt idx="5091">
                  <c:v>43731</c:v>
                </c:pt>
                <c:pt idx="5092">
                  <c:v>43732</c:v>
                </c:pt>
                <c:pt idx="5093">
                  <c:v>43733</c:v>
                </c:pt>
                <c:pt idx="5094">
                  <c:v>43734</c:v>
                </c:pt>
                <c:pt idx="5095">
                  <c:v>43735</c:v>
                </c:pt>
                <c:pt idx="5096">
                  <c:v>43738</c:v>
                </c:pt>
                <c:pt idx="5097">
                  <c:v>43739</c:v>
                </c:pt>
                <c:pt idx="5098">
                  <c:v>43740</c:v>
                </c:pt>
                <c:pt idx="5099">
                  <c:v>43741</c:v>
                </c:pt>
                <c:pt idx="5100">
                  <c:v>43742</c:v>
                </c:pt>
                <c:pt idx="5101">
                  <c:v>43745</c:v>
                </c:pt>
                <c:pt idx="5102">
                  <c:v>43746</c:v>
                </c:pt>
                <c:pt idx="5103">
                  <c:v>43747</c:v>
                </c:pt>
                <c:pt idx="5104">
                  <c:v>43748</c:v>
                </c:pt>
                <c:pt idx="5105">
                  <c:v>43749</c:v>
                </c:pt>
                <c:pt idx="5106">
                  <c:v>43752</c:v>
                </c:pt>
                <c:pt idx="5107">
                  <c:v>43753</c:v>
                </c:pt>
                <c:pt idx="5108">
                  <c:v>43754</c:v>
                </c:pt>
                <c:pt idx="5109">
                  <c:v>43755</c:v>
                </c:pt>
                <c:pt idx="5110">
                  <c:v>43756</c:v>
                </c:pt>
                <c:pt idx="5111">
                  <c:v>43759</c:v>
                </c:pt>
                <c:pt idx="5112">
                  <c:v>43760</c:v>
                </c:pt>
                <c:pt idx="5113">
                  <c:v>43761</c:v>
                </c:pt>
                <c:pt idx="5114">
                  <c:v>43762</c:v>
                </c:pt>
                <c:pt idx="5115">
                  <c:v>43763</c:v>
                </c:pt>
                <c:pt idx="5116">
                  <c:v>43766</c:v>
                </c:pt>
                <c:pt idx="5117">
                  <c:v>43767</c:v>
                </c:pt>
                <c:pt idx="5118">
                  <c:v>43768</c:v>
                </c:pt>
                <c:pt idx="5119">
                  <c:v>43769</c:v>
                </c:pt>
                <c:pt idx="5120">
                  <c:v>43770</c:v>
                </c:pt>
                <c:pt idx="5121">
                  <c:v>43773</c:v>
                </c:pt>
                <c:pt idx="5122">
                  <c:v>43774</c:v>
                </c:pt>
                <c:pt idx="5123">
                  <c:v>43775</c:v>
                </c:pt>
                <c:pt idx="5124">
                  <c:v>43776</c:v>
                </c:pt>
                <c:pt idx="5125">
                  <c:v>43777</c:v>
                </c:pt>
                <c:pt idx="5126">
                  <c:v>43780</c:v>
                </c:pt>
                <c:pt idx="5127">
                  <c:v>43781</c:v>
                </c:pt>
                <c:pt idx="5128">
                  <c:v>43782</c:v>
                </c:pt>
                <c:pt idx="5129">
                  <c:v>43783</c:v>
                </c:pt>
                <c:pt idx="5130">
                  <c:v>43784</c:v>
                </c:pt>
                <c:pt idx="5131">
                  <c:v>43787</c:v>
                </c:pt>
                <c:pt idx="5132">
                  <c:v>43788</c:v>
                </c:pt>
                <c:pt idx="5133">
                  <c:v>43789</c:v>
                </c:pt>
                <c:pt idx="5134">
                  <c:v>43790</c:v>
                </c:pt>
                <c:pt idx="5135">
                  <c:v>43791</c:v>
                </c:pt>
                <c:pt idx="5136">
                  <c:v>43794</c:v>
                </c:pt>
                <c:pt idx="5137">
                  <c:v>43795</c:v>
                </c:pt>
                <c:pt idx="5138">
                  <c:v>43796</c:v>
                </c:pt>
                <c:pt idx="5139">
                  <c:v>43797</c:v>
                </c:pt>
                <c:pt idx="5140">
                  <c:v>43798</c:v>
                </c:pt>
                <c:pt idx="5141">
                  <c:v>43801</c:v>
                </c:pt>
                <c:pt idx="5142">
                  <c:v>43802</c:v>
                </c:pt>
                <c:pt idx="5143">
                  <c:v>43803</c:v>
                </c:pt>
                <c:pt idx="5144">
                  <c:v>43804</c:v>
                </c:pt>
                <c:pt idx="5145">
                  <c:v>43805</c:v>
                </c:pt>
                <c:pt idx="5146">
                  <c:v>43808</c:v>
                </c:pt>
                <c:pt idx="5147">
                  <c:v>43809</c:v>
                </c:pt>
                <c:pt idx="5148">
                  <c:v>43810</c:v>
                </c:pt>
                <c:pt idx="5149">
                  <c:v>43811</c:v>
                </c:pt>
                <c:pt idx="5150">
                  <c:v>43812</c:v>
                </c:pt>
                <c:pt idx="5151">
                  <c:v>43815</c:v>
                </c:pt>
                <c:pt idx="5152">
                  <c:v>43816</c:v>
                </c:pt>
                <c:pt idx="5153">
                  <c:v>43817</c:v>
                </c:pt>
                <c:pt idx="5154">
                  <c:v>43818</c:v>
                </c:pt>
                <c:pt idx="5155">
                  <c:v>43819</c:v>
                </c:pt>
                <c:pt idx="5156">
                  <c:v>43822</c:v>
                </c:pt>
                <c:pt idx="5157">
                  <c:v>43823</c:v>
                </c:pt>
                <c:pt idx="5158">
                  <c:v>43824</c:v>
                </c:pt>
                <c:pt idx="5159">
                  <c:v>43825</c:v>
                </c:pt>
                <c:pt idx="5160">
                  <c:v>43826</c:v>
                </c:pt>
                <c:pt idx="5161">
                  <c:v>43829</c:v>
                </c:pt>
                <c:pt idx="5162">
                  <c:v>43830</c:v>
                </c:pt>
                <c:pt idx="5163">
                  <c:v>43831</c:v>
                </c:pt>
                <c:pt idx="5164">
                  <c:v>43832</c:v>
                </c:pt>
                <c:pt idx="5165">
                  <c:v>43833</c:v>
                </c:pt>
                <c:pt idx="5166">
                  <c:v>43836</c:v>
                </c:pt>
                <c:pt idx="5167">
                  <c:v>43837</c:v>
                </c:pt>
                <c:pt idx="5168">
                  <c:v>43838</c:v>
                </c:pt>
                <c:pt idx="5169">
                  <c:v>43839</c:v>
                </c:pt>
                <c:pt idx="5170">
                  <c:v>43840</c:v>
                </c:pt>
                <c:pt idx="5171">
                  <c:v>43843</c:v>
                </c:pt>
                <c:pt idx="5172">
                  <c:v>43844</c:v>
                </c:pt>
                <c:pt idx="5173">
                  <c:v>43845</c:v>
                </c:pt>
                <c:pt idx="5174">
                  <c:v>43846</c:v>
                </c:pt>
                <c:pt idx="5175">
                  <c:v>43847</c:v>
                </c:pt>
                <c:pt idx="5176">
                  <c:v>43850</c:v>
                </c:pt>
                <c:pt idx="5177">
                  <c:v>43851</c:v>
                </c:pt>
                <c:pt idx="5178">
                  <c:v>43852</c:v>
                </c:pt>
                <c:pt idx="5179">
                  <c:v>43853</c:v>
                </c:pt>
                <c:pt idx="5180">
                  <c:v>43854</c:v>
                </c:pt>
                <c:pt idx="5181">
                  <c:v>43857</c:v>
                </c:pt>
                <c:pt idx="5182">
                  <c:v>43858</c:v>
                </c:pt>
                <c:pt idx="5183">
                  <c:v>43859</c:v>
                </c:pt>
                <c:pt idx="5184">
                  <c:v>43860</c:v>
                </c:pt>
                <c:pt idx="5185">
                  <c:v>43861</c:v>
                </c:pt>
                <c:pt idx="5186">
                  <c:v>43864</c:v>
                </c:pt>
                <c:pt idx="5187">
                  <c:v>43865</c:v>
                </c:pt>
                <c:pt idx="5188">
                  <c:v>43866</c:v>
                </c:pt>
                <c:pt idx="5189">
                  <c:v>43867</c:v>
                </c:pt>
                <c:pt idx="5190">
                  <c:v>43868</c:v>
                </c:pt>
                <c:pt idx="5191">
                  <c:v>43871</c:v>
                </c:pt>
                <c:pt idx="5192">
                  <c:v>43872</c:v>
                </c:pt>
                <c:pt idx="5193">
                  <c:v>43873</c:v>
                </c:pt>
                <c:pt idx="5194">
                  <c:v>43874</c:v>
                </c:pt>
                <c:pt idx="5195">
                  <c:v>43875</c:v>
                </c:pt>
                <c:pt idx="5196">
                  <c:v>43878</c:v>
                </c:pt>
                <c:pt idx="5197">
                  <c:v>43879</c:v>
                </c:pt>
                <c:pt idx="5198">
                  <c:v>43880</c:v>
                </c:pt>
                <c:pt idx="5199">
                  <c:v>43881</c:v>
                </c:pt>
                <c:pt idx="5200">
                  <c:v>43882</c:v>
                </c:pt>
                <c:pt idx="5201">
                  <c:v>43885</c:v>
                </c:pt>
                <c:pt idx="5202">
                  <c:v>43886</c:v>
                </c:pt>
                <c:pt idx="5203">
                  <c:v>43887</c:v>
                </c:pt>
                <c:pt idx="5204">
                  <c:v>43888</c:v>
                </c:pt>
                <c:pt idx="5205">
                  <c:v>43889</c:v>
                </c:pt>
                <c:pt idx="5206">
                  <c:v>43892</c:v>
                </c:pt>
                <c:pt idx="5207">
                  <c:v>43893</c:v>
                </c:pt>
                <c:pt idx="5208">
                  <c:v>43894</c:v>
                </c:pt>
                <c:pt idx="5209">
                  <c:v>43895</c:v>
                </c:pt>
                <c:pt idx="5210">
                  <c:v>43896</c:v>
                </c:pt>
                <c:pt idx="5211">
                  <c:v>43899</c:v>
                </c:pt>
                <c:pt idx="5212">
                  <c:v>43900</c:v>
                </c:pt>
                <c:pt idx="5213">
                  <c:v>43901</c:v>
                </c:pt>
                <c:pt idx="5214">
                  <c:v>43902</c:v>
                </c:pt>
                <c:pt idx="5215">
                  <c:v>43903</c:v>
                </c:pt>
                <c:pt idx="5216">
                  <c:v>43906</c:v>
                </c:pt>
                <c:pt idx="5217">
                  <c:v>43907</c:v>
                </c:pt>
                <c:pt idx="5218">
                  <c:v>43908</c:v>
                </c:pt>
                <c:pt idx="5219">
                  <c:v>43909</c:v>
                </c:pt>
                <c:pt idx="5220">
                  <c:v>43910</c:v>
                </c:pt>
                <c:pt idx="5221">
                  <c:v>43913</c:v>
                </c:pt>
                <c:pt idx="5222">
                  <c:v>43914</c:v>
                </c:pt>
                <c:pt idx="5223">
                  <c:v>43915</c:v>
                </c:pt>
                <c:pt idx="5224">
                  <c:v>43916</c:v>
                </c:pt>
                <c:pt idx="5225">
                  <c:v>43917</c:v>
                </c:pt>
                <c:pt idx="5226">
                  <c:v>43920</c:v>
                </c:pt>
                <c:pt idx="5227">
                  <c:v>43921</c:v>
                </c:pt>
                <c:pt idx="5228">
                  <c:v>43922</c:v>
                </c:pt>
                <c:pt idx="5229">
                  <c:v>43923</c:v>
                </c:pt>
                <c:pt idx="5230">
                  <c:v>43924</c:v>
                </c:pt>
                <c:pt idx="5231">
                  <c:v>43927</c:v>
                </c:pt>
                <c:pt idx="5232">
                  <c:v>43928</c:v>
                </c:pt>
                <c:pt idx="5233">
                  <c:v>43929</c:v>
                </c:pt>
                <c:pt idx="5234">
                  <c:v>43930</c:v>
                </c:pt>
                <c:pt idx="5235">
                  <c:v>43931</c:v>
                </c:pt>
                <c:pt idx="5236">
                  <c:v>43934</c:v>
                </c:pt>
                <c:pt idx="5237">
                  <c:v>43935</c:v>
                </c:pt>
                <c:pt idx="5238">
                  <c:v>43936</c:v>
                </c:pt>
                <c:pt idx="5239">
                  <c:v>43937</c:v>
                </c:pt>
                <c:pt idx="5240">
                  <c:v>43938</c:v>
                </c:pt>
                <c:pt idx="5241">
                  <c:v>43941</c:v>
                </c:pt>
                <c:pt idx="5242">
                  <c:v>43942</c:v>
                </c:pt>
                <c:pt idx="5243">
                  <c:v>43943</c:v>
                </c:pt>
                <c:pt idx="5244">
                  <c:v>43944</c:v>
                </c:pt>
                <c:pt idx="5245">
                  <c:v>43945</c:v>
                </c:pt>
                <c:pt idx="5246">
                  <c:v>43948</c:v>
                </c:pt>
                <c:pt idx="5247">
                  <c:v>43949</c:v>
                </c:pt>
                <c:pt idx="5248">
                  <c:v>43950</c:v>
                </c:pt>
                <c:pt idx="5249">
                  <c:v>43951</c:v>
                </c:pt>
                <c:pt idx="5250">
                  <c:v>43952</c:v>
                </c:pt>
                <c:pt idx="5251">
                  <c:v>43955</c:v>
                </c:pt>
                <c:pt idx="5252">
                  <c:v>43956</c:v>
                </c:pt>
                <c:pt idx="5253">
                  <c:v>43957</c:v>
                </c:pt>
                <c:pt idx="5254">
                  <c:v>43958</c:v>
                </c:pt>
                <c:pt idx="5255">
                  <c:v>43959</c:v>
                </c:pt>
                <c:pt idx="5256">
                  <c:v>43962</c:v>
                </c:pt>
                <c:pt idx="5257">
                  <c:v>43963</c:v>
                </c:pt>
                <c:pt idx="5258">
                  <c:v>43964</c:v>
                </c:pt>
                <c:pt idx="5259">
                  <c:v>43965</c:v>
                </c:pt>
                <c:pt idx="5260">
                  <c:v>43966</c:v>
                </c:pt>
                <c:pt idx="5261">
                  <c:v>43969</c:v>
                </c:pt>
                <c:pt idx="5262">
                  <c:v>43970</c:v>
                </c:pt>
                <c:pt idx="5263">
                  <c:v>43971</c:v>
                </c:pt>
                <c:pt idx="5264">
                  <c:v>43972</c:v>
                </c:pt>
                <c:pt idx="5265">
                  <c:v>43973</c:v>
                </c:pt>
                <c:pt idx="5266">
                  <c:v>43976</c:v>
                </c:pt>
                <c:pt idx="5267">
                  <c:v>43977</c:v>
                </c:pt>
                <c:pt idx="5268">
                  <c:v>43978</c:v>
                </c:pt>
                <c:pt idx="5269">
                  <c:v>43979</c:v>
                </c:pt>
                <c:pt idx="5270">
                  <c:v>43980</c:v>
                </c:pt>
                <c:pt idx="5271">
                  <c:v>43983</c:v>
                </c:pt>
                <c:pt idx="5272">
                  <c:v>43984</c:v>
                </c:pt>
                <c:pt idx="5273">
                  <c:v>43985</c:v>
                </c:pt>
                <c:pt idx="5274">
                  <c:v>43986</c:v>
                </c:pt>
                <c:pt idx="5275">
                  <c:v>43987</c:v>
                </c:pt>
                <c:pt idx="5276">
                  <c:v>43990</c:v>
                </c:pt>
                <c:pt idx="5277">
                  <c:v>43991</c:v>
                </c:pt>
                <c:pt idx="5278">
                  <c:v>43992</c:v>
                </c:pt>
                <c:pt idx="5279">
                  <c:v>43993</c:v>
                </c:pt>
                <c:pt idx="5280">
                  <c:v>43994</c:v>
                </c:pt>
                <c:pt idx="5281">
                  <c:v>43997</c:v>
                </c:pt>
                <c:pt idx="5282">
                  <c:v>43998</c:v>
                </c:pt>
                <c:pt idx="5283">
                  <c:v>43999</c:v>
                </c:pt>
                <c:pt idx="5284">
                  <c:v>44000</c:v>
                </c:pt>
                <c:pt idx="5285">
                  <c:v>44001</c:v>
                </c:pt>
                <c:pt idx="5286">
                  <c:v>44004</c:v>
                </c:pt>
                <c:pt idx="5287">
                  <c:v>44005</c:v>
                </c:pt>
                <c:pt idx="5288">
                  <c:v>44006</c:v>
                </c:pt>
                <c:pt idx="5289">
                  <c:v>44007</c:v>
                </c:pt>
                <c:pt idx="5290">
                  <c:v>44008</c:v>
                </c:pt>
                <c:pt idx="5291">
                  <c:v>44011</c:v>
                </c:pt>
                <c:pt idx="5292">
                  <c:v>44012</c:v>
                </c:pt>
                <c:pt idx="5293">
                  <c:v>44013</c:v>
                </c:pt>
                <c:pt idx="5294">
                  <c:v>44014</c:v>
                </c:pt>
                <c:pt idx="5295">
                  <c:v>44015</c:v>
                </c:pt>
                <c:pt idx="5296">
                  <c:v>44018</c:v>
                </c:pt>
                <c:pt idx="5297">
                  <c:v>44019</c:v>
                </c:pt>
                <c:pt idx="5298">
                  <c:v>44020</c:v>
                </c:pt>
                <c:pt idx="5299">
                  <c:v>44021</c:v>
                </c:pt>
                <c:pt idx="5300">
                  <c:v>44022</c:v>
                </c:pt>
                <c:pt idx="5301">
                  <c:v>44025</c:v>
                </c:pt>
                <c:pt idx="5302">
                  <c:v>44026</c:v>
                </c:pt>
                <c:pt idx="5303">
                  <c:v>44027</c:v>
                </c:pt>
                <c:pt idx="5304">
                  <c:v>44028</c:v>
                </c:pt>
                <c:pt idx="5305">
                  <c:v>44029</c:v>
                </c:pt>
                <c:pt idx="5306">
                  <c:v>44032</c:v>
                </c:pt>
                <c:pt idx="5307">
                  <c:v>44033</c:v>
                </c:pt>
                <c:pt idx="5308">
                  <c:v>44034</c:v>
                </c:pt>
                <c:pt idx="5309">
                  <c:v>44035</c:v>
                </c:pt>
                <c:pt idx="5310">
                  <c:v>44036</c:v>
                </c:pt>
                <c:pt idx="5311">
                  <c:v>44039</c:v>
                </c:pt>
                <c:pt idx="5312">
                  <c:v>44040</c:v>
                </c:pt>
                <c:pt idx="5313">
                  <c:v>44041</c:v>
                </c:pt>
                <c:pt idx="5314">
                  <c:v>44042</c:v>
                </c:pt>
                <c:pt idx="5315">
                  <c:v>44043</c:v>
                </c:pt>
                <c:pt idx="5316">
                  <c:v>44046</c:v>
                </c:pt>
                <c:pt idx="5317">
                  <c:v>44047</c:v>
                </c:pt>
                <c:pt idx="5318">
                  <c:v>44048</c:v>
                </c:pt>
                <c:pt idx="5319">
                  <c:v>44049</c:v>
                </c:pt>
                <c:pt idx="5320">
                  <c:v>44050</c:v>
                </c:pt>
                <c:pt idx="5321">
                  <c:v>44053</c:v>
                </c:pt>
                <c:pt idx="5322">
                  <c:v>44054</c:v>
                </c:pt>
                <c:pt idx="5323">
                  <c:v>44055</c:v>
                </c:pt>
                <c:pt idx="5324">
                  <c:v>44056</c:v>
                </c:pt>
                <c:pt idx="5325">
                  <c:v>44057</c:v>
                </c:pt>
                <c:pt idx="5326">
                  <c:v>44060</c:v>
                </c:pt>
                <c:pt idx="5327">
                  <c:v>44061</c:v>
                </c:pt>
                <c:pt idx="5328">
                  <c:v>44062</c:v>
                </c:pt>
                <c:pt idx="5329">
                  <c:v>44063</c:v>
                </c:pt>
                <c:pt idx="5330">
                  <c:v>44064</c:v>
                </c:pt>
                <c:pt idx="5331">
                  <c:v>44067</c:v>
                </c:pt>
                <c:pt idx="5332">
                  <c:v>44068</c:v>
                </c:pt>
                <c:pt idx="5333">
                  <c:v>44069</c:v>
                </c:pt>
                <c:pt idx="5334">
                  <c:v>44070</c:v>
                </c:pt>
                <c:pt idx="5335">
                  <c:v>44071</c:v>
                </c:pt>
                <c:pt idx="5336">
                  <c:v>44074</c:v>
                </c:pt>
                <c:pt idx="5337">
                  <c:v>44075</c:v>
                </c:pt>
                <c:pt idx="5338">
                  <c:v>44076</c:v>
                </c:pt>
                <c:pt idx="5339">
                  <c:v>44077</c:v>
                </c:pt>
                <c:pt idx="5340">
                  <c:v>44078</c:v>
                </c:pt>
                <c:pt idx="5341">
                  <c:v>44081</c:v>
                </c:pt>
                <c:pt idx="5342">
                  <c:v>44082</c:v>
                </c:pt>
                <c:pt idx="5343">
                  <c:v>44083</c:v>
                </c:pt>
                <c:pt idx="5344">
                  <c:v>44084</c:v>
                </c:pt>
                <c:pt idx="5345">
                  <c:v>44085</c:v>
                </c:pt>
                <c:pt idx="5346">
                  <c:v>44088</c:v>
                </c:pt>
                <c:pt idx="5347">
                  <c:v>44089</c:v>
                </c:pt>
                <c:pt idx="5348">
                  <c:v>44090</c:v>
                </c:pt>
                <c:pt idx="5349">
                  <c:v>44091</c:v>
                </c:pt>
                <c:pt idx="5350">
                  <c:v>44092</c:v>
                </c:pt>
                <c:pt idx="5351">
                  <c:v>44095</c:v>
                </c:pt>
                <c:pt idx="5352">
                  <c:v>44096</c:v>
                </c:pt>
                <c:pt idx="5353">
                  <c:v>44097</c:v>
                </c:pt>
                <c:pt idx="5354">
                  <c:v>44098</c:v>
                </c:pt>
                <c:pt idx="5355">
                  <c:v>44099</c:v>
                </c:pt>
                <c:pt idx="5356">
                  <c:v>44102</c:v>
                </c:pt>
                <c:pt idx="5357">
                  <c:v>44103</c:v>
                </c:pt>
                <c:pt idx="5358">
                  <c:v>44104</c:v>
                </c:pt>
                <c:pt idx="5359">
                  <c:v>44105</c:v>
                </c:pt>
                <c:pt idx="5360">
                  <c:v>44106</c:v>
                </c:pt>
                <c:pt idx="5361">
                  <c:v>44109</c:v>
                </c:pt>
                <c:pt idx="5362">
                  <c:v>44110</c:v>
                </c:pt>
                <c:pt idx="5363">
                  <c:v>44111</c:v>
                </c:pt>
                <c:pt idx="5364">
                  <c:v>44112</c:v>
                </c:pt>
                <c:pt idx="5365">
                  <c:v>44113</c:v>
                </c:pt>
                <c:pt idx="5366">
                  <c:v>44116</c:v>
                </c:pt>
                <c:pt idx="5367">
                  <c:v>44117</c:v>
                </c:pt>
                <c:pt idx="5368">
                  <c:v>44118</c:v>
                </c:pt>
                <c:pt idx="5369">
                  <c:v>44119</c:v>
                </c:pt>
                <c:pt idx="5370">
                  <c:v>44120</c:v>
                </c:pt>
                <c:pt idx="5371">
                  <c:v>44123</c:v>
                </c:pt>
                <c:pt idx="5372">
                  <c:v>44124</c:v>
                </c:pt>
                <c:pt idx="5373">
                  <c:v>44125</c:v>
                </c:pt>
                <c:pt idx="5374">
                  <c:v>44126</c:v>
                </c:pt>
                <c:pt idx="5375">
                  <c:v>44127</c:v>
                </c:pt>
                <c:pt idx="5376">
                  <c:v>44130</c:v>
                </c:pt>
                <c:pt idx="5377">
                  <c:v>44131</c:v>
                </c:pt>
                <c:pt idx="5378">
                  <c:v>44132</c:v>
                </c:pt>
                <c:pt idx="5379">
                  <c:v>44133</c:v>
                </c:pt>
                <c:pt idx="5380">
                  <c:v>44134</c:v>
                </c:pt>
                <c:pt idx="5381">
                  <c:v>44137</c:v>
                </c:pt>
                <c:pt idx="5382">
                  <c:v>44138</c:v>
                </c:pt>
                <c:pt idx="5383">
                  <c:v>44139</c:v>
                </c:pt>
                <c:pt idx="5384">
                  <c:v>44140</c:v>
                </c:pt>
                <c:pt idx="5385">
                  <c:v>44141</c:v>
                </c:pt>
                <c:pt idx="5386">
                  <c:v>44144</c:v>
                </c:pt>
                <c:pt idx="5387">
                  <c:v>44145</c:v>
                </c:pt>
                <c:pt idx="5388">
                  <c:v>44146</c:v>
                </c:pt>
                <c:pt idx="5389">
                  <c:v>44147</c:v>
                </c:pt>
                <c:pt idx="5390">
                  <c:v>44148</c:v>
                </c:pt>
                <c:pt idx="5391">
                  <c:v>44151</c:v>
                </c:pt>
                <c:pt idx="5392">
                  <c:v>44152</c:v>
                </c:pt>
                <c:pt idx="5393">
                  <c:v>44153</c:v>
                </c:pt>
                <c:pt idx="5394">
                  <c:v>44154</c:v>
                </c:pt>
                <c:pt idx="5395">
                  <c:v>44155</c:v>
                </c:pt>
                <c:pt idx="5396">
                  <c:v>44158</c:v>
                </c:pt>
                <c:pt idx="5397">
                  <c:v>44159</c:v>
                </c:pt>
                <c:pt idx="5398">
                  <c:v>44160</c:v>
                </c:pt>
                <c:pt idx="5399">
                  <c:v>44161</c:v>
                </c:pt>
                <c:pt idx="5400">
                  <c:v>44162</c:v>
                </c:pt>
                <c:pt idx="5401">
                  <c:v>44165</c:v>
                </c:pt>
                <c:pt idx="5402">
                  <c:v>44166</c:v>
                </c:pt>
                <c:pt idx="5403">
                  <c:v>44167</c:v>
                </c:pt>
                <c:pt idx="5404">
                  <c:v>44168</c:v>
                </c:pt>
                <c:pt idx="5405">
                  <c:v>44169</c:v>
                </c:pt>
                <c:pt idx="5406">
                  <c:v>44172</c:v>
                </c:pt>
                <c:pt idx="5407">
                  <c:v>44173</c:v>
                </c:pt>
                <c:pt idx="5408">
                  <c:v>44174</c:v>
                </c:pt>
                <c:pt idx="5409">
                  <c:v>44175</c:v>
                </c:pt>
                <c:pt idx="5410">
                  <c:v>44176</c:v>
                </c:pt>
                <c:pt idx="5411">
                  <c:v>44179</c:v>
                </c:pt>
                <c:pt idx="5412">
                  <c:v>44180</c:v>
                </c:pt>
                <c:pt idx="5413">
                  <c:v>44181</c:v>
                </c:pt>
                <c:pt idx="5414">
                  <c:v>44182</c:v>
                </c:pt>
                <c:pt idx="5415">
                  <c:v>44183</c:v>
                </c:pt>
                <c:pt idx="5416">
                  <c:v>44186</c:v>
                </c:pt>
                <c:pt idx="5417">
                  <c:v>44187</c:v>
                </c:pt>
                <c:pt idx="5418">
                  <c:v>44188</c:v>
                </c:pt>
                <c:pt idx="5419">
                  <c:v>44189</c:v>
                </c:pt>
                <c:pt idx="5420">
                  <c:v>44190</c:v>
                </c:pt>
                <c:pt idx="5421">
                  <c:v>44193</c:v>
                </c:pt>
                <c:pt idx="5422">
                  <c:v>44194</c:v>
                </c:pt>
                <c:pt idx="5423">
                  <c:v>44195</c:v>
                </c:pt>
                <c:pt idx="5424">
                  <c:v>44196</c:v>
                </c:pt>
                <c:pt idx="5425">
                  <c:v>44197</c:v>
                </c:pt>
                <c:pt idx="5426">
                  <c:v>44200</c:v>
                </c:pt>
                <c:pt idx="5427">
                  <c:v>44201</c:v>
                </c:pt>
                <c:pt idx="5428">
                  <c:v>44202</c:v>
                </c:pt>
                <c:pt idx="5429">
                  <c:v>44203</c:v>
                </c:pt>
                <c:pt idx="5430">
                  <c:v>44204</c:v>
                </c:pt>
                <c:pt idx="5431">
                  <c:v>44207</c:v>
                </c:pt>
                <c:pt idx="5432">
                  <c:v>44208</c:v>
                </c:pt>
                <c:pt idx="5433">
                  <c:v>44209</c:v>
                </c:pt>
                <c:pt idx="5434">
                  <c:v>44210</c:v>
                </c:pt>
                <c:pt idx="5435">
                  <c:v>44211</c:v>
                </c:pt>
                <c:pt idx="5436">
                  <c:v>44214</c:v>
                </c:pt>
                <c:pt idx="5437">
                  <c:v>44215</c:v>
                </c:pt>
                <c:pt idx="5438">
                  <c:v>44216</c:v>
                </c:pt>
                <c:pt idx="5439">
                  <c:v>44217</c:v>
                </c:pt>
                <c:pt idx="5440">
                  <c:v>44218</c:v>
                </c:pt>
                <c:pt idx="5441">
                  <c:v>44221</c:v>
                </c:pt>
                <c:pt idx="5442">
                  <c:v>44222</c:v>
                </c:pt>
                <c:pt idx="5443">
                  <c:v>44223</c:v>
                </c:pt>
                <c:pt idx="5444">
                  <c:v>44224</c:v>
                </c:pt>
                <c:pt idx="5445">
                  <c:v>44225</c:v>
                </c:pt>
                <c:pt idx="5446">
                  <c:v>44228</c:v>
                </c:pt>
                <c:pt idx="5447">
                  <c:v>44229</c:v>
                </c:pt>
                <c:pt idx="5448">
                  <c:v>44230</c:v>
                </c:pt>
                <c:pt idx="5449">
                  <c:v>44231</c:v>
                </c:pt>
                <c:pt idx="5450">
                  <c:v>44232</c:v>
                </c:pt>
                <c:pt idx="5451">
                  <c:v>44235</c:v>
                </c:pt>
                <c:pt idx="5452">
                  <c:v>44236</c:v>
                </c:pt>
                <c:pt idx="5453">
                  <c:v>44237</c:v>
                </c:pt>
                <c:pt idx="5454">
                  <c:v>44238</c:v>
                </c:pt>
                <c:pt idx="5455">
                  <c:v>44239</c:v>
                </c:pt>
                <c:pt idx="5456">
                  <c:v>44242</c:v>
                </c:pt>
                <c:pt idx="5457">
                  <c:v>44243</c:v>
                </c:pt>
                <c:pt idx="5458">
                  <c:v>44244</c:v>
                </c:pt>
                <c:pt idx="5459">
                  <c:v>44245</c:v>
                </c:pt>
                <c:pt idx="5460">
                  <c:v>44246</c:v>
                </c:pt>
                <c:pt idx="5461">
                  <c:v>44249</c:v>
                </c:pt>
                <c:pt idx="5462">
                  <c:v>44250</c:v>
                </c:pt>
                <c:pt idx="5463">
                  <c:v>44251</c:v>
                </c:pt>
                <c:pt idx="5464">
                  <c:v>44252</c:v>
                </c:pt>
                <c:pt idx="5465">
                  <c:v>44253</c:v>
                </c:pt>
                <c:pt idx="5466">
                  <c:v>44256</c:v>
                </c:pt>
                <c:pt idx="5467">
                  <c:v>44257</c:v>
                </c:pt>
                <c:pt idx="5468">
                  <c:v>44258</c:v>
                </c:pt>
                <c:pt idx="5469">
                  <c:v>44259</c:v>
                </c:pt>
                <c:pt idx="5470">
                  <c:v>44260</c:v>
                </c:pt>
                <c:pt idx="5471">
                  <c:v>44263</c:v>
                </c:pt>
                <c:pt idx="5472">
                  <c:v>44264</c:v>
                </c:pt>
                <c:pt idx="5473">
                  <c:v>44265</c:v>
                </c:pt>
                <c:pt idx="5474">
                  <c:v>44266</c:v>
                </c:pt>
                <c:pt idx="5475">
                  <c:v>44267</c:v>
                </c:pt>
                <c:pt idx="5476">
                  <c:v>44270</c:v>
                </c:pt>
                <c:pt idx="5477">
                  <c:v>44271</c:v>
                </c:pt>
                <c:pt idx="5478">
                  <c:v>44272</c:v>
                </c:pt>
                <c:pt idx="5479">
                  <c:v>44273</c:v>
                </c:pt>
                <c:pt idx="5480">
                  <c:v>44274</c:v>
                </c:pt>
                <c:pt idx="5481">
                  <c:v>44277</c:v>
                </c:pt>
                <c:pt idx="5482">
                  <c:v>44278</c:v>
                </c:pt>
                <c:pt idx="5483">
                  <c:v>44279</c:v>
                </c:pt>
                <c:pt idx="5484">
                  <c:v>44280</c:v>
                </c:pt>
                <c:pt idx="5485">
                  <c:v>44281</c:v>
                </c:pt>
                <c:pt idx="5486">
                  <c:v>44284</c:v>
                </c:pt>
                <c:pt idx="5487">
                  <c:v>44285</c:v>
                </c:pt>
                <c:pt idx="5488">
                  <c:v>44286</c:v>
                </c:pt>
                <c:pt idx="5489">
                  <c:v>44287</c:v>
                </c:pt>
                <c:pt idx="5490">
                  <c:v>44288</c:v>
                </c:pt>
                <c:pt idx="5491">
                  <c:v>44291</c:v>
                </c:pt>
                <c:pt idx="5492">
                  <c:v>44292</c:v>
                </c:pt>
                <c:pt idx="5493">
                  <c:v>44293</c:v>
                </c:pt>
                <c:pt idx="5494">
                  <c:v>44294</c:v>
                </c:pt>
                <c:pt idx="5495">
                  <c:v>44295</c:v>
                </c:pt>
                <c:pt idx="5496">
                  <c:v>44298</c:v>
                </c:pt>
                <c:pt idx="5497">
                  <c:v>44299</c:v>
                </c:pt>
                <c:pt idx="5498">
                  <c:v>44300</c:v>
                </c:pt>
                <c:pt idx="5499">
                  <c:v>44301</c:v>
                </c:pt>
                <c:pt idx="5500">
                  <c:v>44302</c:v>
                </c:pt>
                <c:pt idx="5501">
                  <c:v>44305</c:v>
                </c:pt>
                <c:pt idx="5502">
                  <c:v>44306</c:v>
                </c:pt>
                <c:pt idx="5503">
                  <c:v>44307</c:v>
                </c:pt>
                <c:pt idx="5504">
                  <c:v>44308</c:v>
                </c:pt>
                <c:pt idx="5505">
                  <c:v>44309</c:v>
                </c:pt>
                <c:pt idx="5506">
                  <c:v>44312</c:v>
                </c:pt>
                <c:pt idx="5507">
                  <c:v>44313</c:v>
                </c:pt>
                <c:pt idx="5508">
                  <c:v>44314</c:v>
                </c:pt>
                <c:pt idx="5509">
                  <c:v>44315</c:v>
                </c:pt>
                <c:pt idx="5510">
                  <c:v>44316</c:v>
                </c:pt>
                <c:pt idx="5511">
                  <c:v>44319</c:v>
                </c:pt>
                <c:pt idx="5512">
                  <c:v>44320</c:v>
                </c:pt>
                <c:pt idx="5513">
                  <c:v>44321</c:v>
                </c:pt>
                <c:pt idx="5514">
                  <c:v>44322</c:v>
                </c:pt>
                <c:pt idx="5515">
                  <c:v>44323</c:v>
                </c:pt>
                <c:pt idx="5516">
                  <c:v>44326</c:v>
                </c:pt>
                <c:pt idx="5517">
                  <c:v>44327</c:v>
                </c:pt>
                <c:pt idx="5518">
                  <c:v>44328</c:v>
                </c:pt>
                <c:pt idx="5519">
                  <c:v>44329</c:v>
                </c:pt>
                <c:pt idx="5520">
                  <c:v>44330</c:v>
                </c:pt>
                <c:pt idx="5521">
                  <c:v>44333</c:v>
                </c:pt>
                <c:pt idx="5522">
                  <c:v>44334</c:v>
                </c:pt>
                <c:pt idx="5523">
                  <c:v>44335</c:v>
                </c:pt>
                <c:pt idx="5524">
                  <c:v>44336</c:v>
                </c:pt>
                <c:pt idx="5525">
                  <c:v>44337</c:v>
                </c:pt>
                <c:pt idx="5526">
                  <c:v>44340</c:v>
                </c:pt>
                <c:pt idx="5527">
                  <c:v>44341</c:v>
                </c:pt>
                <c:pt idx="5528">
                  <c:v>44342</c:v>
                </c:pt>
                <c:pt idx="5529">
                  <c:v>44343</c:v>
                </c:pt>
                <c:pt idx="5530">
                  <c:v>44344</c:v>
                </c:pt>
                <c:pt idx="5531">
                  <c:v>44347</c:v>
                </c:pt>
                <c:pt idx="5532">
                  <c:v>44348</c:v>
                </c:pt>
                <c:pt idx="5533">
                  <c:v>44349</c:v>
                </c:pt>
                <c:pt idx="5534">
                  <c:v>44350</c:v>
                </c:pt>
                <c:pt idx="5535">
                  <c:v>44351</c:v>
                </c:pt>
                <c:pt idx="5536">
                  <c:v>44354</c:v>
                </c:pt>
                <c:pt idx="5537">
                  <c:v>44355</c:v>
                </c:pt>
                <c:pt idx="5538">
                  <c:v>44356</c:v>
                </c:pt>
                <c:pt idx="5539">
                  <c:v>44357</c:v>
                </c:pt>
                <c:pt idx="5540">
                  <c:v>44358</c:v>
                </c:pt>
                <c:pt idx="5541">
                  <c:v>44361</c:v>
                </c:pt>
                <c:pt idx="5542">
                  <c:v>44362</c:v>
                </c:pt>
                <c:pt idx="5543">
                  <c:v>44363</c:v>
                </c:pt>
                <c:pt idx="5544">
                  <c:v>44364</c:v>
                </c:pt>
                <c:pt idx="5545">
                  <c:v>44365</c:v>
                </c:pt>
                <c:pt idx="5546">
                  <c:v>44368</c:v>
                </c:pt>
                <c:pt idx="5547">
                  <c:v>44369</c:v>
                </c:pt>
                <c:pt idx="5548">
                  <c:v>44370</c:v>
                </c:pt>
                <c:pt idx="5549">
                  <c:v>44371</c:v>
                </c:pt>
                <c:pt idx="5550">
                  <c:v>44372</c:v>
                </c:pt>
                <c:pt idx="5551">
                  <c:v>44375</c:v>
                </c:pt>
                <c:pt idx="5552">
                  <c:v>44376</c:v>
                </c:pt>
                <c:pt idx="5553">
                  <c:v>44377</c:v>
                </c:pt>
                <c:pt idx="5554">
                  <c:v>44378</c:v>
                </c:pt>
                <c:pt idx="5555">
                  <c:v>44379</c:v>
                </c:pt>
                <c:pt idx="5556">
                  <c:v>44382</c:v>
                </c:pt>
                <c:pt idx="5557">
                  <c:v>44383</c:v>
                </c:pt>
                <c:pt idx="5558">
                  <c:v>44384</c:v>
                </c:pt>
                <c:pt idx="5559">
                  <c:v>44385</c:v>
                </c:pt>
                <c:pt idx="5560">
                  <c:v>44386</c:v>
                </c:pt>
                <c:pt idx="5561">
                  <c:v>44389</c:v>
                </c:pt>
                <c:pt idx="5562">
                  <c:v>44390</c:v>
                </c:pt>
                <c:pt idx="5563">
                  <c:v>44391</c:v>
                </c:pt>
                <c:pt idx="5564">
                  <c:v>44392</c:v>
                </c:pt>
                <c:pt idx="5565">
                  <c:v>44393</c:v>
                </c:pt>
                <c:pt idx="5566">
                  <c:v>44396</c:v>
                </c:pt>
                <c:pt idx="5567">
                  <c:v>44397</c:v>
                </c:pt>
                <c:pt idx="5568">
                  <c:v>44398</c:v>
                </c:pt>
                <c:pt idx="5569">
                  <c:v>44399</c:v>
                </c:pt>
                <c:pt idx="5570">
                  <c:v>44400</c:v>
                </c:pt>
                <c:pt idx="5571">
                  <c:v>44403</c:v>
                </c:pt>
                <c:pt idx="5572">
                  <c:v>44404</c:v>
                </c:pt>
                <c:pt idx="5573">
                  <c:v>44405</c:v>
                </c:pt>
                <c:pt idx="5574">
                  <c:v>44406</c:v>
                </c:pt>
                <c:pt idx="5575">
                  <c:v>44407</c:v>
                </c:pt>
                <c:pt idx="5576">
                  <c:v>44410</c:v>
                </c:pt>
                <c:pt idx="5577">
                  <c:v>44411</c:v>
                </c:pt>
                <c:pt idx="5578">
                  <c:v>44412</c:v>
                </c:pt>
                <c:pt idx="5579">
                  <c:v>44413</c:v>
                </c:pt>
                <c:pt idx="5580">
                  <c:v>44414</c:v>
                </c:pt>
                <c:pt idx="5581">
                  <c:v>44417</c:v>
                </c:pt>
                <c:pt idx="5582">
                  <c:v>44418</c:v>
                </c:pt>
                <c:pt idx="5583">
                  <c:v>44419</c:v>
                </c:pt>
                <c:pt idx="5584">
                  <c:v>44420</c:v>
                </c:pt>
                <c:pt idx="5585">
                  <c:v>44421</c:v>
                </c:pt>
                <c:pt idx="5586">
                  <c:v>44424</c:v>
                </c:pt>
                <c:pt idx="5587">
                  <c:v>44425</c:v>
                </c:pt>
                <c:pt idx="5588">
                  <c:v>44426</c:v>
                </c:pt>
                <c:pt idx="5589">
                  <c:v>44427</c:v>
                </c:pt>
                <c:pt idx="5590">
                  <c:v>44428</c:v>
                </c:pt>
                <c:pt idx="5591">
                  <c:v>44431</c:v>
                </c:pt>
                <c:pt idx="5592">
                  <c:v>44432</c:v>
                </c:pt>
                <c:pt idx="5593">
                  <c:v>44433</c:v>
                </c:pt>
                <c:pt idx="5594">
                  <c:v>44434</c:v>
                </c:pt>
                <c:pt idx="5595">
                  <c:v>44435</c:v>
                </c:pt>
                <c:pt idx="5596">
                  <c:v>44438</c:v>
                </c:pt>
                <c:pt idx="5597">
                  <c:v>44439</c:v>
                </c:pt>
                <c:pt idx="5598">
                  <c:v>44440</c:v>
                </c:pt>
                <c:pt idx="5599">
                  <c:v>44441</c:v>
                </c:pt>
                <c:pt idx="5600">
                  <c:v>44442</c:v>
                </c:pt>
                <c:pt idx="5601">
                  <c:v>44445</c:v>
                </c:pt>
                <c:pt idx="5602">
                  <c:v>44446</c:v>
                </c:pt>
                <c:pt idx="5603">
                  <c:v>44447</c:v>
                </c:pt>
                <c:pt idx="5604">
                  <c:v>44448</c:v>
                </c:pt>
                <c:pt idx="5605">
                  <c:v>44449</c:v>
                </c:pt>
                <c:pt idx="5606">
                  <c:v>44452</c:v>
                </c:pt>
                <c:pt idx="5607">
                  <c:v>44453</c:v>
                </c:pt>
                <c:pt idx="5608">
                  <c:v>44454</c:v>
                </c:pt>
                <c:pt idx="5609">
                  <c:v>44455</c:v>
                </c:pt>
                <c:pt idx="5610">
                  <c:v>44456</c:v>
                </c:pt>
                <c:pt idx="5611">
                  <c:v>44459</c:v>
                </c:pt>
                <c:pt idx="5612">
                  <c:v>44460</c:v>
                </c:pt>
                <c:pt idx="5613">
                  <c:v>44461</c:v>
                </c:pt>
                <c:pt idx="5614">
                  <c:v>44462</c:v>
                </c:pt>
                <c:pt idx="5615">
                  <c:v>44463</c:v>
                </c:pt>
                <c:pt idx="5616">
                  <c:v>44466</c:v>
                </c:pt>
                <c:pt idx="5617">
                  <c:v>44467</c:v>
                </c:pt>
                <c:pt idx="5618">
                  <c:v>44468</c:v>
                </c:pt>
                <c:pt idx="5619">
                  <c:v>44469</c:v>
                </c:pt>
                <c:pt idx="5620">
                  <c:v>44470</c:v>
                </c:pt>
                <c:pt idx="5621">
                  <c:v>44473</c:v>
                </c:pt>
                <c:pt idx="5622">
                  <c:v>44474</c:v>
                </c:pt>
                <c:pt idx="5623">
                  <c:v>44475</c:v>
                </c:pt>
                <c:pt idx="5624">
                  <c:v>44476</c:v>
                </c:pt>
                <c:pt idx="5625">
                  <c:v>44477</c:v>
                </c:pt>
                <c:pt idx="5626">
                  <c:v>44480</c:v>
                </c:pt>
                <c:pt idx="5627">
                  <c:v>44481</c:v>
                </c:pt>
                <c:pt idx="5628">
                  <c:v>44482</c:v>
                </c:pt>
                <c:pt idx="5629">
                  <c:v>44483</c:v>
                </c:pt>
                <c:pt idx="5630">
                  <c:v>44484</c:v>
                </c:pt>
                <c:pt idx="5631">
                  <c:v>44487</c:v>
                </c:pt>
                <c:pt idx="5632">
                  <c:v>44488</c:v>
                </c:pt>
                <c:pt idx="5633">
                  <c:v>44489</c:v>
                </c:pt>
                <c:pt idx="5634">
                  <c:v>44490</c:v>
                </c:pt>
                <c:pt idx="5635">
                  <c:v>44491</c:v>
                </c:pt>
                <c:pt idx="5636">
                  <c:v>44494</c:v>
                </c:pt>
                <c:pt idx="5637">
                  <c:v>44495</c:v>
                </c:pt>
                <c:pt idx="5638">
                  <c:v>44496</c:v>
                </c:pt>
                <c:pt idx="5639">
                  <c:v>44497</c:v>
                </c:pt>
                <c:pt idx="5640">
                  <c:v>44498</c:v>
                </c:pt>
                <c:pt idx="5641">
                  <c:v>44501</c:v>
                </c:pt>
                <c:pt idx="5642">
                  <c:v>44502</c:v>
                </c:pt>
                <c:pt idx="5643">
                  <c:v>44503</c:v>
                </c:pt>
                <c:pt idx="5644">
                  <c:v>44504</c:v>
                </c:pt>
                <c:pt idx="5645">
                  <c:v>44505</c:v>
                </c:pt>
                <c:pt idx="5646">
                  <c:v>44508</c:v>
                </c:pt>
                <c:pt idx="5647">
                  <c:v>44509</c:v>
                </c:pt>
                <c:pt idx="5648">
                  <c:v>44510</c:v>
                </c:pt>
                <c:pt idx="5649">
                  <c:v>44511</c:v>
                </c:pt>
                <c:pt idx="5650">
                  <c:v>44512</c:v>
                </c:pt>
                <c:pt idx="5651">
                  <c:v>44515</c:v>
                </c:pt>
                <c:pt idx="5652">
                  <c:v>44516</c:v>
                </c:pt>
                <c:pt idx="5653">
                  <c:v>44517</c:v>
                </c:pt>
                <c:pt idx="5654">
                  <c:v>44518</c:v>
                </c:pt>
                <c:pt idx="5655">
                  <c:v>44519</c:v>
                </c:pt>
                <c:pt idx="5656">
                  <c:v>44522</c:v>
                </c:pt>
                <c:pt idx="5657">
                  <c:v>44523</c:v>
                </c:pt>
                <c:pt idx="5658">
                  <c:v>44524</c:v>
                </c:pt>
                <c:pt idx="5659">
                  <c:v>44525</c:v>
                </c:pt>
                <c:pt idx="5660">
                  <c:v>44526</c:v>
                </c:pt>
                <c:pt idx="5661">
                  <c:v>44529</c:v>
                </c:pt>
                <c:pt idx="5662">
                  <c:v>44530</c:v>
                </c:pt>
                <c:pt idx="5663">
                  <c:v>44531</c:v>
                </c:pt>
                <c:pt idx="5664">
                  <c:v>44532</c:v>
                </c:pt>
                <c:pt idx="5665">
                  <c:v>44533</c:v>
                </c:pt>
                <c:pt idx="5666">
                  <c:v>44536</c:v>
                </c:pt>
                <c:pt idx="5667">
                  <c:v>44537</c:v>
                </c:pt>
                <c:pt idx="5668">
                  <c:v>44538</c:v>
                </c:pt>
                <c:pt idx="5669">
                  <c:v>44539</c:v>
                </c:pt>
                <c:pt idx="5670">
                  <c:v>44540</c:v>
                </c:pt>
                <c:pt idx="5671">
                  <c:v>44543</c:v>
                </c:pt>
                <c:pt idx="5672">
                  <c:v>44544</c:v>
                </c:pt>
                <c:pt idx="5673">
                  <c:v>44545</c:v>
                </c:pt>
                <c:pt idx="5674">
                  <c:v>44546</c:v>
                </c:pt>
                <c:pt idx="5675">
                  <c:v>44547</c:v>
                </c:pt>
                <c:pt idx="5676">
                  <c:v>44550</c:v>
                </c:pt>
                <c:pt idx="5677">
                  <c:v>44551</c:v>
                </c:pt>
                <c:pt idx="5678">
                  <c:v>44552</c:v>
                </c:pt>
                <c:pt idx="5679">
                  <c:v>44553</c:v>
                </c:pt>
                <c:pt idx="5680">
                  <c:v>44554</c:v>
                </c:pt>
                <c:pt idx="5681">
                  <c:v>44557</c:v>
                </c:pt>
                <c:pt idx="5682">
                  <c:v>44558</c:v>
                </c:pt>
                <c:pt idx="5683">
                  <c:v>44559</c:v>
                </c:pt>
                <c:pt idx="5684">
                  <c:v>44560</c:v>
                </c:pt>
                <c:pt idx="5685">
                  <c:v>44561</c:v>
                </c:pt>
                <c:pt idx="5686">
                  <c:v>44564</c:v>
                </c:pt>
                <c:pt idx="5687">
                  <c:v>44565</c:v>
                </c:pt>
                <c:pt idx="5688">
                  <c:v>44566</c:v>
                </c:pt>
                <c:pt idx="5689">
                  <c:v>44567</c:v>
                </c:pt>
                <c:pt idx="5690">
                  <c:v>44568</c:v>
                </c:pt>
                <c:pt idx="5691">
                  <c:v>44571</c:v>
                </c:pt>
                <c:pt idx="5692">
                  <c:v>44572</c:v>
                </c:pt>
                <c:pt idx="5693">
                  <c:v>44573</c:v>
                </c:pt>
                <c:pt idx="5694">
                  <c:v>44574</c:v>
                </c:pt>
                <c:pt idx="5695">
                  <c:v>44575</c:v>
                </c:pt>
                <c:pt idx="5696">
                  <c:v>44578</c:v>
                </c:pt>
                <c:pt idx="5697">
                  <c:v>44579</c:v>
                </c:pt>
                <c:pt idx="5698">
                  <c:v>44580</c:v>
                </c:pt>
                <c:pt idx="5699">
                  <c:v>44581</c:v>
                </c:pt>
                <c:pt idx="5700">
                  <c:v>44582</c:v>
                </c:pt>
                <c:pt idx="5701">
                  <c:v>44585</c:v>
                </c:pt>
                <c:pt idx="5702">
                  <c:v>44586</c:v>
                </c:pt>
                <c:pt idx="5703">
                  <c:v>44587</c:v>
                </c:pt>
                <c:pt idx="5704">
                  <c:v>44588</c:v>
                </c:pt>
                <c:pt idx="5705">
                  <c:v>44589</c:v>
                </c:pt>
                <c:pt idx="5706">
                  <c:v>44592</c:v>
                </c:pt>
                <c:pt idx="5707">
                  <c:v>44593</c:v>
                </c:pt>
                <c:pt idx="5708">
                  <c:v>44594</c:v>
                </c:pt>
                <c:pt idx="5709">
                  <c:v>44595</c:v>
                </c:pt>
                <c:pt idx="5710">
                  <c:v>44596</c:v>
                </c:pt>
                <c:pt idx="5711">
                  <c:v>44599</c:v>
                </c:pt>
                <c:pt idx="5712">
                  <c:v>44600</c:v>
                </c:pt>
                <c:pt idx="5713">
                  <c:v>44601</c:v>
                </c:pt>
                <c:pt idx="5714">
                  <c:v>44602</c:v>
                </c:pt>
                <c:pt idx="5715">
                  <c:v>44603</c:v>
                </c:pt>
                <c:pt idx="5716">
                  <c:v>44606</c:v>
                </c:pt>
                <c:pt idx="5717">
                  <c:v>44607</c:v>
                </c:pt>
                <c:pt idx="5718">
                  <c:v>44608</c:v>
                </c:pt>
                <c:pt idx="5719">
                  <c:v>44609</c:v>
                </c:pt>
                <c:pt idx="5720">
                  <c:v>44610</c:v>
                </c:pt>
                <c:pt idx="5721">
                  <c:v>44613</c:v>
                </c:pt>
                <c:pt idx="5722">
                  <c:v>44614</c:v>
                </c:pt>
                <c:pt idx="5723">
                  <c:v>44615</c:v>
                </c:pt>
                <c:pt idx="5724">
                  <c:v>44616</c:v>
                </c:pt>
                <c:pt idx="5725">
                  <c:v>44617</c:v>
                </c:pt>
                <c:pt idx="5726">
                  <c:v>44620</c:v>
                </c:pt>
                <c:pt idx="5727">
                  <c:v>44621</c:v>
                </c:pt>
                <c:pt idx="5728">
                  <c:v>44622</c:v>
                </c:pt>
                <c:pt idx="5729">
                  <c:v>44623</c:v>
                </c:pt>
                <c:pt idx="5730">
                  <c:v>44624</c:v>
                </c:pt>
                <c:pt idx="5731">
                  <c:v>44627</c:v>
                </c:pt>
                <c:pt idx="5732">
                  <c:v>44628</c:v>
                </c:pt>
                <c:pt idx="5733">
                  <c:v>44629</c:v>
                </c:pt>
                <c:pt idx="5734">
                  <c:v>44630</c:v>
                </c:pt>
                <c:pt idx="5735">
                  <c:v>44631</c:v>
                </c:pt>
                <c:pt idx="5736">
                  <c:v>44634</c:v>
                </c:pt>
                <c:pt idx="5737">
                  <c:v>44635</c:v>
                </c:pt>
                <c:pt idx="5738">
                  <c:v>44636</c:v>
                </c:pt>
                <c:pt idx="5739">
                  <c:v>44637</c:v>
                </c:pt>
                <c:pt idx="5740">
                  <c:v>44638</c:v>
                </c:pt>
                <c:pt idx="5741">
                  <c:v>44641</c:v>
                </c:pt>
                <c:pt idx="5742">
                  <c:v>44642</c:v>
                </c:pt>
                <c:pt idx="5743">
                  <c:v>44643</c:v>
                </c:pt>
                <c:pt idx="5744">
                  <c:v>44644</c:v>
                </c:pt>
                <c:pt idx="5745">
                  <c:v>44645</c:v>
                </c:pt>
                <c:pt idx="5746">
                  <c:v>44648</c:v>
                </c:pt>
                <c:pt idx="5747">
                  <c:v>44649</c:v>
                </c:pt>
                <c:pt idx="5748">
                  <c:v>44650</c:v>
                </c:pt>
                <c:pt idx="5749">
                  <c:v>44651</c:v>
                </c:pt>
                <c:pt idx="5750">
                  <c:v>44652</c:v>
                </c:pt>
                <c:pt idx="5751">
                  <c:v>44655</c:v>
                </c:pt>
                <c:pt idx="5752">
                  <c:v>44656</c:v>
                </c:pt>
                <c:pt idx="5753">
                  <c:v>44657</c:v>
                </c:pt>
                <c:pt idx="5754">
                  <c:v>44658</c:v>
                </c:pt>
                <c:pt idx="5755">
                  <c:v>44659</c:v>
                </c:pt>
                <c:pt idx="5756">
                  <c:v>44662</c:v>
                </c:pt>
                <c:pt idx="5757">
                  <c:v>44663</c:v>
                </c:pt>
                <c:pt idx="5758">
                  <c:v>44664</c:v>
                </c:pt>
                <c:pt idx="5759">
                  <c:v>44665</c:v>
                </c:pt>
                <c:pt idx="5760">
                  <c:v>44666</c:v>
                </c:pt>
                <c:pt idx="5761">
                  <c:v>44669</c:v>
                </c:pt>
                <c:pt idx="5762">
                  <c:v>44670</c:v>
                </c:pt>
                <c:pt idx="5763">
                  <c:v>44671</c:v>
                </c:pt>
                <c:pt idx="5764">
                  <c:v>44672</c:v>
                </c:pt>
                <c:pt idx="5765">
                  <c:v>44673</c:v>
                </c:pt>
                <c:pt idx="5766">
                  <c:v>44676</c:v>
                </c:pt>
                <c:pt idx="5767">
                  <c:v>44677</c:v>
                </c:pt>
                <c:pt idx="5768">
                  <c:v>44678</c:v>
                </c:pt>
                <c:pt idx="5769">
                  <c:v>44679</c:v>
                </c:pt>
                <c:pt idx="5770">
                  <c:v>44680</c:v>
                </c:pt>
                <c:pt idx="5771">
                  <c:v>44683</c:v>
                </c:pt>
                <c:pt idx="5772">
                  <c:v>44684</c:v>
                </c:pt>
                <c:pt idx="5773">
                  <c:v>44685</c:v>
                </c:pt>
                <c:pt idx="5774">
                  <c:v>44686</c:v>
                </c:pt>
                <c:pt idx="5775">
                  <c:v>44687</c:v>
                </c:pt>
                <c:pt idx="5776">
                  <c:v>44690</c:v>
                </c:pt>
                <c:pt idx="5777">
                  <c:v>44691</c:v>
                </c:pt>
                <c:pt idx="5778">
                  <c:v>44692</c:v>
                </c:pt>
                <c:pt idx="5779">
                  <c:v>44693</c:v>
                </c:pt>
                <c:pt idx="5780">
                  <c:v>44694</c:v>
                </c:pt>
                <c:pt idx="5781">
                  <c:v>44697</c:v>
                </c:pt>
                <c:pt idx="5782">
                  <c:v>44698</c:v>
                </c:pt>
                <c:pt idx="5783">
                  <c:v>44699</c:v>
                </c:pt>
                <c:pt idx="5784">
                  <c:v>44700</c:v>
                </c:pt>
                <c:pt idx="5785">
                  <c:v>44701</c:v>
                </c:pt>
                <c:pt idx="5786">
                  <c:v>44704</c:v>
                </c:pt>
                <c:pt idx="5787">
                  <c:v>44705</c:v>
                </c:pt>
                <c:pt idx="5788">
                  <c:v>44706</c:v>
                </c:pt>
                <c:pt idx="5789">
                  <c:v>44707</c:v>
                </c:pt>
                <c:pt idx="5790">
                  <c:v>44708</c:v>
                </c:pt>
                <c:pt idx="5791">
                  <c:v>44711</c:v>
                </c:pt>
                <c:pt idx="5792">
                  <c:v>44712</c:v>
                </c:pt>
                <c:pt idx="5793">
                  <c:v>44713</c:v>
                </c:pt>
                <c:pt idx="5794">
                  <c:v>44714</c:v>
                </c:pt>
                <c:pt idx="5795">
                  <c:v>44715</c:v>
                </c:pt>
                <c:pt idx="5796">
                  <c:v>44718</c:v>
                </c:pt>
                <c:pt idx="5797">
                  <c:v>44719</c:v>
                </c:pt>
                <c:pt idx="5798">
                  <c:v>44720</c:v>
                </c:pt>
                <c:pt idx="5799">
                  <c:v>44721</c:v>
                </c:pt>
                <c:pt idx="5800">
                  <c:v>44722</c:v>
                </c:pt>
                <c:pt idx="5801">
                  <c:v>44725</c:v>
                </c:pt>
                <c:pt idx="5802">
                  <c:v>44726</c:v>
                </c:pt>
                <c:pt idx="5803">
                  <c:v>44727</c:v>
                </c:pt>
                <c:pt idx="5804">
                  <c:v>44728</c:v>
                </c:pt>
                <c:pt idx="5805">
                  <c:v>44729</c:v>
                </c:pt>
                <c:pt idx="5806">
                  <c:v>44732</c:v>
                </c:pt>
                <c:pt idx="5807">
                  <c:v>44733</c:v>
                </c:pt>
                <c:pt idx="5808">
                  <c:v>44734</c:v>
                </c:pt>
                <c:pt idx="5809">
                  <c:v>44735</c:v>
                </c:pt>
                <c:pt idx="5810">
                  <c:v>44736</c:v>
                </c:pt>
                <c:pt idx="5811">
                  <c:v>44739</c:v>
                </c:pt>
                <c:pt idx="5812">
                  <c:v>44740</c:v>
                </c:pt>
                <c:pt idx="5813">
                  <c:v>44741</c:v>
                </c:pt>
                <c:pt idx="5814">
                  <c:v>44742</c:v>
                </c:pt>
                <c:pt idx="5815">
                  <c:v>44743</c:v>
                </c:pt>
                <c:pt idx="5816">
                  <c:v>44746</c:v>
                </c:pt>
                <c:pt idx="5817">
                  <c:v>44747</c:v>
                </c:pt>
                <c:pt idx="5818">
                  <c:v>44748</c:v>
                </c:pt>
                <c:pt idx="5819">
                  <c:v>44749</c:v>
                </c:pt>
                <c:pt idx="5820">
                  <c:v>44750</c:v>
                </c:pt>
                <c:pt idx="5821">
                  <c:v>44753</c:v>
                </c:pt>
                <c:pt idx="5822">
                  <c:v>44754</c:v>
                </c:pt>
                <c:pt idx="5823">
                  <c:v>44755</c:v>
                </c:pt>
                <c:pt idx="5824">
                  <c:v>44756</c:v>
                </c:pt>
                <c:pt idx="5825">
                  <c:v>44757</c:v>
                </c:pt>
                <c:pt idx="5826">
                  <c:v>44760</c:v>
                </c:pt>
                <c:pt idx="5827">
                  <c:v>44761</c:v>
                </c:pt>
                <c:pt idx="5828">
                  <c:v>44762</c:v>
                </c:pt>
                <c:pt idx="5829">
                  <c:v>44763</c:v>
                </c:pt>
                <c:pt idx="5830">
                  <c:v>44764</c:v>
                </c:pt>
                <c:pt idx="5831">
                  <c:v>44767</c:v>
                </c:pt>
                <c:pt idx="5832">
                  <c:v>44768</c:v>
                </c:pt>
                <c:pt idx="5833">
                  <c:v>44769</c:v>
                </c:pt>
                <c:pt idx="5834">
                  <c:v>44770</c:v>
                </c:pt>
                <c:pt idx="5835">
                  <c:v>44771</c:v>
                </c:pt>
                <c:pt idx="5836">
                  <c:v>44774</c:v>
                </c:pt>
                <c:pt idx="5837">
                  <c:v>44775</c:v>
                </c:pt>
                <c:pt idx="5838">
                  <c:v>44776</c:v>
                </c:pt>
                <c:pt idx="5839">
                  <c:v>44777</c:v>
                </c:pt>
                <c:pt idx="5840">
                  <c:v>44778</c:v>
                </c:pt>
                <c:pt idx="5841">
                  <c:v>44781</c:v>
                </c:pt>
                <c:pt idx="5842">
                  <c:v>44782</c:v>
                </c:pt>
                <c:pt idx="5843">
                  <c:v>44783</c:v>
                </c:pt>
                <c:pt idx="5844">
                  <c:v>44784</c:v>
                </c:pt>
                <c:pt idx="5845">
                  <c:v>44785</c:v>
                </c:pt>
                <c:pt idx="5846">
                  <c:v>44788</c:v>
                </c:pt>
                <c:pt idx="5847">
                  <c:v>44789</c:v>
                </c:pt>
                <c:pt idx="5848">
                  <c:v>44790</c:v>
                </c:pt>
                <c:pt idx="5849">
                  <c:v>44791</c:v>
                </c:pt>
                <c:pt idx="5850">
                  <c:v>44792</c:v>
                </c:pt>
                <c:pt idx="5851">
                  <c:v>44795</c:v>
                </c:pt>
                <c:pt idx="5852">
                  <c:v>44796</c:v>
                </c:pt>
                <c:pt idx="5853">
                  <c:v>44797</c:v>
                </c:pt>
                <c:pt idx="5854">
                  <c:v>44798</c:v>
                </c:pt>
                <c:pt idx="5855">
                  <c:v>44799</c:v>
                </c:pt>
                <c:pt idx="5856">
                  <c:v>44802</c:v>
                </c:pt>
                <c:pt idx="5857">
                  <c:v>44803</c:v>
                </c:pt>
                <c:pt idx="5858">
                  <c:v>44804</c:v>
                </c:pt>
                <c:pt idx="5859">
                  <c:v>44805</c:v>
                </c:pt>
                <c:pt idx="5860">
                  <c:v>44806</c:v>
                </c:pt>
                <c:pt idx="5861">
                  <c:v>44809</c:v>
                </c:pt>
                <c:pt idx="5862">
                  <c:v>44810</c:v>
                </c:pt>
                <c:pt idx="5863">
                  <c:v>44811</c:v>
                </c:pt>
                <c:pt idx="5864">
                  <c:v>44812</c:v>
                </c:pt>
                <c:pt idx="5865">
                  <c:v>44813</c:v>
                </c:pt>
                <c:pt idx="5866">
                  <c:v>44816</c:v>
                </c:pt>
                <c:pt idx="5867">
                  <c:v>44817</c:v>
                </c:pt>
                <c:pt idx="5868">
                  <c:v>44818</c:v>
                </c:pt>
                <c:pt idx="5869">
                  <c:v>44819</c:v>
                </c:pt>
                <c:pt idx="5870">
                  <c:v>44820</c:v>
                </c:pt>
                <c:pt idx="5871">
                  <c:v>44823</c:v>
                </c:pt>
                <c:pt idx="5872">
                  <c:v>44824</c:v>
                </c:pt>
                <c:pt idx="5873">
                  <c:v>44825</c:v>
                </c:pt>
                <c:pt idx="5874">
                  <c:v>44826</c:v>
                </c:pt>
                <c:pt idx="5875">
                  <c:v>44827</c:v>
                </c:pt>
                <c:pt idx="5876">
                  <c:v>44830</c:v>
                </c:pt>
                <c:pt idx="5877">
                  <c:v>44831</c:v>
                </c:pt>
                <c:pt idx="5878">
                  <c:v>44832</c:v>
                </c:pt>
                <c:pt idx="5879">
                  <c:v>44833</c:v>
                </c:pt>
                <c:pt idx="5880">
                  <c:v>44834</c:v>
                </c:pt>
                <c:pt idx="5881">
                  <c:v>44837</c:v>
                </c:pt>
                <c:pt idx="5882">
                  <c:v>44838</c:v>
                </c:pt>
                <c:pt idx="5883">
                  <c:v>44839</c:v>
                </c:pt>
                <c:pt idx="5884">
                  <c:v>44840</c:v>
                </c:pt>
                <c:pt idx="5885">
                  <c:v>44841</c:v>
                </c:pt>
                <c:pt idx="5886">
                  <c:v>44844</c:v>
                </c:pt>
                <c:pt idx="5887">
                  <c:v>44845</c:v>
                </c:pt>
                <c:pt idx="5888">
                  <c:v>44846</c:v>
                </c:pt>
                <c:pt idx="5889">
                  <c:v>44847</c:v>
                </c:pt>
                <c:pt idx="5890">
                  <c:v>44848</c:v>
                </c:pt>
                <c:pt idx="5891">
                  <c:v>44851</c:v>
                </c:pt>
                <c:pt idx="5892">
                  <c:v>44852</c:v>
                </c:pt>
                <c:pt idx="5893">
                  <c:v>44853</c:v>
                </c:pt>
                <c:pt idx="5894">
                  <c:v>44854</c:v>
                </c:pt>
                <c:pt idx="5895">
                  <c:v>44855</c:v>
                </c:pt>
                <c:pt idx="5896">
                  <c:v>44858</c:v>
                </c:pt>
                <c:pt idx="5897">
                  <c:v>44859</c:v>
                </c:pt>
                <c:pt idx="5898">
                  <c:v>44860</c:v>
                </c:pt>
                <c:pt idx="5899">
                  <c:v>44861</c:v>
                </c:pt>
                <c:pt idx="5900">
                  <c:v>44862</c:v>
                </c:pt>
                <c:pt idx="5901">
                  <c:v>44865</c:v>
                </c:pt>
                <c:pt idx="5902">
                  <c:v>44866</c:v>
                </c:pt>
                <c:pt idx="5903">
                  <c:v>44867</c:v>
                </c:pt>
                <c:pt idx="5904">
                  <c:v>44868</c:v>
                </c:pt>
                <c:pt idx="5905">
                  <c:v>44869</c:v>
                </c:pt>
                <c:pt idx="5906">
                  <c:v>44872</c:v>
                </c:pt>
                <c:pt idx="5907">
                  <c:v>44873</c:v>
                </c:pt>
                <c:pt idx="5908">
                  <c:v>44874</c:v>
                </c:pt>
                <c:pt idx="5909">
                  <c:v>44875</c:v>
                </c:pt>
                <c:pt idx="5910">
                  <c:v>44876</c:v>
                </c:pt>
                <c:pt idx="5911">
                  <c:v>44879</c:v>
                </c:pt>
                <c:pt idx="5912">
                  <c:v>44880</c:v>
                </c:pt>
                <c:pt idx="5913">
                  <c:v>44881</c:v>
                </c:pt>
                <c:pt idx="5914">
                  <c:v>44882</c:v>
                </c:pt>
                <c:pt idx="5915">
                  <c:v>44883</c:v>
                </c:pt>
                <c:pt idx="5916">
                  <c:v>44886</c:v>
                </c:pt>
                <c:pt idx="5917">
                  <c:v>44887</c:v>
                </c:pt>
                <c:pt idx="5918">
                  <c:v>44888</c:v>
                </c:pt>
                <c:pt idx="5919">
                  <c:v>44889</c:v>
                </c:pt>
                <c:pt idx="5920">
                  <c:v>44890</c:v>
                </c:pt>
                <c:pt idx="5921">
                  <c:v>44893</c:v>
                </c:pt>
                <c:pt idx="5922">
                  <c:v>44894</c:v>
                </c:pt>
                <c:pt idx="5923">
                  <c:v>44895</c:v>
                </c:pt>
                <c:pt idx="5924">
                  <c:v>44896</c:v>
                </c:pt>
                <c:pt idx="5925">
                  <c:v>44897</c:v>
                </c:pt>
                <c:pt idx="5926">
                  <c:v>44900</c:v>
                </c:pt>
                <c:pt idx="5927">
                  <c:v>44901</c:v>
                </c:pt>
                <c:pt idx="5928">
                  <c:v>44902</c:v>
                </c:pt>
                <c:pt idx="5929">
                  <c:v>44903</c:v>
                </c:pt>
                <c:pt idx="5930">
                  <c:v>44904</c:v>
                </c:pt>
                <c:pt idx="5931">
                  <c:v>44907</c:v>
                </c:pt>
                <c:pt idx="5932">
                  <c:v>44908</c:v>
                </c:pt>
                <c:pt idx="5933">
                  <c:v>44909</c:v>
                </c:pt>
                <c:pt idx="5934">
                  <c:v>44910</c:v>
                </c:pt>
                <c:pt idx="5935">
                  <c:v>44911</c:v>
                </c:pt>
                <c:pt idx="5936">
                  <c:v>44914</c:v>
                </c:pt>
                <c:pt idx="5937">
                  <c:v>44915</c:v>
                </c:pt>
                <c:pt idx="5938">
                  <c:v>44916</c:v>
                </c:pt>
                <c:pt idx="5939">
                  <c:v>44917</c:v>
                </c:pt>
                <c:pt idx="5940">
                  <c:v>44918</c:v>
                </c:pt>
                <c:pt idx="5941">
                  <c:v>44921</c:v>
                </c:pt>
                <c:pt idx="5942">
                  <c:v>44922</c:v>
                </c:pt>
                <c:pt idx="5943">
                  <c:v>44923</c:v>
                </c:pt>
                <c:pt idx="5944">
                  <c:v>44924</c:v>
                </c:pt>
                <c:pt idx="5945">
                  <c:v>44925</c:v>
                </c:pt>
                <c:pt idx="5946">
                  <c:v>44928</c:v>
                </c:pt>
                <c:pt idx="5947">
                  <c:v>44929</c:v>
                </c:pt>
                <c:pt idx="5948">
                  <c:v>44930</c:v>
                </c:pt>
                <c:pt idx="5949">
                  <c:v>44931</c:v>
                </c:pt>
                <c:pt idx="5950">
                  <c:v>44932</c:v>
                </c:pt>
                <c:pt idx="5951">
                  <c:v>44935</c:v>
                </c:pt>
                <c:pt idx="5952">
                  <c:v>44936</c:v>
                </c:pt>
                <c:pt idx="5953">
                  <c:v>44937</c:v>
                </c:pt>
                <c:pt idx="5954">
                  <c:v>44938</c:v>
                </c:pt>
                <c:pt idx="5955">
                  <c:v>44939</c:v>
                </c:pt>
                <c:pt idx="5956">
                  <c:v>44942</c:v>
                </c:pt>
                <c:pt idx="5957">
                  <c:v>44943</c:v>
                </c:pt>
                <c:pt idx="5958">
                  <c:v>44944</c:v>
                </c:pt>
                <c:pt idx="5959">
                  <c:v>44945</c:v>
                </c:pt>
                <c:pt idx="5960">
                  <c:v>44946</c:v>
                </c:pt>
                <c:pt idx="5961">
                  <c:v>44949</c:v>
                </c:pt>
                <c:pt idx="5962">
                  <c:v>44950</c:v>
                </c:pt>
                <c:pt idx="5963">
                  <c:v>44951</c:v>
                </c:pt>
                <c:pt idx="5964">
                  <c:v>44952</c:v>
                </c:pt>
                <c:pt idx="5965">
                  <c:v>44953</c:v>
                </c:pt>
                <c:pt idx="5966">
                  <c:v>44956</c:v>
                </c:pt>
                <c:pt idx="5967">
                  <c:v>44957</c:v>
                </c:pt>
                <c:pt idx="5968">
                  <c:v>44958</c:v>
                </c:pt>
                <c:pt idx="5969">
                  <c:v>44959</c:v>
                </c:pt>
                <c:pt idx="5970">
                  <c:v>44960</c:v>
                </c:pt>
                <c:pt idx="5971">
                  <c:v>44963</c:v>
                </c:pt>
                <c:pt idx="5972">
                  <c:v>44964</c:v>
                </c:pt>
                <c:pt idx="5973">
                  <c:v>44965</c:v>
                </c:pt>
                <c:pt idx="5974">
                  <c:v>44966</c:v>
                </c:pt>
                <c:pt idx="5975">
                  <c:v>44967</c:v>
                </c:pt>
                <c:pt idx="5976">
                  <c:v>44970</c:v>
                </c:pt>
                <c:pt idx="5977">
                  <c:v>44971</c:v>
                </c:pt>
                <c:pt idx="5978">
                  <c:v>44972</c:v>
                </c:pt>
                <c:pt idx="5979">
                  <c:v>44973</c:v>
                </c:pt>
                <c:pt idx="5980">
                  <c:v>44974</c:v>
                </c:pt>
                <c:pt idx="5981">
                  <c:v>44977</c:v>
                </c:pt>
                <c:pt idx="5982">
                  <c:v>44978</c:v>
                </c:pt>
                <c:pt idx="5983">
                  <c:v>44979</c:v>
                </c:pt>
                <c:pt idx="5984">
                  <c:v>44980</c:v>
                </c:pt>
                <c:pt idx="5985">
                  <c:v>44981</c:v>
                </c:pt>
                <c:pt idx="5986">
                  <c:v>44984</c:v>
                </c:pt>
                <c:pt idx="5987">
                  <c:v>44985</c:v>
                </c:pt>
                <c:pt idx="5988">
                  <c:v>44986</c:v>
                </c:pt>
                <c:pt idx="5989">
                  <c:v>44987</c:v>
                </c:pt>
                <c:pt idx="5990">
                  <c:v>44988</c:v>
                </c:pt>
                <c:pt idx="5991">
                  <c:v>44991</c:v>
                </c:pt>
                <c:pt idx="5992">
                  <c:v>44992</c:v>
                </c:pt>
                <c:pt idx="5993">
                  <c:v>44993</c:v>
                </c:pt>
                <c:pt idx="5994">
                  <c:v>44994</c:v>
                </c:pt>
                <c:pt idx="5995">
                  <c:v>44995</c:v>
                </c:pt>
                <c:pt idx="5996">
                  <c:v>44998</c:v>
                </c:pt>
                <c:pt idx="5997">
                  <c:v>44999</c:v>
                </c:pt>
                <c:pt idx="5998">
                  <c:v>45000</c:v>
                </c:pt>
                <c:pt idx="5999">
                  <c:v>45001</c:v>
                </c:pt>
                <c:pt idx="6000">
                  <c:v>45002</c:v>
                </c:pt>
                <c:pt idx="6001">
                  <c:v>45005</c:v>
                </c:pt>
                <c:pt idx="6002">
                  <c:v>45006</c:v>
                </c:pt>
                <c:pt idx="6003">
                  <c:v>45007</c:v>
                </c:pt>
                <c:pt idx="6004">
                  <c:v>45008</c:v>
                </c:pt>
                <c:pt idx="6005">
                  <c:v>45009</c:v>
                </c:pt>
                <c:pt idx="6006">
                  <c:v>45012</c:v>
                </c:pt>
                <c:pt idx="6007">
                  <c:v>45013</c:v>
                </c:pt>
                <c:pt idx="6008">
                  <c:v>45014</c:v>
                </c:pt>
                <c:pt idx="6009">
                  <c:v>45015</c:v>
                </c:pt>
                <c:pt idx="6010">
                  <c:v>45016</c:v>
                </c:pt>
                <c:pt idx="6011">
                  <c:v>45019</c:v>
                </c:pt>
                <c:pt idx="6012">
                  <c:v>45020</c:v>
                </c:pt>
                <c:pt idx="6013">
                  <c:v>45021</c:v>
                </c:pt>
                <c:pt idx="6014">
                  <c:v>45022</c:v>
                </c:pt>
                <c:pt idx="6015">
                  <c:v>45023</c:v>
                </c:pt>
                <c:pt idx="6016">
                  <c:v>45026</c:v>
                </c:pt>
                <c:pt idx="6017">
                  <c:v>45027</c:v>
                </c:pt>
                <c:pt idx="6018">
                  <c:v>45028</c:v>
                </c:pt>
                <c:pt idx="6019">
                  <c:v>45029</c:v>
                </c:pt>
                <c:pt idx="6020">
                  <c:v>45030</c:v>
                </c:pt>
                <c:pt idx="6021">
                  <c:v>45033</c:v>
                </c:pt>
                <c:pt idx="6022">
                  <c:v>45034</c:v>
                </c:pt>
                <c:pt idx="6023">
                  <c:v>45035</c:v>
                </c:pt>
                <c:pt idx="6024">
                  <c:v>45036</c:v>
                </c:pt>
                <c:pt idx="6025">
                  <c:v>45037</c:v>
                </c:pt>
                <c:pt idx="6026">
                  <c:v>45040</c:v>
                </c:pt>
                <c:pt idx="6027">
                  <c:v>45041</c:v>
                </c:pt>
                <c:pt idx="6028">
                  <c:v>45042</c:v>
                </c:pt>
                <c:pt idx="6029">
                  <c:v>45043</c:v>
                </c:pt>
                <c:pt idx="6030">
                  <c:v>45044</c:v>
                </c:pt>
                <c:pt idx="6031">
                  <c:v>45047</c:v>
                </c:pt>
                <c:pt idx="6032">
                  <c:v>45048</c:v>
                </c:pt>
                <c:pt idx="6033">
                  <c:v>45049</c:v>
                </c:pt>
                <c:pt idx="6034">
                  <c:v>45050</c:v>
                </c:pt>
                <c:pt idx="6035">
                  <c:v>45051</c:v>
                </c:pt>
                <c:pt idx="6036">
                  <c:v>45054</c:v>
                </c:pt>
                <c:pt idx="6037">
                  <c:v>45055</c:v>
                </c:pt>
                <c:pt idx="6038">
                  <c:v>45056</c:v>
                </c:pt>
                <c:pt idx="6039">
                  <c:v>45057</c:v>
                </c:pt>
                <c:pt idx="6040">
                  <c:v>45058</c:v>
                </c:pt>
                <c:pt idx="6041">
                  <c:v>45061</c:v>
                </c:pt>
                <c:pt idx="6042">
                  <c:v>45062</c:v>
                </c:pt>
                <c:pt idx="6043">
                  <c:v>45063</c:v>
                </c:pt>
                <c:pt idx="6044">
                  <c:v>45064</c:v>
                </c:pt>
                <c:pt idx="6045">
                  <c:v>45065</c:v>
                </c:pt>
                <c:pt idx="6046">
                  <c:v>45068</c:v>
                </c:pt>
                <c:pt idx="6047">
                  <c:v>45069</c:v>
                </c:pt>
                <c:pt idx="6048">
                  <c:v>45070</c:v>
                </c:pt>
                <c:pt idx="6049">
                  <c:v>45071</c:v>
                </c:pt>
                <c:pt idx="6050">
                  <c:v>45072</c:v>
                </c:pt>
                <c:pt idx="6051">
                  <c:v>45075</c:v>
                </c:pt>
                <c:pt idx="6052">
                  <c:v>45076</c:v>
                </c:pt>
                <c:pt idx="6053">
                  <c:v>45077</c:v>
                </c:pt>
                <c:pt idx="6054">
                  <c:v>45078</c:v>
                </c:pt>
                <c:pt idx="6055">
                  <c:v>45079</c:v>
                </c:pt>
                <c:pt idx="6056">
                  <c:v>45082</c:v>
                </c:pt>
                <c:pt idx="6057">
                  <c:v>45083</c:v>
                </c:pt>
                <c:pt idx="6058">
                  <c:v>45084</c:v>
                </c:pt>
                <c:pt idx="6059">
                  <c:v>45085</c:v>
                </c:pt>
                <c:pt idx="6060">
                  <c:v>45086</c:v>
                </c:pt>
                <c:pt idx="6061">
                  <c:v>45089</c:v>
                </c:pt>
                <c:pt idx="6062">
                  <c:v>45090</c:v>
                </c:pt>
                <c:pt idx="6063">
                  <c:v>45091</c:v>
                </c:pt>
                <c:pt idx="6064">
                  <c:v>45092</c:v>
                </c:pt>
                <c:pt idx="6065">
                  <c:v>45093</c:v>
                </c:pt>
                <c:pt idx="6066">
                  <c:v>45096</c:v>
                </c:pt>
                <c:pt idx="6067">
                  <c:v>45097</c:v>
                </c:pt>
                <c:pt idx="6068">
                  <c:v>45098</c:v>
                </c:pt>
                <c:pt idx="6069">
                  <c:v>45099</c:v>
                </c:pt>
                <c:pt idx="6070">
                  <c:v>45100</c:v>
                </c:pt>
                <c:pt idx="6071">
                  <c:v>45103</c:v>
                </c:pt>
                <c:pt idx="6072">
                  <c:v>45104</c:v>
                </c:pt>
                <c:pt idx="6073">
                  <c:v>45105</c:v>
                </c:pt>
                <c:pt idx="6074">
                  <c:v>45106</c:v>
                </c:pt>
                <c:pt idx="6075">
                  <c:v>45107</c:v>
                </c:pt>
                <c:pt idx="6076">
                  <c:v>45110</c:v>
                </c:pt>
                <c:pt idx="6077">
                  <c:v>45111</c:v>
                </c:pt>
                <c:pt idx="6078">
                  <c:v>45112</c:v>
                </c:pt>
                <c:pt idx="6079">
                  <c:v>45113</c:v>
                </c:pt>
                <c:pt idx="6080">
                  <c:v>45114</c:v>
                </c:pt>
                <c:pt idx="6081">
                  <c:v>45117</c:v>
                </c:pt>
                <c:pt idx="6082">
                  <c:v>45118</c:v>
                </c:pt>
                <c:pt idx="6083">
                  <c:v>45119</c:v>
                </c:pt>
                <c:pt idx="6084">
                  <c:v>45120</c:v>
                </c:pt>
                <c:pt idx="6085">
                  <c:v>45121</c:v>
                </c:pt>
                <c:pt idx="6086">
                  <c:v>45124</c:v>
                </c:pt>
                <c:pt idx="6087">
                  <c:v>45125</c:v>
                </c:pt>
                <c:pt idx="6088">
                  <c:v>45126</c:v>
                </c:pt>
                <c:pt idx="6089">
                  <c:v>45127</c:v>
                </c:pt>
                <c:pt idx="6090">
                  <c:v>45128</c:v>
                </c:pt>
                <c:pt idx="6091">
                  <c:v>45131</c:v>
                </c:pt>
                <c:pt idx="6092">
                  <c:v>45132</c:v>
                </c:pt>
                <c:pt idx="6093">
                  <c:v>45133</c:v>
                </c:pt>
                <c:pt idx="6094">
                  <c:v>45134</c:v>
                </c:pt>
                <c:pt idx="6095">
                  <c:v>45135</c:v>
                </c:pt>
                <c:pt idx="6096">
                  <c:v>45138</c:v>
                </c:pt>
                <c:pt idx="6097">
                  <c:v>45139</c:v>
                </c:pt>
                <c:pt idx="6098">
                  <c:v>45140</c:v>
                </c:pt>
                <c:pt idx="6099">
                  <c:v>45141</c:v>
                </c:pt>
                <c:pt idx="6100">
                  <c:v>45142</c:v>
                </c:pt>
                <c:pt idx="6101">
                  <c:v>45145</c:v>
                </c:pt>
                <c:pt idx="6102">
                  <c:v>45146</c:v>
                </c:pt>
                <c:pt idx="6103">
                  <c:v>45147</c:v>
                </c:pt>
                <c:pt idx="6104">
                  <c:v>45148</c:v>
                </c:pt>
                <c:pt idx="6105">
                  <c:v>45149</c:v>
                </c:pt>
                <c:pt idx="6106">
                  <c:v>45152</c:v>
                </c:pt>
                <c:pt idx="6107">
                  <c:v>45153</c:v>
                </c:pt>
                <c:pt idx="6108">
                  <c:v>45154</c:v>
                </c:pt>
                <c:pt idx="6109">
                  <c:v>45155</c:v>
                </c:pt>
                <c:pt idx="6110">
                  <c:v>45156</c:v>
                </c:pt>
                <c:pt idx="6111">
                  <c:v>45159</c:v>
                </c:pt>
                <c:pt idx="6112">
                  <c:v>45160</c:v>
                </c:pt>
                <c:pt idx="6113">
                  <c:v>45161</c:v>
                </c:pt>
                <c:pt idx="6114">
                  <c:v>45162</c:v>
                </c:pt>
                <c:pt idx="6115">
                  <c:v>45163</c:v>
                </c:pt>
                <c:pt idx="6116">
                  <c:v>45166</c:v>
                </c:pt>
                <c:pt idx="6117">
                  <c:v>45167</c:v>
                </c:pt>
                <c:pt idx="6118">
                  <c:v>45168</c:v>
                </c:pt>
                <c:pt idx="6119">
                  <c:v>45169</c:v>
                </c:pt>
                <c:pt idx="6120">
                  <c:v>45170</c:v>
                </c:pt>
                <c:pt idx="6121">
                  <c:v>45173</c:v>
                </c:pt>
                <c:pt idx="6122">
                  <c:v>45174</c:v>
                </c:pt>
                <c:pt idx="6123">
                  <c:v>45175</c:v>
                </c:pt>
                <c:pt idx="6124">
                  <c:v>45176</c:v>
                </c:pt>
                <c:pt idx="6125">
                  <c:v>45177</c:v>
                </c:pt>
                <c:pt idx="6126">
                  <c:v>45180</c:v>
                </c:pt>
                <c:pt idx="6127">
                  <c:v>45181</c:v>
                </c:pt>
                <c:pt idx="6128">
                  <c:v>45182</c:v>
                </c:pt>
                <c:pt idx="6129">
                  <c:v>45183</c:v>
                </c:pt>
                <c:pt idx="6130">
                  <c:v>45184</c:v>
                </c:pt>
                <c:pt idx="6131">
                  <c:v>45187</c:v>
                </c:pt>
                <c:pt idx="6132">
                  <c:v>45188</c:v>
                </c:pt>
                <c:pt idx="6133">
                  <c:v>45189</c:v>
                </c:pt>
                <c:pt idx="6134">
                  <c:v>45190</c:v>
                </c:pt>
                <c:pt idx="6135">
                  <c:v>45191</c:v>
                </c:pt>
                <c:pt idx="6136">
                  <c:v>45194</c:v>
                </c:pt>
                <c:pt idx="6137">
                  <c:v>45195</c:v>
                </c:pt>
                <c:pt idx="6138">
                  <c:v>45196</c:v>
                </c:pt>
                <c:pt idx="6139">
                  <c:v>45197</c:v>
                </c:pt>
                <c:pt idx="6140">
                  <c:v>45198</c:v>
                </c:pt>
                <c:pt idx="6141">
                  <c:v>45201</c:v>
                </c:pt>
                <c:pt idx="6142">
                  <c:v>45202</c:v>
                </c:pt>
                <c:pt idx="6143">
                  <c:v>45203</c:v>
                </c:pt>
                <c:pt idx="6144">
                  <c:v>45204</c:v>
                </c:pt>
                <c:pt idx="6145">
                  <c:v>45205</c:v>
                </c:pt>
                <c:pt idx="6146">
                  <c:v>45208</c:v>
                </c:pt>
                <c:pt idx="6147">
                  <c:v>45209</c:v>
                </c:pt>
                <c:pt idx="6148">
                  <c:v>45210</c:v>
                </c:pt>
                <c:pt idx="6149">
                  <c:v>45211</c:v>
                </c:pt>
                <c:pt idx="6150">
                  <c:v>45212</c:v>
                </c:pt>
                <c:pt idx="6151">
                  <c:v>45215</c:v>
                </c:pt>
                <c:pt idx="6152">
                  <c:v>45216</c:v>
                </c:pt>
                <c:pt idx="6153">
                  <c:v>45217</c:v>
                </c:pt>
                <c:pt idx="6154">
                  <c:v>45218</c:v>
                </c:pt>
                <c:pt idx="6155">
                  <c:v>45219</c:v>
                </c:pt>
                <c:pt idx="6156">
                  <c:v>45222</c:v>
                </c:pt>
                <c:pt idx="6157">
                  <c:v>45223</c:v>
                </c:pt>
                <c:pt idx="6158">
                  <c:v>45224</c:v>
                </c:pt>
                <c:pt idx="6159">
                  <c:v>45225</c:v>
                </c:pt>
                <c:pt idx="6160">
                  <c:v>45226</c:v>
                </c:pt>
                <c:pt idx="6161">
                  <c:v>45229</c:v>
                </c:pt>
                <c:pt idx="6162">
                  <c:v>45230</c:v>
                </c:pt>
                <c:pt idx="6163">
                  <c:v>45231</c:v>
                </c:pt>
                <c:pt idx="6164">
                  <c:v>45232</c:v>
                </c:pt>
                <c:pt idx="6165">
                  <c:v>45233</c:v>
                </c:pt>
                <c:pt idx="6166">
                  <c:v>45236</c:v>
                </c:pt>
                <c:pt idx="6167">
                  <c:v>45237</c:v>
                </c:pt>
                <c:pt idx="6168">
                  <c:v>45238</c:v>
                </c:pt>
                <c:pt idx="6169">
                  <c:v>45239</c:v>
                </c:pt>
                <c:pt idx="6170">
                  <c:v>45240</c:v>
                </c:pt>
                <c:pt idx="6171">
                  <c:v>45243</c:v>
                </c:pt>
                <c:pt idx="6172">
                  <c:v>45244</c:v>
                </c:pt>
                <c:pt idx="6173">
                  <c:v>45245</c:v>
                </c:pt>
                <c:pt idx="6174">
                  <c:v>45246</c:v>
                </c:pt>
                <c:pt idx="6175">
                  <c:v>45247</c:v>
                </c:pt>
                <c:pt idx="6176">
                  <c:v>45250</c:v>
                </c:pt>
                <c:pt idx="6177">
                  <c:v>45251</c:v>
                </c:pt>
                <c:pt idx="6178">
                  <c:v>45252</c:v>
                </c:pt>
                <c:pt idx="6179">
                  <c:v>45253</c:v>
                </c:pt>
                <c:pt idx="6180">
                  <c:v>45254</c:v>
                </c:pt>
                <c:pt idx="6181">
                  <c:v>45257</c:v>
                </c:pt>
                <c:pt idx="6182">
                  <c:v>45258</c:v>
                </c:pt>
                <c:pt idx="6183">
                  <c:v>45259</c:v>
                </c:pt>
                <c:pt idx="6184">
                  <c:v>45260</c:v>
                </c:pt>
                <c:pt idx="6185">
                  <c:v>45261</c:v>
                </c:pt>
                <c:pt idx="6186">
                  <c:v>45264</c:v>
                </c:pt>
                <c:pt idx="6187">
                  <c:v>45265</c:v>
                </c:pt>
                <c:pt idx="6188">
                  <c:v>45266</c:v>
                </c:pt>
                <c:pt idx="6189">
                  <c:v>45267</c:v>
                </c:pt>
                <c:pt idx="6190">
                  <c:v>45268</c:v>
                </c:pt>
                <c:pt idx="6191">
                  <c:v>45271</c:v>
                </c:pt>
                <c:pt idx="6192">
                  <c:v>45272</c:v>
                </c:pt>
                <c:pt idx="6193">
                  <c:v>45273</c:v>
                </c:pt>
                <c:pt idx="6194">
                  <c:v>45274</c:v>
                </c:pt>
                <c:pt idx="6195">
                  <c:v>45275</c:v>
                </c:pt>
                <c:pt idx="6196">
                  <c:v>45278</c:v>
                </c:pt>
                <c:pt idx="6197">
                  <c:v>45279</c:v>
                </c:pt>
                <c:pt idx="6198">
                  <c:v>45280</c:v>
                </c:pt>
                <c:pt idx="6199">
                  <c:v>45281</c:v>
                </c:pt>
                <c:pt idx="6200">
                  <c:v>45282</c:v>
                </c:pt>
                <c:pt idx="6201">
                  <c:v>45285</c:v>
                </c:pt>
                <c:pt idx="6202">
                  <c:v>45286</c:v>
                </c:pt>
                <c:pt idx="6203">
                  <c:v>45287</c:v>
                </c:pt>
                <c:pt idx="6204">
                  <c:v>45288</c:v>
                </c:pt>
                <c:pt idx="6205">
                  <c:v>45289</c:v>
                </c:pt>
                <c:pt idx="6206">
                  <c:v>45292</c:v>
                </c:pt>
                <c:pt idx="6207">
                  <c:v>45293</c:v>
                </c:pt>
                <c:pt idx="6208">
                  <c:v>45294</c:v>
                </c:pt>
                <c:pt idx="6209">
                  <c:v>45295</c:v>
                </c:pt>
                <c:pt idx="6210">
                  <c:v>45296</c:v>
                </c:pt>
                <c:pt idx="6211">
                  <c:v>45299</c:v>
                </c:pt>
                <c:pt idx="6212">
                  <c:v>45300</c:v>
                </c:pt>
                <c:pt idx="6213">
                  <c:v>45301</c:v>
                </c:pt>
                <c:pt idx="6214">
                  <c:v>45302</c:v>
                </c:pt>
                <c:pt idx="6215">
                  <c:v>45303</c:v>
                </c:pt>
                <c:pt idx="6216">
                  <c:v>45306</c:v>
                </c:pt>
                <c:pt idx="6217">
                  <c:v>45307</c:v>
                </c:pt>
                <c:pt idx="6218">
                  <c:v>45308</c:v>
                </c:pt>
                <c:pt idx="6219">
                  <c:v>45309</c:v>
                </c:pt>
                <c:pt idx="6220">
                  <c:v>45310</c:v>
                </c:pt>
                <c:pt idx="6221">
                  <c:v>45313</c:v>
                </c:pt>
                <c:pt idx="6222">
                  <c:v>45314</c:v>
                </c:pt>
                <c:pt idx="6223">
                  <c:v>45315</c:v>
                </c:pt>
                <c:pt idx="6224">
                  <c:v>45316</c:v>
                </c:pt>
                <c:pt idx="6225">
                  <c:v>45317</c:v>
                </c:pt>
                <c:pt idx="6226">
                  <c:v>45320</c:v>
                </c:pt>
                <c:pt idx="6227">
                  <c:v>45321</c:v>
                </c:pt>
                <c:pt idx="6228">
                  <c:v>45322</c:v>
                </c:pt>
                <c:pt idx="6229">
                  <c:v>45323</c:v>
                </c:pt>
                <c:pt idx="6230">
                  <c:v>45324</c:v>
                </c:pt>
                <c:pt idx="6231">
                  <c:v>45327</c:v>
                </c:pt>
                <c:pt idx="6232">
                  <c:v>45328</c:v>
                </c:pt>
                <c:pt idx="6233">
                  <c:v>45329</c:v>
                </c:pt>
                <c:pt idx="6234">
                  <c:v>45330</c:v>
                </c:pt>
                <c:pt idx="6235">
                  <c:v>45331</c:v>
                </c:pt>
                <c:pt idx="6236">
                  <c:v>45334</c:v>
                </c:pt>
                <c:pt idx="6237">
                  <c:v>45335</c:v>
                </c:pt>
                <c:pt idx="6238">
                  <c:v>45336</c:v>
                </c:pt>
                <c:pt idx="6239">
                  <c:v>45337</c:v>
                </c:pt>
                <c:pt idx="6240">
                  <c:v>45338</c:v>
                </c:pt>
                <c:pt idx="6241">
                  <c:v>45341</c:v>
                </c:pt>
                <c:pt idx="6242">
                  <c:v>45342</c:v>
                </c:pt>
                <c:pt idx="6243">
                  <c:v>45343</c:v>
                </c:pt>
                <c:pt idx="6244">
                  <c:v>45344</c:v>
                </c:pt>
                <c:pt idx="6245">
                  <c:v>45345</c:v>
                </c:pt>
                <c:pt idx="6246">
                  <c:v>45348</c:v>
                </c:pt>
                <c:pt idx="6247">
                  <c:v>45349</c:v>
                </c:pt>
                <c:pt idx="6248">
                  <c:v>45350</c:v>
                </c:pt>
                <c:pt idx="6249">
                  <c:v>45351</c:v>
                </c:pt>
                <c:pt idx="6250">
                  <c:v>45352</c:v>
                </c:pt>
                <c:pt idx="6251">
                  <c:v>45355</c:v>
                </c:pt>
                <c:pt idx="6252">
                  <c:v>45356</c:v>
                </c:pt>
                <c:pt idx="6253">
                  <c:v>45357</c:v>
                </c:pt>
                <c:pt idx="6254">
                  <c:v>45358</c:v>
                </c:pt>
                <c:pt idx="6255">
                  <c:v>45359</c:v>
                </c:pt>
                <c:pt idx="6256">
                  <c:v>45362</c:v>
                </c:pt>
                <c:pt idx="6257">
                  <c:v>45363</c:v>
                </c:pt>
                <c:pt idx="6258">
                  <c:v>45364</c:v>
                </c:pt>
                <c:pt idx="6259">
                  <c:v>45365</c:v>
                </c:pt>
                <c:pt idx="6260">
                  <c:v>45366</c:v>
                </c:pt>
                <c:pt idx="6261">
                  <c:v>45369</c:v>
                </c:pt>
                <c:pt idx="6262">
                  <c:v>45370</c:v>
                </c:pt>
                <c:pt idx="6263">
                  <c:v>45371</c:v>
                </c:pt>
                <c:pt idx="6264">
                  <c:v>45372</c:v>
                </c:pt>
                <c:pt idx="6265">
                  <c:v>45373</c:v>
                </c:pt>
                <c:pt idx="6266">
                  <c:v>45376</c:v>
                </c:pt>
                <c:pt idx="6267">
                  <c:v>45377</c:v>
                </c:pt>
                <c:pt idx="6268">
                  <c:v>45378</c:v>
                </c:pt>
                <c:pt idx="6269">
                  <c:v>45379</c:v>
                </c:pt>
                <c:pt idx="6270">
                  <c:v>45380</c:v>
                </c:pt>
                <c:pt idx="6271">
                  <c:v>45383</c:v>
                </c:pt>
                <c:pt idx="6272">
                  <c:v>45384</c:v>
                </c:pt>
                <c:pt idx="6273">
                  <c:v>45385</c:v>
                </c:pt>
                <c:pt idx="6274">
                  <c:v>45386</c:v>
                </c:pt>
                <c:pt idx="6275">
                  <c:v>45387</c:v>
                </c:pt>
                <c:pt idx="6276">
                  <c:v>45390</c:v>
                </c:pt>
                <c:pt idx="6277">
                  <c:v>45391</c:v>
                </c:pt>
                <c:pt idx="6278">
                  <c:v>45392</c:v>
                </c:pt>
                <c:pt idx="6279">
                  <c:v>45393</c:v>
                </c:pt>
                <c:pt idx="6280">
                  <c:v>45394</c:v>
                </c:pt>
                <c:pt idx="6281">
                  <c:v>45397</c:v>
                </c:pt>
                <c:pt idx="6282">
                  <c:v>45398</c:v>
                </c:pt>
                <c:pt idx="6283">
                  <c:v>45399</c:v>
                </c:pt>
                <c:pt idx="6284">
                  <c:v>45400</c:v>
                </c:pt>
                <c:pt idx="6285">
                  <c:v>45401</c:v>
                </c:pt>
                <c:pt idx="6286">
                  <c:v>45404</c:v>
                </c:pt>
                <c:pt idx="6287">
                  <c:v>45405</c:v>
                </c:pt>
                <c:pt idx="6288">
                  <c:v>45406</c:v>
                </c:pt>
                <c:pt idx="6289">
                  <c:v>45407</c:v>
                </c:pt>
                <c:pt idx="6290">
                  <c:v>45408</c:v>
                </c:pt>
                <c:pt idx="6291">
                  <c:v>45411</c:v>
                </c:pt>
                <c:pt idx="6292">
                  <c:v>45412</c:v>
                </c:pt>
                <c:pt idx="6293">
                  <c:v>45413</c:v>
                </c:pt>
                <c:pt idx="6294">
                  <c:v>45414</c:v>
                </c:pt>
                <c:pt idx="6295">
                  <c:v>45415</c:v>
                </c:pt>
                <c:pt idx="6296">
                  <c:v>45418</c:v>
                </c:pt>
                <c:pt idx="6297">
                  <c:v>45419</c:v>
                </c:pt>
                <c:pt idx="6298">
                  <c:v>45420</c:v>
                </c:pt>
                <c:pt idx="6299">
                  <c:v>45421</c:v>
                </c:pt>
                <c:pt idx="6300">
                  <c:v>45422</c:v>
                </c:pt>
                <c:pt idx="6301">
                  <c:v>45425</c:v>
                </c:pt>
                <c:pt idx="6302">
                  <c:v>45426</c:v>
                </c:pt>
                <c:pt idx="6303">
                  <c:v>45427</c:v>
                </c:pt>
                <c:pt idx="6304">
                  <c:v>45428</c:v>
                </c:pt>
                <c:pt idx="6305">
                  <c:v>45429</c:v>
                </c:pt>
                <c:pt idx="6306">
                  <c:v>45432</c:v>
                </c:pt>
                <c:pt idx="6307">
                  <c:v>45433</c:v>
                </c:pt>
                <c:pt idx="6308">
                  <c:v>45434</c:v>
                </c:pt>
                <c:pt idx="6309">
                  <c:v>45435</c:v>
                </c:pt>
                <c:pt idx="6310">
                  <c:v>45436</c:v>
                </c:pt>
                <c:pt idx="6311">
                  <c:v>45439</c:v>
                </c:pt>
                <c:pt idx="6312">
                  <c:v>45440</c:v>
                </c:pt>
                <c:pt idx="6313">
                  <c:v>45441</c:v>
                </c:pt>
                <c:pt idx="6314">
                  <c:v>45442</c:v>
                </c:pt>
                <c:pt idx="6315">
                  <c:v>45443</c:v>
                </c:pt>
                <c:pt idx="6316">
                  <c:v>45446</c:v>
                </c:pt>
                <c:pt idx="6317">
                  <c:v>45447</c:v>
                </c:pt>
                <c:pt idx="6318">
                  <c:v>45448</c:v>
                </c:pt>
                <c:pt idx="6319">
                  <c:v>45449</c:v>
                </c:pt>
                <c:pt idx="6320">
                  <c:v>45450</c:v>
                </c:pt>
                <c:pt idx="6321">
                  <c:v>45453</c:v>
                </c:pt>
                <c:pt idx="6322">
                  <c:v>45454</c:v>
                </c:pt>
                <c:pt idx="6323">
                  <c:v>45455</c:v>
                </c:pt>
                <c:pt idx="6324">
                  <c:v>45456</c:v>
                </c:pt>
                <c:pt idx="6325">
                  <c:v>45457</c:v>
                </c:pt>
                <c:pt idx="6326">
                  <c:v>45460</c:v>
                </c:pt>
                <c:pt idx="6327">
                  <c:v>45461</c:v>
                </c:pt>
                <c:pt idx="6328">
                  <c:v>45462</c:v>
                </c:pt>
                <c:pt idx="6329">
                  <c:v>45463</c:v>
                </c:pt>
                <c:pt idx="6330">
                  <c:v>45464</c:v>
                </c:pt>
                <c:pt idx="6331">
                  <c:v>45467</c:v>
                </c:pt>
                <c:pt idx="6332">
                  <c:v>45468</c:v>
                </c:pt>
                <c:pt idx="6333">
                  <c:v>45469</c:v>
                </c:pt>
                <c:pt idx="6334">
                  <c:v>45470</c:v>
                </c:pt>
                <c:pt idx="6335">
                  <c:v>45471</c:v>
                </c:pt>
                <c:pt idx="6336">
                  <c:v>45474</c:v>
                </c:pt>
                <c:pt idx="6337">
                  <c:v>45475</c:v>
                </c:pt>
                <c:pt idx="6338">
                  <c:v>45476</c:v>
                </c:pt>
                <c:pt idx="6339">
                  <c:v>45477</c:v>
                </c:pt>
                <c:pt idx="6340">
                  <c:v>45478</c:v>
                </c:pt>
                <c:pt idx="6341">
                  <c:v>45481</c:v>
                </c:pt>
                <c:pt idx="6342">
                  <c:v>45482</c:v>
                </c:pt>
                <c:pt idx="6343">
                  <c:v>45483</c:v>
                </c:pt>
                <c:pt idx="6344">
                  <c:v>45484</c:v>
                </c:pt>
                <c:pt idx="6345">
                  <c:v>45485</c:v>
                </c:pt>
                <c:pt idx="6346">
                  <c:v>45488</c:v>
                </c:pt>
                <c:pt idx="6347">
                  <c:v>45489</c:v>
                </c:pt>
                <c:pt idx="6348">
                  <c:v>45490</c:v>
                </c:pt>
                <c:pt idx="6349">
                  <c:v>45491</c:v>
                </c:pt>
                <c:pt idx="6350">
                  <c:v>45492</c:v>
                </c:pt>
                <c:pt idx="6351">
                  <c:v>45495</c:v>
                </c:pt>
                <c:pt idx="6352">
                  <c:v>45496</c:v>
                </c:pt>
                <c:pt idx="6353">
                  <c:v>45497</c:v>
                </c:pt>
                <c:pt idx="6354">
                  <c:v>45498</c:v>
                </c:pt>
                <c:pt idx="6355">
                  <c:v>45499</c:v>
                </c:pt>
                <c:pt idx="6356">
                  <c:v>45502</c:v>
                </c:pt>
                <c:pt idx="6357">
                  <c:v>45503</c:v>
                </c:pt>
                <c:pt idx="6358">
                  <c:v>45504</c:v>
                </c:pt>
                <c:pt idx="6359">
                  <c:v>45505</c:v>
                </c:pt>
                <c:pt idx="6360">
                  <c:v>45506</c:v>
                </c:pt>
                <c:pt idx="6361">
                  <c:v>45509</c:v>
                </c:pt>
                <c:pt idx="6362">
                  <c:v>45510</c:v>
                </c:pt>
                <c:pt idx="6363">
                  <c:v>45511</c:v>
                </c:pt>
                <c:pt idx="6364">
                  <c:v>45512</c:v>
                </c:pt>
                <c:pt idx="6365">
                  <c:v>45513</c:v>
                </c:pt>
                <c:pt idx="6366">
                  <c:v>45516</c:v>
                </c:pt>
                <c:pt idx="6367">
                  <c:v>45517</c:v>
                </c:pt>
                <c:pt idx="6368">
                  <c:v>45518</c:v>
                </c:pt>
                <c:pt idx="6369">
                  <c:v>45519</c:v>
                </c:pt>
                <c:pt idx="6370">
                  <c:v>45520</c:v>
                </c:pt>
                <c:pt idx="6371">
                  <c:v>45523</c:v>
                </c:pt>
                <c:pt idx="6372">
                  <c:v>45524</c:v>
                </c:pt>
                <c:pt idx="6373">
                  <c:v>45525</c:v>
                </c:pt>
                <c:pt idx="6374">
                  <c:v>45526</c:v>
                </c:pt>
                <c:pt idx="6375">
                  <c:v>45527</c:v>
                </c:pt>
                <c:pt idx="6376">
                  <c:v>45530</c:v>
                </c:pt>
                <c:pt idx="6377">
                  <c:v>45531</c:v>
                </c:pt>
                <c:pt idx="6378">
                  <c:v>45532</c:v>
                </c:pt>
                <c:pt idx="6379">
                  <c:v>45533</c:v>
                </c:pt>
                <c:pt idx="6380">
                  <c:v>45534</c:v>
                </c:pt>
                <c:pt idx="6381">
                  <c:v>45537</c:v>
                </c:pt>
                <c:pt idx="6382">
                  <c:v>45538</c:v>
                </c:pt>
                <c:pt idx="6383">
                  <c:v>45539</c:v>
                </c:pt>
                <c:pt idx="6384">
                  <c:v>45540</c:v>
                </c:pt>
                <c:pt idx="6385">
                  <c:v>45541</c:v>
                </c:pt>
                <c:pt idx="6386">
                  <c:v>45544</c:v>
                </c:pt>
                <c:pt idx="6387">
                  <c:v>45545</c:v>
                </c:pt>
                <c:pt idx="6388">
                  <c:v>45546</c:v>
                </c:pt>
                <c:pt idx="6389">
                  <c:v>45547</c:v>
                </c:pt>
                <c:pt idx="6390">
                  <c:v>45548</c:v>
                </c:pt>
                <c:pt idx="6391">
                  <c:v>45551</c:v>
                </c:pt>
                <c:pt idx="6392">
                  <c:v>45552</c:v>
                </c:pt>
                <c:pt idx="6393">
                  <c:v>45553</c:v>
                </c:pt>
                <c:pt idx="6394">
                  <c:v>45554</c:v>
                </c:pt>
                <c:pt idx="6395">
                  <c:v>45555</c:v>
                </c:pt>
                <c:pt idx="6396">
                  <c:v>45558</c:v>
                </c:pt>
                <c:pt idx="6397">
                  <c:v>45559</c:v>
                </c:pt>
                <c:pt idx="6398">
                  <c:v>45560</c:v>
                </c:pt>
                <c:pt idx="6399">
                  <c:v>45561</c:v>
                </c:pt>
                <c:pt idx="6400">
                  <c:v>45562</c:v>
                </c:pt>
                <c:pt idx="6401">
                  <c:v>45565</c:v>
                </c:pt>
                <c:pt idx="6402">
                  <c:v>45566</c:v>
                </c:pt>
                <c:pt idx="6403">
                  <c:v>45567</c:v>
                </c:pt>
                <c:pt idx="6404">
                  <c:v>45568</c:v>
                </c:pt>
                <c:pt idx="6405">
                  <c:v>45569</c:v>
                </c:pt>
                <c:pt idx="6406">
                  <c:v>45572</c:v>
                </c:pt>
                <c:pt idx="6407">
                  <c:v>45573</c:v>
                </c:pt>
                <c:pt idx="6408">
                  <c:v>45574</c:v>
                </c:pt>
                <c:pt idx="6409">
                  <c:v>45575</c:v>
                </c:pt>
                <c:pt idx="6410">
                  <c:v>45576</c:v>
                </c:pt>
                <c:pt idx="6411">
                  <c:v>45579</c:v>
                </c:pt>
                <c:pt idx="6412">
                  <c:v>45580</c:v>
                </c:pt>
                <c:pt idx="6413">
                  <c:v>45581</c:v>
                </c:pt>
                <c:pt idx="6414">
                  <c:v>45582</c:v>
                </c:pt>
                <c:pt idx="6415">
                  <c:v>45583</c:v>
                </c:pt>
                <c:pt idx="6416">
                  <c:v>45586</c:v>
                </c:pt>
                <c:pt idx="6417">
                  <c:v>45587</c:v>
                </c:pt>
                <c:pt idx="6418">
                  <c:v>45588</c:v>
                </c:pt>
                <c:pt idx="6419">
                  <c:v>45589</c:v>
                </c:pt>
                <c:pt idx="6420">
                  <c:v>45590</c:v>
                </c:pt>
                <c:pt idx="6421">
                  <c:v>45593</c:v>
                </c:pt>
                <c:pt idx="6422">
                  <c:v>45594</c:v>
                </c:pt>
                <c:pt idx="6423">
                  <c:v>45595</c:v>
                </c:pt>
                <c:pt idx="6424">
                  <c:v>45596</c:v>
                </c:pt>
                <c:pt idx="6425">
                  <c:v>45597</c:v>
                </c:pt>
                <c:pt idx="6426">
                  <c:v>45600</c:v>
                </c:pt>
                <c:pt idx="6427">
                  <c:v>45601</c:v>
                </c:pt>
                <c:pt idx="6428">
                  <c:v>45602</c:v>
                </c:pt>
                <c:pt idx="6429">
                  <c:v>45603</c:v>
                </c:pt>
                <c:pt idx="6430">
                  <c:v>45604</c:v>
                </c:pt>
                <c:pt idx="6431">
                  <c:v>45607</c:v>
                </c:pt>
                <c:pt idx="6432">
                  <c:v>45608</c:v>
                </c:pt>
                <c:pt idx="6433">
                  <c:v>45609</c:v>
                </c:pt>
                <c:pt idx="6434">
                  <c:v>45610</c:v>
                </c:pt>
                <c:pt idx="6435">
                  <c:v>45611</c:v>
                </c:pt>
                <c:pt idx="6436">
                  <c:v>45614</c:v>
                </c:pt>
                <c:pt idx="6437">
                  <c:v>45615</c:v>
                </c:pt>
                <c:pt idx="6438">
                  <c:v>45616</c:v>
                </c:pt>
                <c:pt idx="6439">
                  <c:v>45617</c:v>
                </c:pt>
                <c:pt idx="6440">
                  <c:v>45618</c:v>
                </c:pt>
                <c:pt idx="6441">
                  <c:v>45621</c:v>
                </c:pt>
                <c:pt idx="6442">
                  <c:v>45622</c:v>
                </c:pt>
                <c:pt idx="6443">
                  <c:v>45623</c:v>
                </c:pt>
                <c:pt idx="6444">
                  <c:v>45624</c:v>
                </c:pt>
                <c:pt idx="6445">
                  <c:v>45625</c:v>
                </c:pt>
                <c:pt idx="6446">
                  <c:v>45628</c:v>
                </c:pt>
                <c:pt idx="6447">
                  <c:v>45629</c:v>
                </c:pt>
                <c:pt idx="6448">
                  <c:v>45630</c:v>
                </c:pt>
                <c:pt idx="6449">
                  <c:v>45631</c:v>
                </c:pt>
                <c:pt idx="6450">
                  <c:v>45632</c:v>
                </c:pt>
                <c:pt idx="6451">
                  <c:v>45635</c:v>
                </c:pt>
                <c:pt idx="6452">
                  <c:v>45636</c:v>
                </c:pt>
                <c:pt idx="6453">
                  <c:v>45637</c:v>
                </c:pt>
                <c:pt idx="6454">
                  <c:v>45638</c:v>
                </c:pt>
                <c:pt idx="6455">
                  <c:v>45639</c:v>
                </c:pt>
                <c:pt idx="6456">
                  <c:v>45642</c:v>
                </c:pt>
                <c:pt idx="6457">
                  <c:v>45643</c:v>
                </c:pt>
                <c:pt idx="6458">
                  <c:v>45644</c:v>
                </c:pt>
                <c:pt idx="6459">
                  <c:v>45645</c:v>
                </c:pt>
                <c:pt idx="6460">
                  <c:v>45646</c:v>
                </c:pt>
                <c:pt idx="6461">
                  <c:v>45649</c:v>
                </c:pt>
                <c:pt idx="6462">
                  <c:v>45650</c:v>
                </c:pt>
                <c:pt idx="6463">
                  <c:v>45651</c:v>
                </c:pt>
                <c:pt idx="6464">
                  <c:v>45652</c:v>
                </c:pt>
                <c:pt idx="6465">
                  <c:v>45653</c:v>
                </c:pt>
                <c:pt idx="6466">
                  <c:v>45656</c:v>
                </c:pt>
                <c:pt idx="6467">
                  <c:v>45657</c:v>
                </c:pt>
                <c:pt idx="6468">
                  <c:v>45658</c:v>
                </c:pt>
                <c:pt idx="6469">
                  <c:v>45659</c:v>
                </c:pt>
                <c:pt idx="6470">
                  <c:v>45660</c:v>
                </c:pt>
                <c:pt idx="6471">
                  <c:v>45663</c:v>
                </c:pt>
                <c:pt idx="6472">
                  <c:v>45664</c:v>
                </c:pt>
                <c:pt idx="6473">
                  <c:v>45665</c:v>
                </c:pt>
                <c:pt idx="6474">
                  <c:v>45666</c:v>
                </c:pt>
                <c:pt idx="6475">
                  <c:v>45667</c:v>
                </c:pt>
                <c:pt idx="6476">
                  <c:v>45670</c:v>
                </c:pt>
                <c:pt idx="6477">
                  <c:v>45671</c:v>
                </c:pt>
                <c:pt idx="6478">
                  <c:v>45672</c:v>
                </c:pt>
                <c:pt idx="6479">
                  <c:v>45673</c:v>
                </c:pt>
                <c:pt idx="6480">
                  <c:v>45674</c:v>
                </c:pt>
                <c:pt idx="6481">
                  <c:v>45677</c:v>
                </c:pt>
                <c:pt idx="6482">
                  <c:v>45678</c:v>
                </c:pt>
                <c:pt idx="6483">
                  <c:v>45679</c:v>
                </c:pt>
                <c:pt idx="6484">
                  <c:v>45680</c:v>
                </c:pt>
                <c:pt idx="6485">
                  <c:v>45681</c:v>
                </c:pt>
                <c:pt idx="6486">
                  <c:v>45684</c:v>
                </c:pt>
                <c:pt idx="6487">
                  <c:v>45685</c:v>
                </c:pt>
                <c:pt idx="6488">
                  <c:v>45686</c:v>
                </c:pt>
                <c:pt idx="6489">
                  <c:v>45687</c:v>
                </c:pt>
                <c:pt idx="6490">
                  <c:v>45688</c:v>
                </c:pt>
                <c:pt idx="6491">
                  <c:v>45691</c:v>
                </c:pt>
                <c:pt idx="6492">
                  <c:v>45692</c:v>
                </c:pt>
                <c:pt idx="6493">
                  <c:v>45693</c:v>
                </c:pt>
                <c:pt idx="6494">
                  <c:v>45694</c:v>
                </c:pt>
                <c:pt idx="6495">
                  <c:v>45695</c:v>
                </c:pt>
                <c:pt idx="6496">
                  <c:v>45698</c:v>
                </c:pt>
                <c:pt idx="6497">
                  <c:v>45699</c:v>
                </c:pt>
                <c:pt idx="6498">
                  <c:v>45700</c:v>
                </c:pt>
                <c:pt idx="6499">
                  <c:v>45701</c:v>
                </c:pt>
                <c:pt idx="6500">
                  <c:v>45702</c:v>
                </c:pt>
                <c:pt idx="6501">
                  <c:v>45705</c:v>
                </c:pt>
                <c:pt idx="6502">
                  <c:v>45706</c:v>
                </c:pt>
                <c:pt idx="6503">
                  <c:v>45707</c:v>
                </c:pt>
                <c:pt idx="6504">
                  <c:v>45708</c:v>
                </c:pt>
                <c:pt idx="6505">
                  <c:v>45709</c:v>
                </c:pt>
                <c:pt idx="6506">
                  <c:v>45712</c:v>
                </c:pt>
                <c:pt idx="6507">
                  <c:v>45713</c:v>
                </c:pt>
                <c:pt idx="6508">
                  <c:v>45714</c:v>
                </c:pt>
                <c:pt idx="6509">
                  <c:v>45715</c:v>
                </c:pt>
                <c:pt idx="6510">
                  <c:v>45716</c:v>
                </c:pt>
                <c:pt idx="6511">
                  <c:v>45719</c:v>
                </c:pt>
                <c:pt idx="6512">
                  <c:v>45720</c:v>
                </c:pt>
                <c:pt idx="6513">
                  <c:v>45721</c:v>
                </c:pt>
                <c:pt idx="6514">
                  <c:v>45722</c:v>
                </c:pt>
                <c:pt idx="6515">
                  <c:v>45723</c:v>
                </c:pt>
                <c:pt idx="6516">
                  <c:v>45726</c:v>
                </c:pt>
                <c:pt idx="6517">
                  <c:v>45727</c:v>
                </c:pt>
                <c:pt idx="6518">
                  <c:v>45728</c:v>
                </c:pt>
                <c:pt idx="6519">
                  <c:v>45729</c:v>
                </c:pt>
                <c:pt idx="6520">
                  <c:v>45730</c:v>
                </c:pt>
                <c:pt idx="6521">
                  <c:v>45733</c:v>
                </c:pt>
                <c:pt idx="6522">
                  <c:v>45734</c:v>
                </c:pt>
                <c:pt idx="6523">
                  <c:v>45735</c:v>
                </c:pt>
                <c:pt idx="6524">
                  <c:v>45736</c:v>
                </c:pt>
                <c:pt idx="6525">
                  <c:v>45737</c:v>
                </c:pt>
                <c:pt idx="6526">
                  <c:v>45740</c:v>
                </c:pt>
                <c:pt idx="6527">
                  <c:v>45741</c:v>
                </c:pt>
                <c:pt idx="6528">
                  <c:v>45742</c:v>
                </c:pt>
                <c:pt idx="6529">
                  <c:v>45743</c:v>
                </c:pt>
                <c:pt idx="6530">
                  <c:v>45744</c:v>
                </c:pt>
                <c:pt idx="6531">
                  <c:v>45747</c:v>
                </c:pt>
                <c:pt idx="6532">
                  <c:v>45748</c:v>
                </c:pt>
                <c:pt idx="6533">
                  <c:v>45749</c:v>
                </c:pt>
                <c:pt idx="6534">
                  <c:v>45750</c:v>
                </c:pt>
                <c:pt idx="6535">
                  <c:v>45751</c:v>
                </c:pt>
                <c:pt idx="6536">
                  <c:v>45754</c:v>
                </c:pt>
                <c:pt idx="6537">
                  <c:v>45755</c:v>
                </c:pt>
                <c:pt idx="6538">
                  <c:v>45756</c:v>
                </c:pt>
                <c:pt idx="6539">
                  <c:v>45757</c:v>
                </c:pt>
                <c:pt idx="6540">
                  <c:v>45758</c:v>
                </c:pt>
                <c:pt idx="6541">
                  <c:v>45761</c:v>
                </c:pt>
                <c:pt idx="6542">
                  <c:v>45762</c:v>
                </c:pt>
                <c:pt idx="6543">
                  <c:v>45763</c:v>
                </c:pt>
                <c:pt idx="6544">
                  <c:v>45764</c:v>
                </c:pt>
                <c:pt idx="6545">
                  <c:v>45765</c:v>
                </c:pt>
                <c:pt idx="6546">
                  <c:v>45768</c:v>
                </c:pt>
                <c:pt idx="6547">
                  <c:v>45769</c:v>
                </c:pt>
                <c:pt idx="6548">
                  <c:v>45770</c:v>
                </c:pt>
                <c:pt idx="6549">
                  <c:v>45771</c:v>
                </c:pt>
                <c:pt idx="6550">
                  <c:v>45772</c:v>
                </c:pt>
                <c:pt idx="6551">
                  <c:v>45775</c:v>
                </c:pt>
                <c:pt idx="6552">
                  <c:v>45776</c:v>
                </c:pt>
                <c:pt idx="6553">
                  <c:v>45777</c:v>
                </c:pt>
                <c:pt idx="6554">
                  <c:v>45778</c:v>
                </c:pt>
                <c:pt idx="6555">
                  <c:v>45779</c:v>
                </c:pt>
                <c:pt idx="6556">
                  <c:v>45782</c:v>
                </c:pt>
                <c:pt idx="6557">
                  <c:v>45783</c:v>
                </c:pt>
                <c:pt idx="6558">
                  <c:v>45784</c:v>
                </c:pt>
                <c:pt idx="6559">
                  <c:v>45785</c:v>
                </c:pt>
                <c:pt idx="6560">
                  <c:v>45786</c:v>
                </c:pt>
                <c:pt idx="6561">
                  <c:v>45789</c:v>
                </c:pt>
                <c:pt idx="6562">
                  <c:v>45790</c:v>
                </c:pt>
                <c:pt idx="6563">
                  <c:v>45791</c:v>
                </c:pt>
                <c:pt idx="6564">
                  <c:v>45792</c:v>
                </c:pt>
                <c:pt idx="6565">
                  <c:v>45793</c:v>
                </c:pt>
                <c:pt idx="6566">
                  <c:v>45796</c:v>
                </c:pt>
                <c:pt idx="6567">
                  <c:v>45797</c:v>
                </c:pt>
                <c:pt idx="6568">
                  <c:v>45798</c:v>
                </c:pt>
                <c:pt idx="6569">
                  <c:v>45799</c:v>
                </c:pt>
                <c:pt idx="6570">
                  <c:v>45800</c:v>
                </c:pt>
                <c:pt idx="6571">
                  <c:v>45803</c:v>
                </c:pt>
                <c:pt idx="6572">
                  <c:v>45804</c:v>
                </c:pt>
                <c:pt idx="6573">
                  <c:v>45805</c:v>
                </c:pt>
                <c:pt idx="6574">
                  <c:v>45806</c:v>
                </c:pt>
                <c:pt idx="6575">
                  <c:v>45807</c:v>
                </c:pt>
                <c:pt idx="6576">
                  <c:v>45810</c:v>
                </c:pt>
                <c:pt idx="6577">
                  <c:v>45811</c:v>
                </c:pt>
                <c:pt idx="6578">
                  <c:v>45812</c:v>
                </c:pt>
                <c:pt idx="6579">
                  <c:v>45813</c:v>
                </c:pt>
                <c:pt idx="6580">
                  <c:v>45814</c:v>
                </c:pt>
                <c:pt idx="6581">
                  <c:v>45817</c:v>
                </c:pt>
                <c:pt idx="6582">
                  <c:v>45818</c:v>
                </c:pt>
                <c:pt idx="6583">
                  <c:v>45819</c:v>
                </c:pt>
                <c:pt idx="6584">
                  <c:v>45820</c:v>
                </c:pt>
                <c:pt idx="6585">
                  <c:v>45821</c:v>
                </c:pt>
                <c:pt idx="6586">
                  <c:v>45824</c:v>
                </c:pt>
                <c:pt idx="6587">
                  <c:v>45825</c:v>
                </c:pt>
                <c:pt idx="6588">
                  <c:v>45826</c:v>
                </c:pt>
                <c:pt idx="6589">
                  <c:v>45827</c:v>
                </c:pt>
                <c:pt idx="6590">
                  <c:v>45828</c:v>
                </c:pt>
                <c:pt idx="6591">
                  <c:v>45831</c:v>
                </c:pt>
                <c:pt idx="6592">
                  <c:v>45832</c:v>
                </c:pt>
                <c:pt idx="6593">
                  <c:v>45833</c:v>
                </c:pt>
                <c:pt idx="6594">
                  <c:v>45834</c:v>
                </c:pt>
                <c:pt idx="6595">
                  <c:v>45835</c:v>
                </c:pt>
                <c:pt idx="6596">
                  <c:v>45838</c:v>
                </c:pt>
                <c:pt idx="6597">
                  <c:v>45839</c:v>
                </c:pt>
                <c:pt idx="6598">
                  <c:v>45840</c:v>
                </c:pt>
                <c:pt idx="6599">
                  <c:v>45841</c:v>
                </c:pt>
                <c:pt idx="6600">
                  <c:v>45842</c:v>
                </c:pt>
                <c:pt idx="6601">
                  <c:v>45845</c:v>
                </c:pt>
                <c:pt idx="6602">
                  <c:v>45846</c:v>
                </c:pt>
                <c:pt idx="6603">
                  <c:v>45847</c:v>
                </c:pt>
                <c:pt idx="6604">
                  <c:v>45848</c:v>
                </c:pt>
                <c:pt idx="6605">
                  <c:v>45849</c:v>
                </c:pt>
                <c:pt idx="6606">
                  <c:v>45852</c:v>
                </c:pt>
                <c:pt idx="6607">
                  <c:v>45853</c:v>
                </c:pt>
                <c:pt idx="6608">
                  <c:v>45854</c:v>
                </c:pt>
                <c:pt idx="6609">
                  <c:v>45855</c:v>
                </c:pt>
                <c:pt idx="6610">
                  <c:v>45856</c:v>
                </c:pt>
                <c:pt idx="6611">
                  <c:v>45859</c:v>
                </c:pt>
                <c:pt idx="6612">
                  <c:v>45860</c:v>
                </c:pt>
                <c:pt idx="6613">
                  <c:v>45861</c:v>
                </c:pt>
                <c:pt idx="6614">
                  <c:v>45862</c:v>
                </c:pt>
                <c:pt idx="6615">
                  <c:v>45863</c:v>
                </c:pt>
                <c:pt idx="6616">
                  <c:v>45866</c:v>
                </c:pt>
                <c:pt idx="6617">
                  <c:v>45867</c:v>
                </c:pt>
                <c:pt idx="6618">
                  <c:v>45868</c:v>
                </c:pt>
                <c:pt idx="6619">
                  <c:v>45869</c:v>
                </c:pt>
                <c:pt idx="6620">
                  <c:v>45870</c:v>
                </c:pt>
                <c:pt idx="6621">
                  <c:v>45873</c:v>
                </c:pt>
                <c:pt idx="6622">
                  <c:v>45874</c:v>
                </c:pt>
                <c:pt idx="6623">
                  <c:v>45875</c:v>
                </c:pt>
                <c:pt idx="6624">
                  <c:v>45876</c:v>
                </c:pt>
                <c:pt idx="6625">
                  <c:v>45877</c:v>
                </c:pt>
                <c:pt idx="6626">
                  <c:v>45880</c:v>
                </c:pt>
                <c:pt idx="6627">
                  <c:v>45881</c:v>
                </c:pt>
                <c:pt idx="6628">
                  <c:v>45882</c:v>
                </c:pt>
                <c:pt idx="6629">
                  <c:v>45883</c:v>
                </c:pt>
                <c:pt idx="6630">
                  <c:v>45884</c:v>
                </c:pt>
                <c:pt idx="6631">
                  <c:v>45887</c:v>
                </c:pt>
                <c:pt idx="6632">
                  <c:v>45888</c:v>
                </c:pt>
                <c:pt idx="6633">
                  <c:v>45889</c:v>
                </c:pt>
                <c:pt idx="6634">
                  <c:v>45890</c:v>
                </c:pt>
                <c:pt idx="6635">
                  <c:v>45891</c:v>
                </c:pt>
                <c:pt idx="6636">
                  <c:v>45894</c:v>
                </c:pt>
                <c:pt idx="6637">
                  <c:v>45895</c:v>
                </c:pt>
                <c:pt idx="6638">
                  <c:v>45896</c:v>
                </c:pt>
                <c:pt idx="6639">
                  <c:v>45897</c:v>
                </c:pt>
                <c:pt idx="6640">
                  <c:v>45898</c:v>
                </c:pt>
                <c:pt idx="6641">
                  <c:v>45901</c:v>
                </c:pt>
                <c:pt idx="6642">
                  <c:v>45902</c:v>
                </c:pt>
                <c:pt idx="6643">
                  <c:v>45903</c:v>
                </c:pt>
                <c:pt idx="6644">
                  <c:v>45904</c:v>
                </c:pt>
                <c:pt idx="6645">
                  <c:v>45905</c:v>
                </c:pt>
                <c:pt idx="6646">
                  <c:v>45908</c:v>
                </c:pt>
                <c:pt idx="6647">
                  <c:v>45909</c:v>
                </c:pt>
                <c:pt idx="6648">
                  <c:v>45910</c:v>
                </c:pt>
                <c:pt idx="6649">
                  <c:v>45911</c:v>
                </c:pt>
                <c:pt idx="6650">
                  <c:v>45912</c:v>
                </c:pt>
                <c:pt idx="6651">
                  <c:v>45915</c:v>
                </c:pt>
                <c:pt idx="6652">
                  <c:v>45916</c:v>
                </c:pt>
                <c:pt idx="6653">
                  <c:v>45917</c:v>
                </c:pt>
                <c:pt idx="6654">
                  <c:v>45918</c:v>
                </c:pt>
                <c:pt idx="6655">
                  <c:v>45919</c:v>
                </c:pt>
                <c:pt idx="6656">
                  <c:v>45922</c:v>
                </c:pt>
                <c:pt idx="6657">
                  <c:v>45923</c:v>
                </c:pt>
                <c:pt idx="6658">
                  <c:v>45924</c:v>
                </c:pt>
                <c:pt idx="6659">
                  <c:v>45925</c:v>
                </c:pt>
                <c:pt idx="6660">
                  <c:v>45926</c:v>
                </c:pt>
                <c:pt idx="6661">
                  <c:v>45929</c:v>
                </c:pt>
                <c:pt idx="6662">
                  <c:v>45930</c:v>
                </c:pt>
                <c:pt idx="6663">
                  <c:v>45931</c:v>
                </c:pt>
                <c:pt idx="6664">
                  <c:v>45932</c:v>
                </c:pt>
                <c:pt idx="6665">
                  <c:v>45933</c:v>
                </c:pt>
                <c:pt idx="6666">
                  <c:v>45936</c:v>
                </c:pt>
                <c:pt idx="6667">
                  <c:v>45937</c:v>
                </c:pt>
                <c:pt idx="6668">
                  <c:v>45938</c:v>
                </c:pt>
                <c:pt idx="6669">
                  <c:v>45939</c:v>
                </c:pt>
                <c:pt idx="6670">
                  <c:v>45940</c:v>
                </c:pt>
                <c:pt idx="6671">
                  <c:v>45943</c:v>
                </c:pt>
                <c:pt idx="6672">
                  <c:v>45944</c:v>
                </c:pt>
                <c:pt idx="6673">
                  <c:v>45945</c:v>
                </c:pt>
                <c:pt idx="6674">
                  <c:v>45946</c:v>
                </c:pt>
                <c:pt idx="6675">
                  <c:v>45947</c:v>
                </c:pt>
                <c:pt idx="6676">
                  <c:v>45950</c:v>
                </c:pt>
                <c:pt idx="6677">
                  <c:v>45951</c:v>
                </c:pt>
                <c:pt idx="6678">
                  <c:v>45952</c:v>
                </c:pt>
                <c:pt idx="6679">
                  <c:v>45953</c:v>
                </c:pt>
                <c:pt idx="6680">
                  <c:v>45954</c:v>
                </c:pt>
                <c:pt idx="6681">
                  <c:v>45957</c:v>
                </c:pt>
                <c:pt idx="6682">
                  <c:v>45958</c:v>
                </c:pt>
                <c:pt idx="6683">
                  <c:v>45959</c:v>
                </c:pt>
                <c:pt idx="6684">
                  <c:v>45960</c:v>
                </c:pt>
                <c:pt idx="6685">
                  <c:v>45961</c:v>
                </c:pt>
                <c:pt idx="6686">
                  <c:v>45964</c:v>
                </c:pt>
                <c:pt idx="6687">
                  <c:v>45965</c:v>
                </c:pt>
                <c:pt idx="6688">
                  <c:v>45966</c:v>
                </c:pt>
                <c:pt idx="6689">
                  <c:v>45967</c:v>
                </c:pt>
                <c:pt idx="6690">
                  <c:v>45968</c:v>
                </c:pt>
                <c:pt idx="6691">
                  <c:v>45971</c:v>
                </c:pt>
                <c:pt idx="6692">
                  <c:v>45972</c:v>
                </c:pt>
                <c:pt idx="6693">
                  <c:v>45973</c:v>
                </c:pt>
                <c:pt idx="6694">
                  <c:v>45974</c:v>
                </c:pt>
                <c:pt idx="6695">
                  <c:v>45975</c:v>
                </c:pt>
                <c:pt idx="6696">
                  <c:v>45978</c:v>
                </c:pt>
                <c:pt idx="6697">
                  <c:v>45979</c:v>
                </c:pt>
                <c:pt idx="6698">
                  <c:v>45980</c:v>
                </c:pt>
                <c:pt idx="6699">
                  <c:v>45981</c:v>
                </c:pt>
                <c:pt idx="6700">
                  <c:v>45982</c:v>
                </c:pt>
                <c:pt idx="6701">
                  <c:v>45985</c:v>
                </c:pt>
                <c:pt idx="6702">
                  <c:v>45986</c:v>
                </c:pt>
                <c:pt idx="6703">
                  <c:v>45987</c:v>
                </c:pt>
                <c:pt idx="6704">
                  <c:v>45988</c:v>
                </c:pt>
                <c:pt idx="6705">
                  <c:v>45989</c:v>
                </c:pt>
                <c:pt idx="6706">
                  <c:v>45992</c:v>
                </c:pt>
                <c:pt idx="6707">
                  <c:v>45993</c:v>
                </c:pt>
                <c:pt idx="6708">
                  <c:v>45994</c:v>
                </c:pt>
                <c:pt idx="6709">
                  <c:v>45995</c:v>
                </c:pt>
                <c:pt idx="6710">
                  <c:v>45996</c:v>
                </c:pt>
                <c:pt idx="6711">
                  <c:v>45999</c:v>
                </c:pt>
                <c:pt idx="6712">
                  <c:v>46000</c:v>
                </c:pt>
                <c:pt idx="6713">
                  <c:v>46001</c:v>
                </c:pt>
                <c:pt idx="6714">
                  <c:v>46002</c:v>
                </c:pt>
                <c:pt idx="6715">
                  <c:v>46003</c:v>
                </c:pt>
                <c:pt idx="6716">
                  <c:v>46006</c:v>
                </c:pt>
                <c:pt idx="6717">
                  <c:v>46007</c:v>
                </c:pt>
                <c:pt idx="6718">
                  <c:v>46008</c:v>
                </c:pt>
                <c:pt idx="6719">
                  <c:v>46009</c:v>
                </c:pt>
                <c:pt idx="6720">
                  <c:v>46010</c:v>
                </c:pt>
                <c:pt idx="6721">
                  <c:v>46013</c:v>
                </c:pt>
                <c:pt idx="6722">
                  <c:v>46014</c:v>
                </c:pt>
                <c:pt idx="6723">
                  <c:v>46015</c:v>
                </c:pt>
                <c:pt idx="6724">
                  <c:v>46016</c:v>
                </c:pt>
                <c:pt idx="6725">
                  <c:v>46017</c:v>
                </c:pt>
                <c:pt idx="6726">
                  <c:v>46020</c:v>
                </c:pt>
                <c:pt idx="6727">
                  <c:v>46021</c:v>
                </c:pt>
                <c:pt idx="6728">
                  <c:v>46022</c:v>
                </c:pt>
                <c:pt idx="6729">
                  <c:v>46023</c:v>
                </c:pt>
                <c:pt idx="6730">
                  <c:v>46024</c:v>
                </c:pt>
                <c:pt idx="6731">
                  <c:v>46027</c:v>
                </c:pt>
                <c:pt idx="6732">
                  <c:v>46028</c:v>
                </c:pt>
                <c:pt idx="6733">
                  <c:v>46029</c:v>
                </c:pt>
                <c:pt idx="6734">
                  <c:v>46030</c:v>
                </c:pt>
                <c:pt idx="6735">
                  <c:v>46031</c:v>
                </c:pt>
                <c:pt idx="6736">
                  <c:v>46034</c:v>
                </c:pt>
                <c:pt idx="6737">
                  <c:v>46035</c:v>
                </c:pt>
                <c:pt idx="6738">
                  <c:v>46036</c:v>
                </c:pt>
                <c:pt idx="6739">
                  <c:v>46037</c:v>
                </c:pt>
                <c:pt idx="6740">
                  <c:v>46038</c:v>
                </c:pt>
                <c:pt idx="6741">
                  <c:v>46041</c:v>
                </c:pt>
                <c:pt idx="6742">
                  <c:v>46042</c:v>
                </c:pt>
                <c:pt idx="6743">
                  <c:v>46043</c:v>
                </c:pt>
                <c:pt idx="6744">
                  <c:v>46044</c:v>
                </c:pt>
                <c:pt idx="6745">
                  <c:v>46045</c:v>
                </c:pt>
                <c:pt idx="6746">
                  <c:v>46048</c:v>
                </c:pt>
                <c:pt idx="6747">
                  <c:v>46049</c:v>
                </c:pt>
                <c:pt idx="6748">
                  <c:v>46050</c:v>
                </c:pt>
                <c:pt idx="6749">
                  <c:v>46051</c:v>
                </c:pt>
                <c:pt idx="6750">
                  <c:v>46052</c:v>
                </c:pt>
                <c:pt idx="6751">
                  <c:v>46055</c:v>
                </c:pt>
                <c:pt idx="6752">
                  <c:v>46056</c:v>
                </c:pt>
                <c:pt idx="6753">
                  <c:v>46057</c:v>
                </c:pt>
                <c:pt idx="6754">
                  <c:v>46058</c:v>
                </c:pt>
                <c:pt idx="6755">
                  <c:v>46059</c:v>
                </c:pt>
                <c:pt idx="6756">
                  <c:v>46062</c:v>
                </c:pt>
                <c:pt idx="6757">
                  <c:v>46063</c:v>
                </c:pt>
                <c:pt idx="6758">
                  <c:v>46064</c:v>
                </c:pt>
                <c:pt idx="6759">
                  <c:v>46065</c:v>
                </c:pt>
                <c:pt idx="6760">
                  <c:v>46066</c:v>
                </c:pt>
                <c:pt idx="6761">
                  <c:v>46069</c:v>
                </c:pt>
                <c:pt idx="6762">
                  <c:v>46070</c:v>
                </c:pt>
                <c:pt idx="6763">
                  <c:v>46071</c:v>
                </c:pt>
                <c:pt idx="6764">
                  <c:v>46072</c:v>
                </c:pt>
                <c:pt idx="6765">
                  <c:v>46073</c:v>
                </c:pt>
                <c:pt idx="6766">
                  <c:v>46076</c:v>
                </c:pt>
                <c:pt idx="6767">
                  <c:v>46077</c:v>
                </c:pt>
                <c:pt idx="6768">
                  <c:v>46078</c:v>
                </c:pt>
                <c:pt idx="6769">
                  <c:v>46079</c:v>
                </c:pt>
                <c:pt idx="6770">
                  <c:v>46080</c:v>
                </c:pt>
                <c:pt idx="6771">
                  <c:v>46083</c:v>
                </c:pt>
                <c:pt idx="6772">
                  <c:v>46084</c:v>
                </c:pt>
                <c:pt idx="6773">
                  <c:v>46085</c:v>
                </c:pt>
                <c:pt idx="6774">
                  <c:v>46086</c:v>
                </c:pt>
                <c:pt idx="6775">
                  <c:v>46087</c:v>
                </c:pt>
                <c:pt idx="6776">
                  <c:v>46090</c:v>
                </c:pt>
                <c:pt idx="6777">
                  <c:v>46091</c:v>
                </c:pt>
                <c:pt idx="6778">
                  <c:v>46092</c:v>
                </c:pt>
                <c:pt idx="6779">
                  <c:v>46093</c:v>
                </c:pt>
                <c:pt idx="6780">
                  <c:v>46094</c:v>
                </c:pt>
                <c:pt idx="6781">
                  <c:v>46097</c:v>
                </c:pt>
                <c:pt idx="6782">
                  <c:v>46098</c:v>
                </c:pt>
                <c:pt idx="6783">
                  <c:v>46099</c:v>
                </c:pt>
                <c:pt idx="6784">
                  <c:v>46100</c:v>
                </c:pt>
                <c:pt idx="6785">
                  <c:v>46101</c:v>
                </c:pt>
                <c:pt idx="6786">
                  <c:v>46104</c:v>
                </c:pt>
                <c:pt idx="6787">
                  <c:v>46105</c:v>
                </c:pt>
              </c:numCache>
            </c:numRef>
          </c:cat>
          <c:val>
            <c:numRef>
              <c:f>'CHART (copied)'!$K$13:$K$8000</c:f>
              <c:numCache>
                <c:formatCode>General</c:formatCode>
                <c:ptCount val="7988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  <c:pt idx="3">
                  <c:v>5.5</c:v>
                </c:pt>
                <c:pt idx="4">
                  <c:v>5.5</c:v>
                </c:pt>
                <c:pt idx="5">
                  <c:v>5.5</c:v>
                </c:pt>
                <c:pt idx="6">
                  <c:v>5.5</c:v>
                </c:pt>
                <c:pt idx="7">
                  <c:v>5.5</c:v>
                </c:pt>
                <c:pt idx="8">
                  <c:v>5.5</c:v>
                </c:pt>
                <c:pt idx="9">
                  <c:v>5.5</c:v>
                </c:pt>
                <c:pt idx="10">
                  <c:v>5.5</c:v>
                </c:pt>
                <c:pt idx="11">
                  <c:v>5.5</c:v>
                </c:pt>
                <c:pt idx="12">
                  <c:v>5.5</c:v>
                </c:pt>
                <c:pt idx="13">
                  <c:v>5.5</c:v>
                </c:pt>
                <c:pt idx="14">
                  <c:v>5.5</c:v>
                </c:pt>
                <c:pt idx="15">
                  <c:v>5.5</c:v>
                </c:pt>
                <c:pt idx="16">
                  <c:v>5.5</c:v>
                </c:pt>
                <c:pt idx="17">
                  <c:v>5.5</c:v>
                </c:pt>
                <c:pt idx="18">
                  <c:v>5.5</c:v>
                </c:pt>
                <c:pt idx="19">
                  <c:v>5.5</c:v>
                </c:pt>
                <c:pt idx="20">
                  <c:v>5.5</c:v>
                </c:pt>
                <c:pt idx="21">
                  <c:v>5.75</c:v>
                </c:pt>
                <c:pt idx="22">
                  <c:v>5.75</c:v>
                </c:pt>
                <c:pt idx="23">
                  <c:v>5.75</c:v>
                </c:pt>
                <c:pt idx="24">
                  <c:v>5.75</c:v>
                </c:pt>
                <c:pt idx="25">
                  <c:v>5.75</c:v>
                </c:pt>
                <c:pt idx="26">
                  <c:v>5.75</c:v>
                </c:pt>
                <c:pt idx="27">
                  <c:v>5.75</c:v>
                </c:pt>
                <c:pt idx="28">
                  <c:v>5.75</c:v>
                </c:pt>
                <c:pt idx="29">
                  <c:v>5.75</c:v>
                </c:pt>
                <c:pt idx="30">
                  <c:v>5.75</c:v>
                </c:pt>
                <c:pt idx="31">
                  <c:v>5.75</c:v>
                </c:pt>
                <c:pt idx="32">
                  <c:v>5.75</c:v>
                </c:pt>
                <c:pt idx="33">
                  <c:v>5.75</c:v>
                </c:pt>
                <c:pt idx="34">
                  <c:v>5.75</c:v>
                </c:pt>
                <c:pt idx="35">
                  <c:v>5.75</c:v>
                </c:pt>
                <c:pt idx="36">
                  <c:v>5.75</c:v>
                </c:pt>
                <c:pt idx="37">
                  <c:v>5.75</c:v>
                </c:pt>
                <c:pt idx="38">
                  <c:v>5.75</c:v>
                </c:pt>
                <c:pt idx="39">
                  <c:v>5.75</c:v>
                </c:pt>
                <c:pt idx="40">
                  <c:v>5.75</c:v>
                </c:pt>
                <c:pt idx="41">
                  <c:v>5.75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  <c:pt idx="45">
                  <c:v>5.75</c:v>
                </c:pt>
                <c:pt idx="46">
                  <c:v>5.75</c:v>
                </c:pt>
                <c:pt idx="47">
                  <c:v>5.75</c:v>
                </c:pt>
                <c:pt idx="48">
                  <c:v>5.75</c:v>
                </c:pt>
                <c:pt idx="49">
                  <c:v>5.75</c:v>
                </c:pt>
                <c:pt idx="50">
                  <c:v>5.75</c:v>
                </c:pt>
                <c:pt idx="51">
                  <c:v>5.75</c:v>
                </c:pt>
                <c:pt idx="52">
                  <c:v>5.75</c:v>
                </c:pt>
                <c:pt idx="53">
                  <c:v>5.75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  <c:pt idx="66">
                  <c:v>6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6</c:v>
                </c:pt>
                <c:pt idx="72">
                  <c:v>6</c:v>
                </c:pt>
                <c:pt idx="73">
                  <c:v>6</c:v>
                </c:pt>
                <c:pt idx="74">
                  <c:v>6</c:v>
                </c:pt>
                <c:pt idx="75">
                  <c:v>6</c:v>
                </c:pt>
                <c:pt idx="76">
                  <c:v>6</c:v>
                </c:pt>
                <c:pt idx="77">
                  <c:v>6</c:v>
                </c:pt>
                <c:pt idx="78">
                  <c:v>6</c:v>
                </c:pt>
                <c:pt idx="79">
                  <c:v>6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6.5</c:v>
                </c:pt>
                <c:pt idx="102">
                  <c:v>6.5</c:v>
                </c:pt>
                <c:pt idx="103">
                  <c:v>6.5</c:v>
                </c:pt>
                <c:pt idx="104">
                  <c:v>6.5</c:v>
                </c:pt>
                <c:pt idx="105">
                  <c:v>6.5</c:v>
                </c:pt>
                <c:pt idx="106">
                  <c:v>6.5</c:v>
                </c:pt>
                <c:pt idx="107">
                  <c:v>6.5</c:v>
                </c:pt>
                <c:pt idx="108">
                  <c:v>6.5</c:v>
                </c:pt>
                <c:pt idx="109">
                  <c:v>6.5</c:v>
                </c:pt>
                <c:pt idx="110">
                  <c:v>6.5</c:v>
                </c:pt>
                <c:pt idx="111">
                  <c:v>6.5</c:v>
                </c:pt>
                <c:pt idx="112">
                  <c:v>6.5</c:v>
                </c:pt>
                <c:pt idx="113">
                  <c:v>6.5</c:v>
                </c:pt>
                <c:pt idx="114">
                  <c:v>6.5</c:v>
                </c:pt>
                <c:pt idx="115">
                  <c:v>6.5</c:v>
                </c:pt>
                <c:pt idx="116">
                  <c:v>6.5</c:v>
                </c:pt>
                <c:pt idx="117">
                  <c:v>6.5</c:v>
                </c:pt>
                <c:pt idx="118">
                  <c:v>6.5</c:v>
                </c:pt>
                <c:pt idx="119">
                  <c:v>6.5</c:v>
                </c:pt>
                <c:pt idx="120">
                  <c:v>6.5</c:v>
                </c:pt>
                <c:pt idx="121">
                  <c:v>6.5</c:v>
                </c:pt>
                <c:pt idx="122">
                  <c:v>6.5</c:v>
                </c:pt>
                <c:pt idx="123">
                  <c:v>6.5</c:v>
                </c:pt>
                <c:pt idx="124">
                  <c:v>6.5</c:v>
                </c:pt>
                <c:pt idx="125">
                  <c:v>6.5</c:v>
                </c:pt>
                <c:pt idx="126">
                  <c:v>6.5</c:v>
                </c:pt>
                <c:pt idx="127">
                  <c:v>6.5</c:v>
                </c:pt>
                <c:pt idx="128">
                  <c:v>6.5</c:v>
                </c:pt>
                <c:pt idx="129">
                  <c:v>6.5</c:v>
                </c:pt>
                <c:pt idx="130">
                  <c:v>6.5</c:v>
                </c:pt>
                <c:pt idx="131">
                  <c:v>6.5</c:v>
                </c:pt>
                <c:pt idx="132">
                  <c:v>6.5</c:v>
                </c:pt>
                <c:pt idx="133">
                  <c:v>6.5</c:v>
                </c:pt>
                <c:pt idx="134">
                  <c:v>6.5</c:v>
                </c:pt>
                <c:pt idx="135">
                  <c:v>6.5</c:v>
                </c:pt>
                <c:pt idx="136">
                  <c:v>6.5</c:v>
                </c:pt>
                <c:pt idx="137">
                  <c:v>6.5</c:v>
                </c:pt>
                <c:pt idx="138">
                  <c:v>6.5</c:v>
                </c:pt>
                <c:pt idx="139">
                  <c:v>6.5</c:v>
                </c:pt>
                <c:pt idx="140">
                  <c:v>6.5</c:v>
                </c:pt>
                <c:pt idx="141">
                  <c:v>6.5</c:v>
                </c:pt>
                <c:pt idx="142">
                  <c:v>6.5</c:v>
                </c:pt>
                <c:pt idx="143">
                  <c:v>6.5</c:v>
                </c:pt>
                <c:pt idx="144">
                  <c:v>6.5</c:v>
                </c:pt>
                <c:pt idx="145">
                  <c:v>6.5</c:v>
                </c:pt>
                <c:pt idx="146">
                  <c:v>6.5</c:v>
                </c:pt>
                <c:pt idx="147">
                  <c:v>6.5</c:v>
                </c:pt>
                <c:pt idx="148">
                  <c:v>6.5</c:v>
                </c:pt>
                <c:pt idx="149">
                  <c:v>6.5</c:v>
                </c:pt>
                <c:pt idx="150">
                  <c:v>6.5</c:v>
                </c:pt>
                <c:pt idx="151">
                  <c:v>6.5</c:v>
                </c:pt>
                <c:pt idx="152">
                  <c:v>6.5</c:v>
                </c:pt>
                <c:pt idx="153">
                  <c:v>6.5</c:v>
                </c:pt>
                <c:pt idx="154">
                  <c:v>6.5</c:v>
                </c:pt>
                <c:pt idx="155">
                  <c:v>6.5</c:v>
                </c:pt>
                <c:pt idx="156">
                  <c:v>6.5</c:v>
                </c:pt>
                <c:pt idx="157">
                  <c:v>6.5</c:v>
                </c:pt>
                <c:pt idx="158">
                  <c:v>6.5</c:v>
                </c:pt>
                <c:pt idx="159">
                  <c:v>6.5</c:v>
                </c:pt>
                <c:pt idx="160">
                  <c:v>6.5</c:v>
                </c:pt>
                <c:pt idx="161">
                  <c:v>6.5</c:v>
                </c:pt>
                <c:pt idx="162">
                  <c:v>6.5</c:v>
                </c:pt>
                <c:pt idx="163">
                  <c:v>6.5</c:v>
                </c:pt>
                <c:pt idx="164">
                  <c:v>6.5</c:v>
                </c:pt>
                <c:pt idx="165">
                  <c:v>6.5</c:v>
                </c:pt>
                <c:pt idx="166">
                  <c:v>6.5</c:v>
                </c:pt>
                <c:pt idx="167">
                  <c:v>6.5</c:v>
                </c:pt>
                <c:pt idx="168">
                  <c:v>6.5</c:v>
                </c:pt>
                <c:pt idx="169">
                  <c:v>6.5</c:v>
                </c:pt>
                <c:pt idx="170">
                  <c:v>6.5</c:v>
                </c:pt>
                <c:pt idx="171">
                  <c:v>6.5</c:v>
                </c:pt>
                <c:pt idx="172">
                  <c:v>6.5</c:v>
                </c:pt>
                <c:pt idx="173">
                  <c:v>6.5</c:v>
                </c:pt>
                <c:pt idx="174">
                  <c:v>6.5</c:v>
                </c:pt>
                <c:pt idx="175">
                  <c:v>6.5</c:v>
                </c:pt>
                <c:pt idx="176">
                  <c:v>6.5</c:v>
                </c:pt>
                <c:pt idx="177">
                  <c:v>6.5</c:v>
                </c:pt>
                <c:pt idx="178">
                  <c:v>6.5</c:v>
                </c:pt>
                <c:pt idx="179">
                  <c:v>6.5</c:v>
                </c:pt>
                <c:pt idx="180">
                  <c:v>6.5</c:v>
                </c:pt>
                <c:pt idx="181">
                  <c:v>6.5</c:v>
                </c:pt>
                <c:pt idx="182">
                  <c:v>6.5</c:v>
                </c:pt>
                <c:pt idx="183">
                  <c:v>6.5</c:v>
                </c:pt>
                <c:pt idx="184">
                  <c:v>6.5</c:v>
                </c:pt>
                <c:pt idx="185">
                  <c:v>6.5</c:v>
                </c:pt>
                <c:pt idx="186">
                  <c:v>6.5</c:v>
                </c:pt>
                <c:pt idx="187">
                  <c:v>6.5</c:v>
                </c:pt>
                <c:pt idx="188">
                  <c:v>6.5</c:v>
                </c:pt>
                <c:pt idx="189">
                  <c:v>6.5</c:v>
                </c:pt>
                <c:pt idx="190">
                  <c:v>6.5</c:v>
                </c:pt>
                <c:pt idx="191">
                  <c:v>6.5</c:v>
                </c:pt>
                <c:pt idx="192">
                  <c:v>6.5</c:v>
                </c:pt>
                <c:pt idx="193">
                  <c:v>6.5</c:v>
                </c:pt>
                <c:pt idx="194">
                  <c:v>6.5</c:v>
                </c:pt>
                <c:pt idx="195">
                  <c:v>6.5</c:v>
                </c:pt>
                <c:pt idx="196">
                  <c:v>6.5</c:v>
                </c:pt>
                <c:pt idx="197">
                  <c:v>6.5</c:v>
                </c:pt>
                <c:pt idx="198">
                  <c:v>6.5</c:v>
                </c:pt>
                <c:pt idx="199">
                  <c:v>6.5</c:v>
                </c:pt>
                <c:pt idx="200">
                  <c:v>6.5</c:v>
                </c:pt>
                <c:pt idx="201">
                  <c:v>6.5</c:v>
                </c:pt>
                <c:pt idx="202">
                  <c:v>6.5</c:v>
                </c:pt>
                <c:pt idx="203">
                  <c:v>6.5</c:v>
                </c:pt>
                <c:pt idx="204">
                  <c:v>6.5</c:v>
                </c:pt>
                <c:pt idx="205">
                  <c:v>6.5</c:v>
                </c:pt>
                <c:pt idx="206">
                  <c:v>6.5</c:v>
                </c:pt>
                <c:pt idx="207">
                  <c:v>6.5</c:v>
                </c:pt>
                <c:pt idx="208">
                  <c:v>6.5</c:v>
                </c:pt>
                <c:pt idx="209">
                  <c:v>6.5</c:v>
                </c:pt>
                <c:pt idx="210">
                  <c:v>6.5</c:v>
                </c:pt>
                <c:pt idx="211">
                  <c:v>6.5</c:v>
                </c:pt>
                <c:pt idx="212">
                  <c:v>6.5</c:v>
                </c:pt>
                <c:pt idx="213">
                  <c:v>6.5</c:v>
                </c:pt>
                <c:pt idx="214">
                  <c:v>6.5</c:v>
                </c:pt>
                <c:pt idx="215">
                  <c:v>6.5</c:v>
                </c:pt>
                <c:pt idx="216">
                  <c:v>6.5</c:v>
                </c:pt>
                <c:pt idx="217">
                  <c:v>6.5</c:v>
                </c:pt>
                <c:pt idx="218">
                  <c:v>6.5</c:v>
                </c:pt>
                <c:pt idx="219">
                  <c:v>6.5</c:v>
                </c:pt>
                <c:pt idx="220">
                  <c:v>6.5</c:v>
                </c:pt>
                <c:pt idx="221">
                  <c:v>6.5</c:v>
                </c:pt>
                <c:pt idx="222">
                  <c:v>6.5</c:v>
                </c:pt>
                <c:pt idx="223">
                  <c:v>6.5</c:v>
                </c:pt>
                <c:pt idx="224">
                  <c:v>6.5</c:v>
                </c:pt>
                <c:pt idx="225">
                  <c:v>6.5</c:v>
                </c:pt>
                <c:pt idx="226">
                  <c:v>6.5</c:v>
                </c:pt>
                <c:pt idx="227">
                  <c:v>6.5</c:v>
                </c:pt>
                <c:pt idx="228">
                  <c:v>6.5</c:v>
                </c:pt>
                <c:pt idx="229">
                  <c:v>6.5</c:v>
                </c:pt>
                <c:pt idx="230">
                  <c:v>6.5</c:v>
                </c:pt>
                <c:pt idx="231">
                  <c:v>6.5</c:v>
                </c:pt>
                <c:pt idx="232">
                  <c:v>6.5</c:v>
                </c:pt>
                <c:pt idx="233">
                  <c:v>6.5</c:v>
                </c:pt>
                <c:pt idx="234">
                  <c:v>6.5</c:v>
                </c:pt>
                <c:pt idx="235">
                  <c:v>6.5</c:v>
                </c:pt>
                <c:pt idx="236">
                  <c:v>6.5</c:v>
                </c:pt>
                <c:pt idx="237">
                  <c:v>6.5</c:v>
                </c:pt>
                <c:pt idx="238">
                  <c:v>6.5</c:v>
                </c:pt>
                <c:pt idx="239">
                  <c:v>6.5</c:v>
                </c:pt>
                <c:pt idx="240">
                  <c:v>6.5</c:v>
                </c:pt>
                <c:pt idx="241">
                  <c:v>6.5</c:v>
                </c:pt>
                <c:pt idx="242">
                  <c:v>6.5</c:v>
                </c:pt>
                <c:pt idx="243">
                  <c:v>6.5</c:v>
                </c:pt>
                <c:pt idx="244">
                  <c:v>6.5</c:v>
                </c:pt>
                <c:pt idx="245">
                  <c:v>6.5</c:v>
                </c:pt>
                <c:pt idx="246">
                  <c:v>6.5</c:v>
                </c:pt>
                <c:pt idx="247">
                  <c:v>6.5</c:v>
                </c:pt>
                <c:pt idx="248">
                  <c:v>6.5</c:v>
                </c:pt>
                <c:pt idx="249">
                  <c:v>6.5</c:v>
                </c:pt>
                <c:pt idx="250">
                  <c:v>6.5</c:v>
                </c:pt>
                <c:pt idx="251">
                  <c:v>6.5</c:v>
                </c:pt>
                <c:pt idx="252">
                  <c:v>6.5</c:v>
                </c:pt>
                <c:pt idx="253">
                  <c:v>6.5</c:v>
                </c:pt>
                <c:pt idx="254">
                  <c:v>6.5</c:v>
                </c:pt>
                <c:pt idx="255">
                  <c:v>6.5</c:v>
                </c:pt>
                <c:pt idx="256">
                  <c:v>6.5</c:v>
                </c:pt>
                <c:pt idx="257">
                  <c:v>6.5</c:v>
                </c:pt>
                <c:pt idx="258">
                  <c:v>6.5</c:v>
                </c:pt>
                <c:pt idx="259">
                  <c:v>6</c:v>
                </c:pt>
                <c:pt idx="260">
                  <c:v>6</c:v>
                </c:pt>
                <c:pt idx="261">
                  <c:v>6</c:v>
                </c:pt>
                <c:pt idx="262">
                  <c:v>6</c:v>
                </c:pt>
                <c:pt idx="263">
                  <c:v>6</c:v>
                </c:pt>
                <c:pt idx="264">
                  <c:v>6</c:v>
                </c:pt>
                <c:pt idx="265">
                  <c:v>6</c:v>
                </c:pt>
                <c:pt idx="266">
                  <c:v>6</c:v>
                </c:pt>
                <c:pt idx="267">
                  <c:v>6</c:v>
                </c:pt>
                <c:pt idx="268">
                  <c:v>6</c:v>
                </c:pt>
                <c:pt idx="269">
                  <c:v>6</c:v>
                </c:pt>
                <c:pt idx="270">
                  <c:v>6</c:v>
                </c:pt>
                <c:pt idx="271">
                  <c:v>6</c:v>
                </c:pt>
                <c:pt idx="272">
                  <c:v>6</c:v>
                </c:pt>
                <c:pt idx="273">
                  <c:v>6</c:v>
                </c:pt>
                <c:pt idx="274">
                  <c:v>6</c:v>
                </c:pt>
                <c:pt idx="275">
                  <c:v>6</c:v>
                </c:pt>
                <c:pt idx="276">
                  <c:v>6</c:v>
                </c:pt>
                <c:pt idx="277">
                  <c:v>6</c:v>
                </c:pt>
                <c:pt idx="278">
                  <c:v>6</c:v>
                </c:pt>
                <c:pt idx="279">
                  <c:v>5.5</c:v>
                </c:pt>
                <c:pt idx="280">
                  <c:v>5.5</c:v>
                </c:pt>
                <c:pt idx="281">
                  <c:v>5.5</c:v>
                </c:pt>
                <c:pt idx="282">
                  <c:v>5.5</c:v>
                </c:pt>
                <c:pt idx="283">
                  <c:v>5.5</c:v>
                </c:pt>
                <c:pt idx="284">
                  <c:v>5.5</c:v>
                </c:pt>
                <c:pt idx="285">
                  <c:v>5.5</c:v>
                </c:pt>
                <c:pt idx="286">
                  <c:v>5.5</c:v>
                </c:pt>
                <c:pt idx="287">
                  <c:v>5.5</c:v>
                </c:pt>
                <c:pt idx="288">
                  <c:v>5.5</c:v>
                </c:pt>
                <c:pt idx="289">
                  <c:v>5.5</c:v>
                </c:pt>
                <c:pt idx="290">
                  <c:v>5.5</c:v>
                </c:pt>
                <c:pt idx="291">
                  <c:v>5.5</c:v>
                </c:pt>
                <c:pt idx="292">
                  <c:v>5.5</c:v>
                </c:pt>
                <c:pt idx="293">
                  <c:v>5.5</c:v>
                </c:pt>
                <c:pt idx="294">
                  <c:v>5.5</c:v>
                </c:pt>
                <c:pt idx="295">
                  <c:v>5.5</c:v>
                </c:pt>
                <c:pt idx="296">
                  <c:v>5.5</c:v>
                </c:pt>
                <c:pt idx="297">
                  <c:v>5.5</c:v>
                </c:pt>
                <c:pt idx="298">
                  <c:v>5.5</c:v>
                </c:pt>
                <c:pt idx="299">
                  <c:v>5.5</c:v>
                </c:pt>
                <c:pt idx="300">
                  <c:v>5.5</c:v>
                </c:pt>
                <c:pt idx="301">
                  <c:v>5.5</c:v>
                </c:pt>
                <c:pt idx="302">
                  <c:v>5.5</c:v>
                </c:pt>
                <c:pt idx="303">
                  <c:v>5.5</c:v>
                </c:pt>
                <c:pt idx="304">
                  <c:v>5.5</c:v>
                </c:pt>
                <c:pt idx="305">
                  <c:v>5.5</c:v>
                </c:pt>
                <c:pt idx="306">
                  <c:v>5.5</c:v>
                </c:pt>
                <c:pt idx="307">
                  <c:v>5.5</c:v>
                </c:pt>
                <c:pt idx="308">
                  <c:v>5.5</c:v>
                </c:pt>
                <c:pt idx="309">
                  <c:v>5.5</c:v>
                </c:pt>
                <c:pt idx="310">
                  <c:v>5.5</c:v>
                </c:pt>
                <c:pt idx="311">
                  <c:v>5.5</c:v>
                </c:pt>
                <c:pt idx="312">
                  <c:v>5.5</c:v>
                </c:pt>
                <c:pt idx="313">
                  <c:v>5</c:v>
                </c:pt>
                <c:pt idx="314">
                  <c:v>5</c:v>
                </c:pt>
                <c:pt idx="315">
                  <c:v>5</c:v>
                </c:pt>
                <c:pt idx="316">
                  <c:v>5</c:v>
                </c:pt>
                <c:pt idx="317">
                  <c:v>5</c:v>
                </c:pt>
                <c:pt idx="318">
                  <c:v>5</c:v>
                </c:pt>
                <c:pt idx="319">
                  <c:v>5</c:v>
                </c:pt>
                <c:pt idx="320">
                  <c:v>5</c:v>
                </c:pt>
                <c:pt idx="321">
                  <c:v>5</c:v>
                </c:pt>
                <c:pt idx="322">
                  <c:v>5</c:v>
                </c:pt>
                <c:pt idx="323">
                  <c:v>5</c:v>
                </c:pt>
                <c:pt idx="324">
                  <c:v>5</c:v>
                </c:pt>
                <c:pt idx="325">
                  <c:v>5</c:v>
                </c:pt>
                <c:pt idx="326">
                  <c:v>5</c:v>
                </c:pt>
                <c:pt idx="327">
                  <c:v>5</c:v>
                </c:pt>
                <c:pt idx="328">
                  <c:v>5</c:v>
                </c:pt>
                <c:pt idx="329">
                  <c:v>5</c:v>
                </c:pt>
                <c:pt idx="330">
                  <c:v>5</c:v>
                </c:pt>
                <c:pt idx="331">
                  <c:v>5</c:v>
                </c:pt>
                <c:pt idx="332">
                  <c:v>5</c:v>
                </c:pt>
                <c:pt idx="333">
                  <c:v>5</c:v>
                </c:pt>
                <c:pt idx="334">
                  <c:v>4.5</c:v>
                </c:pt>
                <c:pt idx="335">
                  <c:v>4.5</c:v>
                </c:pt>
                <c:pt idx="336">
                  <c:v>4.5</c:v>
                </c:pt>
                <c:pt idx="337">
                  <c:v>4.5</c:v>
                </c:pt>
                <c:pt idx="338">
                  <c:v>4.5</c:v>
                </c:pt>
                <c:pt idx="339">
                  <c:v>4.5</c:v>
                </c:pt>
                <c:pt idx="340">
                  <c:v>4.5</c:v>
                </c:pt>
                <c:pt idx="341">
                  <c:v>4.5</c:v>
                </c:pt>
                <c:pt idx="342">
                  <c:v>4.5</c:v>
                </c:pt>
                <c:pt idx="343">
                  <c:v>4.5</c:v>
                </c:pt>
                <c:pt idx="344">
                  <c:v>4.5</c:v>
                </c:pt>
                <c:pt idx="345">
                  <c:v>4.5</c:v>
                </c:pt>
                <c:pt idx="346">
                  <c:v>4.5</c:v>
                </c:pt>
                <c:pt idx="347">
                  <c:v>4.5</c:v>
                </c:pt>
                <c:pt idx="348">
                  <c:v>4.5</c:v>
                </c:pt>
                <c:pt idx="349">
                  <c:v>4.5</c:v>
                </c:pt>
                <c:pt idx="350">
                  <c:v>4.5</c:v>
                </c:pt>
                <c:pt idx="351">
                  <c:v>4.5</c:v>
                </c:pt>
                <c:pt idx="352">
                  <c:v>4.5</c:v>
                </c:pt>
                <c:pt idx="353">
                  <c:v>4</c:v>
                </c:pt>
                <c:pt idx="354">
                  <c:v>4</c:v>
                </c:pt>
                <c:pt idx="355">
                  <c:v>4</c:v>
                </c:pt>
                <c:pt idx="356">
                  <c:v>4</c:v>
                </c:pt>
                <c:pt idx="357">
                  <c:v>4</c:v>
                </c:pt>
                <c:pt idx="358">
                  <c:v>4</c:v>
                </c:pt>
                <c:pt idx="359">
                  <c:v>4</c:v>
                </c:pt>
                <c:pt idx="360">
                  <c:v>4</c:v>
                </c:pt>
                <c:pt idx="361">
                  <c:v>4</c:v>
                </c:pt>
                <c:pt idx="362">
                  <c:v>4</c:v>
                </c:pt>
                <c:pt idx="363">
                  <c:v>4</c:v>
                </c:pt>
                <c:pt idx="364">
                  <c:v>4</c:v>
                </c:pt>
                <c:pt idx="365">
                  <c:v>4</c:v>
                </c:pt>
                <c:pt idx="366">
                  <c:v>4</c:v>
                </c:pt>
                <c:pt idx="367">
                  <c:v>4</c:v>
                </c:pt>
                <c:pt idx="368">
                  <c:v>4</c:v>
                </c:pt>
                <c:pt idx="369">
                  <c:v>4</c:v>
                </c:pt>
                <c:pt idx="370">
                  <c:v>4</c:v>
                </c:pt>
                <c:pt idx="371">
                  <c:v>4</c:v>
                </c:pt>
                <c:pt idx="372">
                  <c:v>4</c:v>
                </c:pt>
                <c:pt idx="373">
                  <c:v>4</c:v>
                </c:pt>
                <c:pt idx="374">
                  <c:v>4</c:v>
                </c:pt>
                <c:pt idx="375">
                  <c:v>4</c:v>
                </c:pt>
                <c:pt idx="376">
                  <c:v>4</c:v>
                </c:pt>
                <c:pt idx="377">
                  <c:v>4</c:v>
                </c:pt>
                <c:pt idx="378">
                  <c:v>4</c:v>
                </c:pt>
                <c:pt idx="379">
                  <c:v>4</c:v>
                </c:pt>
                <c:pt idx="380">
                  <c:v>4</c:v>
                </c:pt>
                <c:pt idx="381">
                  <c:v>4</c:v>
                </c:pt>
                <c:pt idx="382">
                  <c:v>4</c:v>
                </c:pt>
                <c:pt idx="383">
                  <c:v>3.75</c:v>
                </c:pt>
                <c:pt idx="384">
                  <c:v>3.75</c:v>
                </c:pt>
                <c:pt idx="385">
                  <c:v>3.75</c:v>
                </c:pt>
                <c:pt idx="386">
                  <c:v>3.75</c:v>
                </c:pt>
                <c:pt idx="387">
                  <c:v>3.75</c:v>
                </c:pt>
                <c:pt idx="388">
                  <c:v>3.75</c:v>
                </c:pt>
                <c:pt idx="389">
                  <c:v>3.75</c:v>
                </c:pt>
                <c:pt idx="390">
                  <c:v>3.75</c:v>
                </c:pt>
                <c:pt idx="391">
                  <c:v>3.75</c:v>
                </c:pt>
                <c:pt idx="392">
                  <c:v>3.75</c:v>
                </c:pt>
                <c:pt idx="393">
                  <c:v>3.75</c:v>
                </c:pt>
                <c:pt idx="394">
                  <c:v>3.75</c:v>
                </c:pt>
                <c:pt idx="395">
                  <c:v>3.75</c:v>
                </c:pt>
                <c:pt idx="396">
                  <c:v>3.75</c:v>
                </c:pt>
                <c:pt idx="397">
                  <c:v>3.75</c:v>
                </c:pt>
                <c:pt idx="398">
                  <c:v>3.75</c:v>
                </c:pt>
                <c:pt idx="399">
                  <c:v>3.75</c:v>
                </c:pt>
                <c:pt idx="400">
                  <c:v>3.75</c:v>
                </c:pt>
                <c:pt idx="401">
                  <c:v>3.75</c:v>
                </c:pt>
                <c:pt idx="402">
                  <c:v>3.75</c:v>
                </c:pt>
                <c:pt idx="403">
                  <c:v>3.75</c:v>
                </c:pt>
                <c:pt idx="404">
                  <c:v>3.75</c:v>
                </c:pt>
                <c:pt idx="405">
                  <c:v>3.75</c:v>
                </c:pt>
                <c:pt idx="406">
                  <c:v>3.75</c:v>
                </c:pt>
                <c:pt idx="407">
                  <c:v>3.75</c:v>
                </c:pt>
                <c:pt idx="408">
                  <c:v>3.75</c:v>
                </c:pt>
                <c:pt idx="409">
                  <c:v>3.75</c:v>
                </c:pt>
                <c:pt idx="410">
                  <c:v>3.75</c:v>
                </c:pt>
                <c:pt idx="411">
                  <c:v>3.75</c:v>
                </c:pt>
                <c:pt idx="412">
                  <c:v>3.75</c:v>
                </c:pt>
                <c:pt idx="413">
                  <c:v>3.75</c:v>
                </c:pt>
                <c:pt idx="414">
                  <c:v>3.75</c:v>
                </c:pt>
                <c:pt idx="415">
                  <c:v>3.75</c:v>
                </c:pt>
                <c:pt idx="416">
                  <c:v>3.75</c:v>
                </c:pt>
                <c:pt idx="417">
                  <c:v>3.75</c:v>
                </c:pt>
                <c:pt idx="418">
                  <c:v>3.75</c:v>
                </c:pt>
                <c:pt idx="419">
                  <c:v>3.75</c:v>
                </c:pt>
                <c:pt idx="420">
                  <c:v>3.75</c:v>
                </c:pt>
                <c:pt idx="421">
                  <c:v>3.5</c:v>
                </c:pt>
                <c:pt idx="422">
                  <c:v>3.5</c:v>
                </c:pt>
                <c:pt idx="423">
                  <c:v>3.5</c:v>
                </c:pt>
                <c:pt idx="424">
                  <c:v>3.5</c:v>
                </c:pt>
                <c:pt idx="425">
                  <c:v>3.5</c:v>
                </c:pt>
                <c:pt idx="426">
                  <c:v>3.5</c:v>
                </c:pt>
                <c:pt idx="427">
                  <c:v>3.5</c:v>
                </c:pt>
                <c:pt idx="428">
                  <c:v>3.5</c:v>
                </c:pt>
                <c:pt idx="429">
                  <c:v>3.5</c:v>
                </c:pt>
                <c:pt idx="430">
                  <c:v>3.5</c:v>
                </c:pt>
                <c:pt idx="431">
                  <c:v>3.5</c:v>
                </c:pt>
                <c:pt idx="432">
                  <c:v>3.5</c:v>
                </c:pt>
                <c:pt idx="433">
                  <c:v>3.5</c:v>
                </c:pt>
                <c:pt idx="434">
                  <c:v>3.5</c:v>
                </c:pt>
                <c:pt idx="435">
                  <c:v>3.5</c:v>
                </c:pt>
                <c:pt idx="436">
                  <c:v>3.5</c:v>
                </c:pt>
                <c:pt idx="437">
                  <c:v>3.5</c:v>
                </c:pt>
                <c:pt idx="438">
                  <c:v>3.5</c:v>
                </c:pt>
                <c:pt idx="439">
                  <c:v>3</c:v>
                </c:pt>
                <c:pt idx="440">
                  <c:v>3</c:v>
                </c:pt>
                <c:pt idx="441">
                  <c:v>3</c:v>
                </c:pt>
                <c:pt idx="442">
                  <c:v>3</c:v>
                </c:pt>
                <c:pt idx="443">
                  <c:v>3</c:v>
                </c:pt>
                <c:pt idx="444">
                  <c:v>3</c:v>
                </c:pt>
                <c:pt idx="445">
                  <c:v>3</c:v>
                </c:pt>
                <c:pt idx="446">
                  <c:v>3</c:v>
                </c:pt>
                <c:pt idx="447">
                  <c:v>3</c:v>
                </c:pt>
                <c:pt idx="448">
                  <c:v>3</c:v>
                </c:pt>
                <c:pt idx="449">
                  <c:v>3</c:v>
                </c:pt>
                <c:pt idx="450">
                  <c:v>2.5</c:v>
                </c:pt>
                <c:pt idx="451">
                  <c:v>2.5</c:v>
                </c:pt>
                <c:pt idx="452">
                  <c:v>2.5</c:v>
                </c:pt>
                <c:pt idx="453">
                  <c:v>2.5</c:v>
                </c:pt>
                <c:pt idx="454">
                  <c:v>2.5</c:v>
                </c:pt>
                <c:pt idx="455">
                  <c:v>2.5</c:v>
                </c:pt>
                <c:pt idx="456">
                  <c:v>2.5</c:v>
                </c:pt>
                <c:pt idx="457">
                  <c:v>2.5</c:v>
                </c:pt>
                <c:pt idx="458">
                  <c:v>2.5</c:v>
                </c:pt>
                <c:pt idx="459">
                  <c:v>2.5</c:v>
                </c:pt>
                <c:pt idx="460">
                  <c:v>2.5</c:v>
                </c:pt>
                <c:pt idx="461">
                  <c:v>2.5</c:v>
                </c:pt>
                <c:pt idx="462">
                  <c:v>2.5</c:v>
                </c:pt>
                <c:pt idx="463">
                  <c:v>2.5</c:v>
                </c:pt>
                <c:pt idx="464">
                  <c:v>2.5</c:v>
                </c:pt>
                <c:pt idx="465">
                  <c:v>2.5</c:v>
                </c:pt>
                <c:pt idx="466">
                  <c:v>2.5</c:v>
                </c:pt>
                <c:pt idx="467">
                  <c:v>2.5</c:v>
                </c:pt>
                <c:pt idx="468">
                  <c:v>2.5</c:v>
                </c:pt>
                <c:pt idx="469">
                  <c:v>2.5</c:v>
                </c:pt>
                <c:pt idx="470">
                  <c:v>2.5</c:v>
                </c:pt>
                <c:pt idx="471">
                  <c:v>2.5</c:v>
                </c:pt>
                <c:pt idx="472">
                  <c:v>2.5</c:v>
                </c:pt>
                <c:pt idx="473">
                  <c:v>2.5</c:v>
                </c:pt>
                <c:pt idx="474">
                  <c:v>2.5</c:v>
                </c:pt>
                <c:pt idx="475">
                  <c:v>2</c:v>
                </c:pt>
                <c:pt idx="476">
                  <c:v>2</c:v>
                </c:pt>
                <c:pt idx="477">
                  <c:v>2</c:v>
                </c:pt>
                <c:pt idx="478">
                  <c:v>2</c:v>
                </c:pt>
                <c:pt idx="479">
                  <c:v>2</c:v>
                </c:pt>
                <c:pt idx="480">
                  <c:v>2</c:v>
                </c:pt>
                <c:pt idx="481">
                  <c:v>2</c:v>
                </c:pt>
                <c:pt idx="482">
                  <c:v>2</c:v>
                </c:pt>
                <c:pt idx="483">
                  <c:v>2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2</c:v>
                </c:pt>
                <c:pt idx="488">
                  <c:v>2</c:v>
                </c:pt>
                <c:pt idx="489">
                  <c:v>2</c:v>
                </c:pt>
                <c:pt idx="490">
                  <c:v>2</c:v>
                </c:pt>
                <c:pt idx="491">
                  <c:v>2</c:v>
                </c:pt>
                <c:pt idx="492">
                  <c:v>2</c:v>
                </c:pt>
                <c:pt idx="493">
                  <c:v>2</c:v>
                </c:pt>
                <c:pt idx="494">
                  <c:v>2</c:v>
                </c:pt>
                <c:pt idx="495">
                  <c:v>2</c:v>
                </c:pt>
                <c:pt idx="496">
                  <c:v>2</c:v>
                </c:pt>
                <c:pt idx="497">
                  <c:v>2</c:v>
                </c:pt>
                <c:pt idx="498">
                  <c:v>2</c:v>
                </c:pt>
                <c:pt idx="499">
                  <c:v>1.75</c:v>
                </c:pt>
                <c:pt idx="500">
                  <c:v>1.75</c:v>
                </c:pt>
                <c:pt idx="501">
                  <c:v>1.75</c:v>
                </c:pt>
                <c:pt idx="502">
                  <c:v>1.75</c:v>
                </c:pt>
                <c:pt idx="503">
                  <c:v>1.75</c:v>
                </c:pt>
                <c:pt idx="504">
                  <c:v>1.75</c:v>
                </c:pt>
                <c:pt idx="505">
                  <c:v>1.75</c:v>
                </c:pt>
                <c:pt idx="506">
                  <c:v>1.75</c:v>
                </c:pt>
                <c:pt idx="507">
                  <c:v>1.75</c:v>
                </c:pt>
                <c:pt idx="508">
                  <c:v>1.75</c:v>
                </c:pt>
                <c:pt idx="509">
                  <c:v>1.75</c:v>
                </c:pt>
                <c:pt idx="510">
                  <c:v>1.75</c:v>
                </c:pt>
                <c:pt idx="511">
                  <c:v>1.75</c:v>
                </c:pt>
                <c:pt idx="512">
                  <c:v>1.75</c:v>
                </c:pt>
                <c:pt idx="513">
                  <c:v>1.75</c:v>
                </c:pt>
                <c:pt idx="514">
                  <c:v>1.75</c:v>
                </c:pt>
                <c:pt idx="515">
                  <c:v>1.75</c:v>
                </c:pt>
                <c:pt idx="516">
                  <c:v>1.75</c:v>
                </c:pt>
                <c:pt idx="517">
                  <c:v>1.75</c:v>
                </c:pt>
                <c:pt idx="518">
                  <c:v>1.75</c:v>
                </c:pt>
                <c:pt idx="519">
                  <c:v>1.75</c:v>
                </c:pt>
                <c:pt idx="520">
                  <c:v>1.75</c:v>
                </c:pt>
                <c:pt idx="521">
                  <c:v>1.75</c:v>
                </c:pt>
                <c:pt idx="522">
                  <c:v>1.75</c:v>
                </c:pt>
                <c:pt idx="523">
                  <c:v>1.75</c:v>
                </c:pt>
                <c:pt idx="524">
                  <c:v>1.75</c:v>
                </c:pt>
                <c:pt idx="525">
                  <c:v>1.75</c:v>
                </c:pt>
                <c:pt idx="526">
                  <c:v>1.75</c:v>
                </c:pt>
                <c:pt idx="527">
                  <c:v>1.75</c:v>
                </c:pt>
                <c:pt idx="528">
                  <c:v>1.75</c:v>
                </c:pt>
                <c:pt idx="529">
                  <c:v>1.75</c:v>
                </c:pt>
                <c:pt idx="530">
                  <c:v>1.75</c:v>
                </c:pt>
                <c:pt idx="531">
                  <c:v>1.75</c:v>
                </c:pt>
                <c:pt idx="532">
                  <c:v>1.75</c:v>
                </c:pt>
                <c:pt idx="533">
                  <c:v>1.75</c:v>
                </c:pt>
                <c:pt idx="534">
                  <c:v>1.75</c:v>
                </c:pt>
                <c:pt idx="535">
                  <c:v>1.75</c:v>
                </c:pt>
                <c:pt idx="536">
                  <c:v>1.75</c:v>
                </c:pt>
                <c:pt idx="537">
                  <c:v>1.75</c:v>
                </c:pt>
                <c:pt idx="538">
                  <c:v>1.75</c:v>
                </c:pt>
                <c:pt idx="539">
                  <c:v>1.75</c:v>
                </c:pt>
                <c:pt idx="540">
                  <c:v>1.75</c:v>
                </c:pt>
                <c:pt idx="541">
                  <c:v>1.75</c:v>
                </c:pt>
                <c:pt idx="542">
                  <c:v>1.75</c:v>
                </c:pt>
                <c:pt idx="543">
                  <c:v>1.75</c:v>
                </c:pt>
                <c:pt idx="544">
                  <c:v>1.75</c:v>
                </c:pt>
                <c:pt idx="545">
                  <c:v>1.75</c:v>
                </c:pt>
                <c:pt idx="546">
                  <c:v>1.75</c:v>
                </c:pt>
                <c:pt idx="547">
                  <c:v>1.75</c:v>
                </c:pt>
                <c:pt idx="548">
                  <c:v>1.75</c:v>
                </c:pt>
                <c:pt idx="549">
                  <c:v>1.75</c:v>
                </c:pt>
                <c:pt idx="550">
                  <c:v>1.75</c:v>
                </c:pt>
                <c:pt idx="551">
                  <c:v>1.75</c:v>
                </c:pt>
                <c:pt idx="552">
                  <c:v>1.75</c:v>
                </c:pt>
                <c:pt idx="553">
                  <c:v>1.75</c:v>
                </c:pt>
                <c:pt idx="554">
                  <c:v>1.75</c:v>
                </c:pt>
                <c:pt idx="555">
                  <c:v>1.75</c:v>
                </c:pt>
                <c:pt idx="556">
                  <c:v>1.75</c:v>
                </c:pt>
                <c:pt idx="557">
                  <c:v>1.75</c:v>
                </c:pt>
                <c:pt idx="558">
                  <c:v>1.75</c:v>
                </c:pt>
                <c:pt idx="559">
                  <c:v>1.75</c:v>
                </c:pt>
                <c:pt idx="560">
                  <c:v>1.75</c:v>
                </c:pt>
                <c:pt idx="561">
                  <c:v>1.75</c:v>
                </c:pt>
                <c:pt idx="562">
                  <c:v>1.75</c:v>
                </c:pt>
                <c:pt idx="563">
                  <c:v>1.75</c:v>
                </c:pt>
                <c:pt idx="564">
                  <c:v>1.75</c:v>
                </c:pt>
                <c:pt idx="565">
                  <c:v>1.75</c:v>
                </c:pt>
                <c:pt idx="566">
                  <c:v>1.75</c:v>
                </c:pt>
                <c:pt idx="567">
                  <c:v>1.75</c:v>
                </c:pt>
                <c:pt idx="568">
                  <c:v>1.75</c:v>
                </c:pt>
                <c:pt idx="569">
                  <c:v>1.75</c:v>
                </c:pt>
                <c:pt idx="570">
                  <c:v>1.75</c:v>
                </c:pt>
                <c:pt idx="571">
                  <c:v>1.75</c:v>
                </c:pt>
                <c:pt idx="572">
                  <c:v>1.75</c:v>
                </c:pt>
                <c:pt idx="573">
                  <c:v>1.75</c:v>
                </c:pt>
                <c:pt idx="574">
                  <c:v>1.75</c:v>
                </c:pt>
                <c:pt idx="575">
                  <c:v>1.75</c:v>
                </c:pt>
                <c:pt idx="576">
                  <c:v>1.75</c:v>
                </c:pt>
                <c:pt idx="577">
                  <c:v>1.75</c:v>
                </c:pt>
                <c:pt idx="578">
                  <c:v>1.75</c:v>
                </c:pt>
                <c:pt idx="579">
                  <c:v>1.75</c:v>
                </c:pt>
                <c:pt idx="580">
                  <c:v>1.75</c:v>
                </c:pt>
                <c:pt idx="581">
                  <c:v>1.75</c:v>
                </c:pt>
                <c:pt idx="582">
                  <c:v>1.75</c:v>
                </c:pt>
                <c:pt idx="583">
                  <c:v>1.75</c:v>
                </c:pt>
                <c:pt idx="584">
                  <c:v>1.75</c:v>
                </c:pt>
                <c:pt idx="585">
                  <c:v>1.75</c:v>
                </c:pt>
                <c:pt idx="586">
                  <c:v>1.75</c:v>
                </c:pt>
                <c:pt idx="587">
                  <c:v>1.75</c:v>
                </c:pt>
                <c:pt idx="588">
                  <c:v>1.75</c:v>
                </c:pt>
                <c:pt idx="589">
                  <c:v>1.75</c:v>
                </c:pt>
                <c:pt idx="590">
                  <c:v>1.75</c:v>
                </c:pt>
                <c:pt idx="591">
                  <c:v>1.75</c:v>
                </c:pt>
                <c:pt idx="592">
                  <c:v>1.75</c:v>
                </c:pt>
                <c:pt idx="593">
                  <c:v>1.75</c:v>
                </c:pt>
                <c:pt idx="594">
                  <c:v>1.75</c:v>
                </c:pt>
                <c:pt idx="595">
                  <c:v>1.75</c:v>
                </c:pt>
                <c:pt idx="596">
                  <c:v>1.75</c:v>
                </c:pt>
                <c:pt idx="597">
                  <c:v>1.75</c:v>
                </c:pt>
                <c:pt idx="598">
                  <c:v>1.75</c:v>
                </c:pt>
                <c:pt idx="599">
                  <c:v>1.75</c:v>
                </c:pt>
                <c:pt idx="600">
                  <c:v>1.75</c:v>
                </c:pt>
                <c:pt idx="601">
                  <c:v>1.75</c:v>
                </c:pt>
                <c:pt idx="602">
                  <c:v>1.75</c:v>
                </c:pt>
                <c:pt idx="603">
                  <c:v>1.75</c:v>
                </c:pt>
                <c:pt idx="604">
                  <c:v>1.75</c:v>
                </c:pt>
                <c:pt idx="605">
                  <c:v>1.75</c:v>
                </c:pt>
                <c:pt idx="606">
                  <c:v>1.75</c:v>
                </c:pt>
                <c:pt idx="607">
                  <c:v>1.75</c:v>
                </c:pt>
                <c:pt idx="608">
                  <c:v>1.75</c:v>
                </c:pt>
                <c:pt idx="609">
                  <c:v>1.75</c:v>
                </c:pt>
                <c:pt idx="610">
                  <c:v>1.75</c:v>
                </c:pt>
                <c:pt idx="611">
                  <c:v>1.75</c:v>
                </c:pt>
                <c:pt idx="612">
                  <c:v>1.75</c:v>
                </c:pt>
                <c:pt idx="613">
                  <c:v>1.75</c:v>
                </c:pt>
                <c:pt idx="614">
                  <c:v>1.75</c:v>
                </c:pt>
                <c:pt idx="615">
                  <c:v>1.75</c:v>
                </c:pt>
                <c:pt idx="616">
                  <c:v>1.75</c:v>
                </c:pt>
                <c:pt idx="617">
                  <c:v>1.75</c:v>
                </c:pt>
                <c:pt idx="618">
                  <c:v>1.75</c:v>
                </c:pt>
                <c:pt idx="619">
                  <c:v>1.75</c:v>
                </c:pt>
                <c:pt idx="620">
                  <c:v>1.75</c:v>
                </c:pt>
                <c:pt idx="621">
                  <c:v>1.75</c:v>
                </c:pt>
                <c:pt idx="622">
                  <c:v>1.75</c:v>
                </c:pt>
                <c:pt idx="623">
                  <c:v>1.75</c:v>
                </c:pt>
                <c:pt idx="624">
                  <c:v>1.75</c:v>
                </c:pt>
                <c:pt idx="625">
                  <c:v>1.75</c:v>
                </c:pt>
                <c:pt idx="626">
                  <c:v>1.75</c:v>
                </c:pt>
                <c:pt idx="627">
                  <c:v>1.75</c:v>
                </c:pt>
                <c:pt idx="628">
                  <c:v>1.75</c:v>
                </c:pt>
                <c:pt idx="629">
                  <c:v>1.75</c:v>
                </c:pt>
                <c:pt idx="630">
                  <c:v>1.75</c:v>
                </c:pt>
                <c:pt idx="631">
                  <c:v>1.75</c:v>
                </c:pt>
                <c:pt idx="632">
                  <c:v>1.75</c:v>
                </c:pt>
                <c:pt idx="633">
                  <c:v>1.75</c:v>
                </c:pt>
                <c:pt idx="634">
                  <c:v>1.75</c:v>
                </c:pt>
                <c:pt idx="635">
                  <c:v>1.75</c:v>
                </c:pt>
                <c:pt idx="636">
                  <c:v>1.75</c:v>
                </c:pt>
                <c:pt idx="637">
                  <c:v>1.75</c:v>
                </c:pt>
                <c:pt idx="638">
                  <c:v>1.75</c:v>
                </c:pt>
                <c:pt idx="639">
                  <c:v>1.75</c:v>
                </c:pt>
                <c:pt idx="640">
                  <c:v>1.75</c:v>
                </c:pt>
                <c:pt idx="641">
                  <c:v>1.75</c:v>
                </c:pt>
                <c:pt idx="642">
                  <c:v>1.75</c:v>
                </c:pt>
                <c:pt idx="643">
                  <c:v>1.75</c:v>
                </c:pt>
                <c:pt idx="644">
                  <c:v>1.75</c:v>
                </c:pt>
                <c:pt idx="645">
                  <c:v>1.75</c:v>
                </c:pt>
                <c:pt idx="646">
                  <c:v>1.75</c:v>
                </c:pt>
                <c:pt idx="647">
                  <c:v>1.75</c:v>
                </c:pt>
                <c:pt idx="648">
                  <c:v>1.75</c:v>
                </c:pt>
                <c:pt idx="649">
                  <c:v>1.75</c:v>
                </c:pt>
                <c:pt idx="650">
                  <c:v>1.75</c:v>
                </c:pt>
                <c:pt idx="651">
                  <c:v>1.75</c:v>
                </c:pt>
                <c:pt idx="652">
                  <c:v>1.75</c:v>
                </c:pt>
                <c:pt idx="653">
                  <c:v>1.75</c:v>
                </c:pt>
                <c:pt idx="654">
                  <c:v>1.75</c:v>
                </c:pt>
                <c:pt idx="655">
                  <c:v>1.75</c:v>
                </c:pt>
                <c:pt idx="656">
                  <c:v>1.75</c:v>
                </c:pt>
                <c:pt idx="657">
                  <c:v>1.75</c:v>
                </c:pt>
                <c:pt idx="658">
                  <c:v>1.75</c:v>
                </c:pt>
                <c:pt idx="659">
                  <c:v>1.75</c:v>
                </c:pt>
                <c:pt idx="660">
                  <c:v>1.75</c:v>
                </c:pt>
                <c:pt idx="661">
                  <c:v>1.75</c:v>
                </c:pt>
                <c:pt idx="662">
                  <c:v>1.75</c:v>
                </c:pt>
                <c:pt idx="663">
                  <c:v>1.75</c:v>
                </c:pt>
                <c:pt idx="664">
                  <c:v>1.75</c:v>
                </c:pt>
                <c:pt idx="665">
                  <c:v>1.75</c:v>
                </c:pt>
                <c:pt idx="666">
                  <c:v>1.75</c:v>
                </c:pt>
                <c:pt idx="667">
                  <c:v>1.75</c:v>
                </c:pt>
                <c:pt idx="668">
                  <c:v>1.75</c:v>
                </c:pt>
                <c:pt idx="669">
                  <c:v>1.75</c:v>
                </c:pt>
                <c:pt idx="670">
                  <c:v>1.75</c:v>
                </c:pt>
                <c:pt idx="671">
                  <c:v>1.75</c:v>
                </c:pt>
                <c:pt idx="672">
                  <c:v>1.75</c:v>
                </c:pt>
                <c:pt idx="673">
                  <c:v>1.75</c:v>
                </c:pt>
                <c:pt idx="674">
                  <c:v>1.75</c:v>
                </c:pt>
                <c:pt idx="675">
                  <c:v>1.75</c:v>
                </c:pt>
                <c:pt idx="676">
                  <c:v>1.75</c:v>
                </c:pt>
                <c:pt idx="677">
                  <c:v>1.75</c:v>
                </c:pt>
                <c:pt idx="678">
                  <c:v>1.75</c:v>
                </c:pt>
                <c:pt idx="679">
                  <c:v>1.75</c:v>
                </c:pt>
                <c:pt idx="680">
                  <c:v>1.75</c:v>
                </c:pt>
                <c:pt idx="681">
                  <c:v>1.75</c:v>
                </c:pt>
                <c:pt idx="682">
                  <c:v>1.75</c:v>
                </c:pt>
                <c:pt idx="683">
                  <c:v>1.75</c:v>
                </c:pt>
                <c:pt idx="684">
                  <c:v>1.75</c:v>
                </c:pt>
                <c:pt idx="685">
                  <c:v>1.75</c:v>
                </c:pt>
                <c:pt idx="686">
                  <c:v>1.75</c:v>
                </c:pt>
                <c:pt idx="687">
                  <c:v>1.75</c:v>
                </c:pt>
                <c:pt idx="688">
                  <c:v>1.75</c:v>
                </c:pt>
                <c:pt idx="689">
                  <c:v>1.75</c:v>
                </c:pt>
                <c:pt idx="690">
                  <c:v>1.75</c:v>
                </c:pt>
                <c:pt idx="691">
                  <c:v>1.75</c:v>
                </c:pt>
                <c:pt idx="692">
                  <c:v>1.75</c:v>
                </c:pt>
                <c:pt idx="693">
                  <c:v>1.75</c:v>
                </c:pt>
                <c:pt idx="694">
                  <c:v>1.75</c:v>
                </c:pt>
                <c:pt idx="695">
                  <c:v>1.75</c:v>
                </c:pt>
                <c:pt idx="696">
                  <c:v>1.75</c:v>
                </c:pt>
                <c:pt idx="697">
                  <c:v>1.75</c:v>
                </c:pt>
                <c:pt idx="698">
                  <c:v>1.75</c:v>
                </c:pt>
                <c:pt idx="699">
                  <c:v>1.75</c:v>
                </c:pt>
                <c:pt idx="700">
                  <c:v>1.75</c:v>
                </c:pt>
                <c:pt idx="701">
                  <c:v>1.75</c:v>
                </c:pt>
                <c:pt idx="702">
                  <c:v>1.75</c:v>
                </c:pt>
                <c:pt idx="703">
                  <c:v>1.75</c:v>
                </c:pt>
                <c:pt idx="704">
                  <c:v>1.75</c:v>
                </c:pt>
                <c:pt idx="705">
                  <c:v>1.75</c:v>
                </c:pt>
                <c:pt idx="706">
                  <c:v>1.75</c:v>
                </c:pt>
                <c:pt idx="707">
                  <c:v>1.75</c:v>
                </c:pt>
                <c:pt idx="708">
                  <c:v>1.75</c:v>
                </c:pt>
                <c:pt idx="709">
                  <c:v>1.75</c:v>
                </c:pt>
                <c:pt idx="710">
                  <c:v>1.75</c:v>
                </c:pt>
                <c:pt idx="711">
                  <c:v>1.75</c:v>
                </c:pt>
                <c:pt idx="712">
                  <c:v>1.75</c:v>
                </c:pt>
                <c:pt idx="713">
                  <c:v>1.75</c:v>
                </c:pt>
                <c:pt idx="714">
                  <c:v>1.75</c:v>
                </c:pt>
                <c:pt idx="715">
                  <c:v>1.75</c:v>
                </c:pt>
                <c:pt idx="716">
                  <c:v>1.75</c:v>
                </c:pt>
                <c:pt idx="717">
                  <c:v>1.75</c:v>
                </c:pt>
                <c:pt idx="718">
                  <c:v>1.75</c:v>
                </c:pt>
                <c:pt idx="719">
                  <c:v>1.75</c:v>
                </c:pt>
                <c:pt idx="720">
                  <c:v>1.75</c:v>
                </c:pt>
                <c:pt idx="721">
                  <c:v>1.75</c:v>
                </c:pt>
                <c:pt idx="722">
                  <c:v>1.75</c:v>
                </c:pt>
                <c:pt idx="723">
                  <c:v>1.75</c:v>
                </c:pt>
                <c:pt idx="724">
                  <c:v>1.75</c:v>
                </c:pt>
                <c:pt idx="725">
                  <c:v>1.75</c:v>
                </c:pt>
                <c:pt idx="726">
                  <c:v>1.75</c:v>
                </c:pt>
                <c:pt idx="727">
                  <c:v>1.75</c:v>
                </c:pt>
                <c:pt idx="728">
                  <c:v>1.25</c:v>
                </c:pt>
                <c:pt idx="729">
                  <c:v>1.25</c:v>
                </c:pt>
                <c:pt idx="730">
                  <c:v>1.25</c:v>
                </c:pt>
                <c:pt idx="731">
                  <c:v>1.25</c:v>
                </c:pt>
                <c:pt idx="732">
                  <c:v>1.25</c:v>
                </c:pt>
                <c:pt idx="733">
                  <c:v>1.25</c:v>
                </c:pt>
                <c:pt idx="734">
                  <c:v>1.25</c:v>
                </c:pt>
                <c:pt idx="735">
                  <c:v>1.25</c:v>
                </c:pt>
                <c:pt idx="736">
                  <c:v>1.25</c:v>
                </c:pt>
                <c:pt idx="737">
                  <c:v>1.25</c:v>
                </c:pt>
                <c:pt idx="738">
                  <c:v>1.25</c:v>
                </c:pt>
                <c:pt idx="739">
                  <c:v>1.25</c:v>
                </c:pt>
                <c:pt idx="740">
                  <c:v>1.25</c:v>
                </c:pt>
                <c:pt idx="741">
                  <c:v>1.25</c:v>
                </c:pt>
                <c:pt idx="742">
                  <c:v>1.25</c:v>
                </c:pt>
                <c:pt idx="743">
                  <c:v>1.25</c:v>
                </c:pt>
                <c:pt idx="744">
                  <c:v>1.25</c:v>
                </c:pt>
                <c:pt idx="745">
                  <c:v>1.25</c:v>
                </c:pt>
                <c:pt idx="746">
                  <c:v>1.25</c:v>
                </c:pt>
                <c:pt idx="747">
                  <c:v>1.25</c:v>
                </c:pt>
                <c:pt idx="748">
                  <c:v>1.25</c:v>
                </c:pt>
                <c:pt idx="749">
                  <c:v>1.25</c:v>
                </c:pt>
                <c:pt idx="750">
                  <c:v>1.25</c:v>
                </c:pt>
                <c:pt idx="751">
                  <c:v>1.25</c:v>
                </c:pt>
                <c:pt idx="752">
                  <c:v>1.25</c:v>
                </c:pt>
                <c:pt idx="753">
                  <c:v>1.25</c:v>
                </c:pt>
                <c:pt idx="754">
                  <c:v>1.25</c:v>
                </c:pt>
                <c:pt idx="755">
                  <c:v>1.25</c:v>
                </c:pt>
                <c:pt idx="756">
                  <c:v>1.25</c:v>
                </c:pt>
                <c:pt idx="757">
                  <c:v>1.25</c:v>
                </c:pt>
                <c:pt idx="758">
                  <c:v>1.25</c:v>
                </c:pt>
                <c:pt idx="759">
                  <c:v>1.25</c:v>
                </c:pt>
                <c:pt idx="760">
                  <c:v>1.25</c:v>
                </c:pt>
                <c:pt idx="761">
                  <c:v>1.25</c:v>
                </c:pt>
                <c:pt idx="762">
                  <c:v>1.25</c:v>
                </c:pt>
                <c:pt idx="763">
                  <c:v>1.25</c:v>
                </c:pt>
                <c:pt idx="764">
                  <c:v>1.25</c:v>
                </c:pt>
                <c:pt idx="765">
                  <c:v>1.25</c:v>
                </c:pt>
                <c:pt idx="766">
                  <c:v>1.25</c:v>
                </c:pt>
                <c:pt idx="767">
                  <c:v>1.25</c:v>
                </c:pt>
                <c:pt idx="768">
                  <c:v>1.25</c:v>
                </c:pt>
                <c:pt idx="769">
                  <c:v>1.25</c:v>
                </c:pt>
                <c:pt idx="770">
                  <c:v>1.25</c:v>
                </c:pt>
                <c:pt idx="771">
                  <c:v>1.25</c:v>
                </c:pt>
                <c:pt idx="772">
                  <c:v>1.25</c:v>
                </c:pt>
                <c:pt idx="773">
                  <c:v>1.25</c:v>
                </c:pt>
                <c:pt idx="774">
                  <c:v>1.25</c:v>
                </c:pt>
                <c:pt idx="775">
                  <c:v>1.25</c:v>
                </c:pt>
                <c:pt idx="776">
                  <c:v>1.25</c:v>
                </c:pt>
                <c:pt idx="777">
                  <c:v>1.25</c:v>
                </c:pt>
                <c:pt idx="778">
                  <c:v>1.25</c:v>
                </c:pt>
                <c:pt idx="779">
                  <c:v>1.25</c:v>
                </c:pt>
                <c:pt idx="780">
                  <c:v>1.25</c:v>
                </c:pt>
                <c:pt idx="781">
                  <c:v>1.25</c:v>
                </c:pt>
                <c:pt idx="782">
                  <c:v>1.25</c:v>
                </c:pt>
                <c:pt idx="783">
                  <c:v>1.25</c:v>
                </c:pt>
                <c:pt idx="784">
                  <c:v>1.25</c:v>
                </c:pt>
                <c:pt idx="785">
                  <c:v>1.25</c:v>
                </c:pt>
                <c:pt idx="786">
                  <c:v>1.25</c:v>
                </c:pt>
                <c:pt idx="787">
                  <c:v>1.25</c:v>
                </c:pt>
                <c:pt idx="788">
                  <c:v>1.25</c:v>
                </c:pt>
                <c:pt idx="789">
                  <c:v>1.25</c:v>
                </c:pt>
                <c:pt idx="790">
                  <c:v>1.25</c:v>
                </c:pt>
                <c:pt idx="791">
                  <c:v>1.25</c:v>
                </c:pt>
                <c:pt idx="792">
                  <c:v>1.25</c:v>
                </c:pt>
                <c:pt idx="793">
                  <c:v>1.25</c:v>
                </c:pt>
                <c:pt idx="794">
                  <c:v>1.25</c:v>
                </c:pt>
                <c:pt idx="795">
                  <c:v>1.25</c:v>
                </c:pt>
                <c:pt idx="796">
                  <c:v>1.25</c:v>
                </c:pt>
                <c:pt idx="797">
                  <c:v>1.25</c:v>
                </c:pt>
                <c:pt idx="798">
                  <c:v>1.25</c:v>
                </c:pt>
                <c:pt idx="799">
                  <c:v>1.25</c:v>
                </c:pt>
                <c:pt idx="800">
                  <c:v>1.25</c:v>
                </c:pt>
                <c:pt idx="801">
                  <c:v>1.25</c:v>
                </c:pt>
                <c:pt idx="802">
                  <c:v>1.25</c:v>
                </c:pt>
                <c:pt idx="803">
                  <c:v>1.25</c:v>
                </c:pt>
                <c:pt idx="804">
                  <c:v>1.25</c:v>
                </c:pt>
                <c:pt idx="805">
                  <c:v>1.25</c:v>
                </c:pt>
                <c:pt idx="806">
                  <c:v>1.25</c:v>
                </c:pt>
                <c:pt idx="807">
                  <c:v>1.25</c:v>
                </c:pt>
                <c:pt idx="808">
                  <c:v>1.25</c:v>
                </c:pt>
                <c:pt idx="809">
                  <c:v>1.25</c:v>
                </c:pt>
                <c:pt idx="810">
                  <c:v>1.25</c:v>
                </c:pt>
                <c:pt idx="811">
                  <c:v>1.25</c:v>
                </c:pt>
                <c:pt idx="812">
                  <c:v>1.25</c:v>
                </c:pt>
                <c:pt idx="813">
                  <c:v>1.25</c:v>
                </c:pt>
                <c:pt idx="814">
                  <c:v>1.25</c:v>
                </c:pt>
                <c:pt idx="815">
                  <c:v>1.25</c:v>
                </c:pt>
                <c:pt idx="816">
                  <c:v>1.25</c:v>
                </c:pt>
                <c:pt idx="817">
                  <c:v>1.25</c:v>
                </c:pt>
                <c:pt idx="818">
                  <c:v>1.25</c:v>
                </c:pt>
                <c:pt idx="819">
                  <c:v>1.25</c:v>
                </c:pt>
                <c:pt idx="820">
                  <c:v>1.25</c:v>
                </c:pt>
                <c:pt idx="821">
                  <c:v>1.25</c:v>
                </c:pt>
                <c:pt idx="822">
                  <c:v>1.25</c:v>
                </c:pt>
                <c:pt idx="823">
                  <c:v>1.25</c:v>
                </c:pt>
                <c:pt idx="824">
                  <c:v>1.25</c:v>
                </c:pt>
                <c:pt idx="825">
                  <c:v>1.25</c:v>
                </c:pt>
                <c:pt idx="826">
                  <c:v>1.25</c:v>
                </c:pt>
                <c:pt idx="827">
                  <c:v>1.25</c:v>
                </c:pt>
                <c:pt idx="828">
                  <c:v>1.25</c:v>
                </c:pt>
                <c:pt idx="829">
                  <c:v>1.25</c:v>
                </c:pt>
                <c:pt idx="830">
                  <c:v>1.25</c:v>
                </c:pt>
                <c:pt idx="831">
                  <c:v>1.25</c:v>
                </c:pt>
                <c:pt idx="832">
                  <c:v>1.25</c:v>
                </c:pt>
                <c:pt idx="833">
                  <c:v>1.25</c:v>
                </c:pt>
                <c:pt idx="834">
                  <c:v>1.25</c:v>
                </c:pt>
                <c:pt idx="835">
                  <c:v>1.25</c:v>
                </c:pt>
                <c:pt idx="836">
                  <c:v>1.25</c:v>
                </c:pt>
                <c:pt idx="837">
                  <c:v>1.25</c:v>
                </c:pt>
                <c:pt idx="838">
                  <c:v>1.25</c:v>
                </c:pt>
                <c:pt idx="839">
                  <c:v>1.25</c:v>
                </c:pt>
                <c:pt idx="840">
                  <c:v>1.25</c:v>
                </c:pt>
                <c:pt idx="841">
                  <c:v>1.25</c:v>
                </c:pt>
                <c:pt idx="842">
                  <c:v>1.25</c:v>
                </c:pt>
                <c:pt idx="843">
                  <c:v>1.25</c:v>
                </c:pt>
                <c:pt idx="844">
                  <c:v>1.25</c:v>
                </c:pt>
                <c:pt idx="845">
                  <c:v>1.25</c:v>
                </c:pt>
                <c:pt idx="846">
                  <c:v>1.25</c:v>
                </c:pt>
                <c:pt idx="847">
                  <c:v>1.25</c:v>
                </c:pt>
                <c:pt idx="848">
                  <c:v>1.25</c:v>
                </c:pt>
                <c:pt idx="849">
                  <c:v>1.25</c:v>
                </c:pt>
                <c:pt idx="850">
                  <c:v>1.25</c:v>
                </c:pt>
                <c:pt idx="851">
                  <c:v>1.25</c:v>
                </c:pt>
                <c:pt idx="852">
                  <c:v>1.25</c:v>
                </c:pt>
                <c:pt idx="853">
                  <c:v>1.25</c:v>
                </c:pt>
                <c:pt idx="854">
                  <c:v>1.25</c:v>
                </c:pt>
                <c:pt idx="855">
                  <c:v>1.25</c:v>
                </c:pt>
                <c:pt idx="856">
                  <c:v>1.25</c:v>
                </c:pt>
                <c:pt idx="857">
                  <c:v>1.25</c:v>
                </c:pt>
                <c:pt idx="858">
                  <c:v>1.25</c:v>
                </c:pt>
                <c:pt idx="859">
                  <c:v>1.25</c:v>
                </c:pt>
                <c:pt idx="860">
                  <c:v>1.25</c:v>
                </c:pt>
                <c:pt idx="861">
                  <c:v>1.25</c:v>
                </c:pt>
                <c:pt idx="862">
                  <c:v>1.25</c:v>
                </c:pt>
                <c:pt idx="863">
                  <c:v>1.25</c:v>
                </c:pt>
                <c:pt idx="864">
                  <c:v>1.25</c:v>
                </c:pt>
                <c:pt idx="865">
                  <c:v>1.25</c:v>
                </c:pt>
                <c:pt idx="866">
                  <c:v>1.25</c:v>
                </c:pt>
                <c:pt idx="867">
                  <c:v>1.25</c:v>
                </c:pt>
                <c:pt idx="868">
                  <c:v>1.25</c:v>
                </c:pt>
                <c:pt idx="869">
                  <c:v>1.25</c:v>
                </c:pt>
                <c:pt idx="870">
                  <c:v>1.25</c:v>
                </c:pt>
                <c:pt idx="871">
                  <c:v>1.25</c:v>
                </c:pt>
                <c:pt idx="872">
                  <c:v>1.25</c:v>
                </c:pt>
                <c:pt idx="873">
                  <c:v>1.25</c:v>
                </c:pt>
                <c:pt idx="874">
                  <c:v>1.25</c:v>
                </c:pt>
                <c:pt idx="875">
                  <c:v>1.25</c:v>
                </c:pt>
                <c:pt idx="876">
                  <c:v>1.25</c:v>
                </c:pt>
                <c:pt idx="877">
                  <c:v>1.25</c:v>
                </c:pt>
                <c:pt idx="878">
                  <c:v>1.25</c:v>
                </c:pt>
                <c:pt idx="879">
                  <c:v>1.25</c:v>
                </c:pt>
                <c:pt idx="880">
                  <c:v>1.25</c:v>
                </c:pt>
                <c:pt idx="881">
                  <c:v>1.25</c:v>
                </c:pt>
                <c:pt idx="882">
                  <c:v>1.25</c:v>
                </c:pt>
                <c:pt idx="883">
                  <c:v>1.25</c:v>
                </c:pt>
                <c:pt idx="884">
                  <c:v>1.25</c:v>
                </c:pt>
                <c:pt idx="885">
                  <c:v>1.25</c:v>
                </c:pt>
                <c:pt idx="886">
                  <c:v>1</c:v>
                </c:pt>
                <c:pt idx="887">
                  <c:v>1</c:v>
                </c:pt>
                <c:pt idx="888">
                  <c:v>1</c:v>
                </c:pt>
                <c:pt idx="889">
                  <c:v>1</c:v>
                </c:pt>
                <c:pt idx="890">
                  <c:v>1</c:v>
                </c:pt>
                <c:pt idx="891">
                  <c:v>1</c:v>
                </c:pt>
                <c:pt idx="892">
                  <c:v>1</c:v>
                </c:pt>
                <c:pt idx="893">
                  <c:v>1</c:v>
                </c:pt>
                <c:pt idx="894">
                  <c:v>1</c:v>
                </c:pt>
                <c:pt idx="895">
                  <c:v>1</c:v>
                </c:pt>
                <c:pt idx="896">
                  <c:v>1</c:v>
                </c:pt>
                <c:pt idx="897">
                  <c:v>1</c:v>
                </c:pt>
                <c:pt idx="898">
                  <c:v>1</c:v>
                </c:pt>
                <c:pt idx="899">
                  <c:v>1</c:v>
                </c:pt>
                <c:pt idx="900">
                  <c:v>1</c:v>
                </c:pt>
                <c:pt idx="901">
                  <c:v>1</c:v>
                </c:pt>
                <c:pt idx="902">
                  <c:v>1</c:v>
                </c:pt>
                <c:pt idx="903">
                  <c:v>1</c:v>
                </c:pt>
                <c:pt idx="904">
                  <c:v>1</c:v>
                </c:pt>
                <c:pt idx="905">
                  <c:v>1</c:v>
                </c:pt>
                <c:pt idx="906">
                  <c:v>1</c:v>
                </c:pt>
                <c:pt idx="907">
                  <c:v>1</c:v>
                </c:pt>
                <c:pt idx="908">
                  <c:v>1</c:v>
                </c:pt>
                <c:pt idx="909">
                  <c:v>1</c:v>
                </c:pt>
                <c:pt idx="910">
                  <c:v>1</c:v>
                </c:pt>
                <c:pt idx="911">
                  <c:v>1</c:v>
                </c:pt>
                <c:pt idx="912">
                  <c:v>1</c:v>
                </c:pt>
                <c:pt idx="913">
                  <c:v>1</c:v>
                </c:pt>
                <c:pt idx="914">
                  <c:v>1</c:v>
                </c:pt>
                <c:pt idx="915">
                  <c:v>1</c:v>
                </c:pt>
                <c:pt idx="916">
                  <c:v>1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1</c:v>
                </c:pt>
                <c:pt idx="921">
                  <c:v>1</c:v>
                </c:pt>
                <c:pt idx="922">
                  <c:v>1</c:v>
                </c:pt>
                <c:pt idx="923">
                  <c:v>1</c:v>
                </c:pt>
                <c:pt idx="924">
                  <c:v>1</c:v>
                </c:pt>
                <c:pt idx="925">
                  <c:v>1</c:v>
                </c:pt>
                <c:pt idx="926">
                  <c:v>1</c:v>
                </c:pt>
                <c:pt idx="927">
                  <c:v>1</c:v>
                </c:pt>
                <c:pt idx="928">
                  <c:v>1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1</c:v>
                </c:pt>
                <c:pt idx="933">
                  <c:v>1</c:v>
                </c:pt>
                <c:pt idx="934">
                  <c:v>1</c:v>
                </c:pt>
                <c:pt idx="935">
                  <c:v>1</c:v>
                </c:pt>
                <c:pt idx="936">
                  <c:v>1</c:v>
                </c:pt>
                <c:pt idx="937">
                  <c:v>1</c:v>
                </c:pt>
                <c:pt idx="938">
                  <c:v>1</c:v>
                </c:pt>
                <c:pt idx="939">
                  <c:v>1</c:v>
                </c:pt>
                <c:pt idx="940">
                  <c:v>1</c:v>
                </c:pt>
                <c:pt idx="941">
                  <c:v>1</c:v>
                </c:pt>
                <c:pt idx="942">
                  <c:v>1</c:v>
                </c:pt>
                <c:pt idx="943">
                  <c:v>1</c:v>
                </c:pt>
                <c:pt idx="944">
                  <c:v>1</c:v>
                </c:pt>
                <c:pt idx="945">
                  <c:v>1</c:v>
                </c:pt>
                <c:pt idx="946">
                  <c:v>1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  <c:pt idx="952">
                  <c:v>1</c:v>
                </c:pt>
                <c:pt idx="953">
                  <c:v>1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1</c:v>
                </c:pt>
                <c:pt idx="962">
                  <c:v>1</c:v>
                </c:pt>
                <c:pt idx="963">
                  <c:v>1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1</c:v>
                </c:pt>
                <c:pt idx="968">
                  <c:v>1</c:v>
                </c:pt>
                <c:pt idx="969">
                  <c:v>1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1</c:v>
                </c:pt>
                <c:pt idx="974">
                  <c:v>1</c:v>
                </c:pt>
                <c:pt idx="975">
                  <c:v>1</c:v>
                </c:pt>
                <c:pt idx="976">
                  <c:v>1</c:v>
                </c:pt>
                <c:pt idx="977">
                  <c:v>1</c:v>
                </c:pt>
                <c:pt idx="978">
                  <c:v>1</c:v>
                </c:pt>
                <c:pt idx="979">
                  <c:v>1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1</c:v>
                </c:pt>
                <c:pt idx="984">
                  <c:v>1</c:v>
                </c:pt>
                <c:pt idx="985">
                  <c:v>1</c:v>
                </c:pt>
                <c:pt idx="986">
                  <c:v>1</c:v>
                </c:pt>
                <c:pt idx="987">
                  <c:v>1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1</c:v>
                </c:pt>
                <c:pt idx="995">
                  <c:v>1</c:v>
                </c:pt>
                <c:pt idx="996">
                  <c:v>1</c:v>
                </c:pt>
                <c:pt idx="997">
                  <c:v>1</c:v>
                </c:pt>
                <c:pt idx="998">
                  <c:v>1</c:v>
                </c:pt>
                <c:pt idx="999">
                  <c:v>1</c:v>
                </c:pt>
                <c:pt idx="1000">
                  <c:v>1</c:v>
                </c:pt>
                <c:pt idx="1001">
                  <c:v>1</c:v>
                </c:pt>
                <c:pt idx="1002">
                  <c:v>1</c:v>
                </c:pt>
                <c:pt idx="1003">
                  <c:v>1</c:v>
                </c:pt>
                <c:pt idx="1004">
                  <c:v>1</c:v>
                </c:pt>
                <c:pt idx="1005">
                  <c:v>1</c:v>
                </c:pt>
                <c:pt idx="1006">
                  <c:v>1</c:v>
                </c:pt>
                <c:pt idx="1007">
                  <c:v>1</c:v>
                </c:pt>
                <c:pt idx="1008">
                  <c:v>1</c:v>
                </c:pt>
                <c:pt idx="1009">
                  <c:v>1</c:v>
                </c:pt>
                <c:pt idx="1010">
                  <c:v>1</c:v>
                </c:pt>
                <c:pt idx="1011">
                  <c:v>1</c:v>
                </c:pt>
                <c:pt idx="1012">
                  <c:v>1</c:v>
                </c:pt>
                <c:pt idx="1013">
                  <c:v>1</c:v>
                </c:pt>
                <c:pt idx="1014">
                  <c:v>1</c:v>
                </c:pt>
                <c:pt idx="1015">
                  <c:v>1</c:v>
                </c:pt>
                <c:pt idx="1016">
                  <c:v>1</c:v>
                </c:pt>
                <c:pt idx="1017">
                  <c:v>1</c:v>
                </c:pt>
                <c:pt idx="1018">
                  <c:v>1</c:v>
                </c:pt>
                <c:pt idx="1019">
                  <c:v>1</c:v>
                </c:pt>
                <c:pt idx="1020">
                  <c:v>1</c:v>
                </c:pt>
                <c:pt idx="1021">
                  <c:v>1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1</c:v>
                </c:pt>
                <c:pt idx="1026">
                  <c:v>1</c:v>
                </c:pt>
                <c:pt idx="1027">
                  <c:v>1</c:v>
                </c:pt>
                <c:pt idx="1028">
                  <c:v>1</c:v>
                </c:pt>
                <c:pt idx="1029">
                  <c:v>1</c:v>
                </c:pt>
                <c:pt idx="1030">
                  <c:v>1</c:v>
                </c:pt>
                <c:pt idx="1031">
                  <c:v>1</c:v>
                </c:pt>
                <c:pt idx="1032">
                  <c:v>1</c:v>
                </c:pt>
                <c:pt idx="1033">
                  <c:v>1</c:v>
                </c:pt>
                <c:pt idx="1034">
                  <c:v>1</c:v>
                </c:pt>
                <c:pt idx="1035">
                  <c:v>1</c:v>
                </c:pt>
                <c:pt idx="1036">
                  <c:v>1</c:v>
                </c:pt>
                <c:pt idx="1037">
                  <c:v>1</c:v>
                </c:pt>
                <c:pt idx="1038">
                  <c:v>1</c:v>
                </c:pt>
                <c:pt idx="1039">
                  <c:v>1</c:v>
                </c:pt>
                <c:pt idx="1040">
                  <c:v>1</c:v>
                </c:pt>
                <c:pt idx="1041">
                  <c:v>1</c:v>
                </c:pt>
                <c:pt idx="1042">
                  <c:v>1</c:v>
                </c:pt>
                <c:pt idx="1043">
                  <c:v>1</c:v>
                </c:pt>
                <c:pt idx="1044">
                  <c:v>1</c:v>
                </c:pt>
                <c:pt idx="1045">
                  <c:v>1</c:v>
                </c:pt>
                <c:pt idx="1046">
                  <c:v>1</c:v>
                </c:pt>
                <c:pt idx="1047">
                  <c:v>1</c:v>
                </c:pt>
                <c:pt idx="1048">
                  <c:v>1</c:v>
                </c:pt>
                <c:pt idx="1049">
                  <c:v>1</c:v>
                </c:pt>
                <c:pt idx="1050">
                  <c:v>1</c:v>
                </c:pt>
                <c:pt idx="1051">
                  <c:v>1</c:v>
                </c:pt>
                <c:pt idx="1052">
                  <c:v>1</c:v>
                </c:pt>
                <c:pt idx="1053">
                  <c:v>1</c:v>
                </c:pt>
                <c:pt idx="1054">
                  <c:v>1</c:v>
                </c:pt>
                <c:pt idx="1055">
                  <c:v>1</c:v>
                </c:pt>
                <c:pt idx="1056">
                  <c:v>1</c:v>
                </c:pt>
                <c:pt idx="1057">
                  <c:v>1</c:v>
                </c:pt>
                <c:pt idx="1058">
                  <c:v>1</c:v>
                </c:pt>
                <c:pt idx="1059">
                  <c:v>1</c:v>
                </c:pt>
                <c:pt idx="1060">
                  <c:v>1</c:v>
                </c:pt>
                <c:pt idx="1061">
                  <c:v>1</c:v>
                </c:pt>
                <c:pt idx="1062">
                  <c:v>1</c:v>
                </c:pt>
                <c:pt idx="1063">
                  <c:v>1</c:v>
                </c:pt>
                <c:pt idx="1064">
                  <c:v>1</c:v>
                </c:pt>
                <c:pt idx="1065">
                  <c:v>1</c:v>
                </c:pt>
                <c:pt idx="1066">
                  <c:v>1</c:v>
                </c:pt>
                <c:pt idx="1067">
                  <c:v>1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1</c:v>
                </c:pt>
                <c:pt idx="1072">
                  <c:v>1</c:v>
                </c:pt>
                <c:pt idx="1073">
                  <c:v>1</c:v>
                </c:pt>
                <c:pt idx="1074">
                  <c:v>1</c:v>
                </c:pt>
                <c:pt idx="1075">
                  <c:v>1</c:v>
                </c:pt>
                <c:pt idx="1076">
                  <c:v>1</c:v>
                </c:pt>
                <c:pt idx="1077">
                  <c:v>1</c:v>
                </c:pt>
                <c:pt idx="1078">
                  <c:v>1</c:v>
                </c:pt>
                <c:pt idx="1079">
                  <c:v>1</c:v>
                </c:pt>
                <c:pt idx="1080">
                  <c:v>1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1</c:v>
                </c:pt>
                <c:pt idx="1085">
                  <c:v>1</c:v>
                </c:pt>
                <c:pt idx="1086">
                  <c:v>1</c:v>
                </c:pt>
                <c:pt idx="1087">
                  <c:v>1</c:v>
                </c:pt>
                <c:pt idx="1088">
                  <c:v>1</c:v>
                </c:pt>
                <c:pt idx="1089">
                  <c:v>1</c:v>
                </c:pt>
                <c:pt idx="1090">
                  <c:v>1</c:v>
                </c:pt>
                <c:pt idx="1091">
                  <c:v>1</c:v>
                </c:pt>
                <c:pt idx="1092">
                  <c:v>1</c:v>
                </c:pt>
                <c:pt idx="1093">
                  <c:v>1</c:v>
                </c:pt>
                <c:pt idx="1094">
                  <c:v>1</c:v>
                </c:pt>
                <c:pt idx="1095">
                  <c:v>1</c:v>
                </c:pt>
                <c:pt idx="1096">
                  <c:v>1</c:v>
                </c:pt>
                <c:pt idx="1097">
                  <c:v>1</c:v>
                </c:pt>
                <c:pt idx="1098">
                  <c:v>1</c:v>
                </c:pt>
                <c:pt idx="1099">
                  <c:v>1</c:v>
                </c:pt>
                <c:pt idx="1100">
                  <c:v>1</c:v>
                </c:pt>
                <c:pt idx="1101">
                  <c:v>1</c:v>
                </c:pt>
                <c:pt idx="1102">
                  <c:v>1</c:v>
                </c:pt>
                <c:pt idx="1103">
                  <c:v>1</c:v>
                </c:pt>
                <c:pt idx="1104">
                  <c:v>1</c:v>
                </c:pt>
                <c:pt idx="1105">
                  <c:v>1</c:v>
                </c:pt>
                <c:pt idx="1106">
                  <c:v>1</c:v>
                </c:pt>
                <c:pt idx="1107">
                  <c:v>1</c:v>
                </c:pt>
                <c:pt idx="1108">
                  <c:v>1</c:v>
                </c:pt>
                <c:pt idx="1109">
                  <c:v>1</c:v>
                </c:pt>
                <c:pt idx="1110">
                  <c:v>1</c:v>
                </c:pt>
                <c:pt idx="1111">
                  <c:v>1</c:v>
                </c:pt>
                <c:pt idx="1112">
                  <c:v>1</c:v>
                </c:pt>
                <c:pt idx="1113">
                  <c:v>1</c:v>
                </c:pt>
                <c:pt idx="1114">
                  <c:v>1</c:v>
                </c:pt>
                <c:pt idx="1115">
                  <c:v>1</c:v>
                </c:pt>
                <c:pt idx="1116">
                  <c:v>1</c:v>
                </c:pt>
                <c:pt idx="1117">
                  <c:v>1</c:v>
                </c:pt>
                <c:pt idx="1118">
                  <c:v>1</c:v>
                </c:pt>
                <c:pt idx="1119">
                  <c:v>1</c:v>
                </c:pt>
                <c:pt idx="1120">
                  <c:v>1</c:v>
                </c:pt>
                <c:pt idx="1121">
                  <c:v>1</c:v>
                </c:pt>
                <c:pt idx="1122">
                  <c:v>1</c:v>
                </c:pt>
                <c:pt idx="1123">
                  <c:v>1</c:v>
                </c:pt>
                <c:pt idx="1124">
                  <c:v>1</c:v>
                </c:pt>
                <c:pt idx="1125">
                  <c:v>1</c:v>
                </c:pt>
                <c:pt idx="1126">
                  <c:v>1</c:v>
                </c:pt>
                <c:pt idx="1127">
                  <c:v>1</c:v>
                </c:pt>
                <c:pt idx="1128">
                  <c:v>1</c:v>
                </c:pt>
                <c:pt idx="1129">
                  <c:v>1</c:v>
                </c:pt>
                <c:pt idx="1130">
                  <c:v>1</c:v>
                </c:pt>
                <c:pt idx="1131">
                  <c:v>1</c:v>
                </c:pt>
                <c:pt idx="1132">
                  <c:v>1</c:v>
                </c:pt>
                <c:pt idx="1133">
                  <c:v>1</c:v>
                </c:pt>
                <c:pt idx="1134">
                  <c:v>1</c:v>
                </c:pt>
                <c:pt idx="1135">
                  <c:v>1</c:v>
                </c:pt>
                <c:pt idx="1136">
                  <c:v>1</c:v>
                </c:pt>
                <c:pt idx="1137">
                  <c:v>1</c:v>
                </c:pt>
                <c:pt idx="1138">
                  <c:v>1</c:v>
                </c:pt>
                <c:pt idx="1139">
                  <c:v>1</c:v>
                </c:pt>
                <c:pt idx="1140">
                  <c:v>1</c:v>
                </c:pt>
                <c:pt idx="1141">
                  <c:v>1</c:v>
                </c:pt>
                <c:pt idx="1142">
                  <c:v>1</c:v>
                </c:pt>
                <c:pt idx="1143">
                  <c:v>1.25</c:v>
                </c:pt>
                <c:pt idx="1144">
                  <c:v>1.25</c:v>
                </c:pt>
                <c:pt idx="1145">
                  <c:v>1.25</c:v>
                </c:pt>
                <c:pt idx="1146">
                  <c:v>1.25</c:v>
                </c:pt>
                <c:pt idx="1147">
                  <c:v>1.25</c:v>
                </c:pt>
                <c:pt idx="1148">
                  <c:v>1.25</c:v>
                </c:pt>
                <c:pt idx="1149">
                  <c:v>1.25</c:v>
                </c:pt>
                <c:pt idx="1150">
                  <c:v>1.25</c:v>
                </c:pt>
                <c:pt idx="1151">
                  <c:v>1.25</c:v>
                </c:pt>
                <c:pt idx="1152">
                  <c:v>1.25</c:v>
                </c:pt>
                <c:pt idx="1153">
                  <c:v>1.25</c:v>
                </c:pt>
                <c:pt idx="1154">
                  <c:v>1.25</c:v>
                </c:pt>
                <c:pt idx="1155">
                  <c:v>1.25</c:v>
                </c:pt>
                <c:pt idx="1156">
                  <c:v>1.25</c:v>
                </c:pt>
                <c:pt idx="1157">
                  <c:v>1.25</c:v>
                </c:pt>
                <c:pt idx="1158">
                  <c:v>1.25</c:v>
                </c:pt>
                <c:pt idx="1159">
                  <c:v>1.25</c:v>
                </c:pt>
                <c:pt idx="1160">
                  <c:v>1.25</c:v>
                </c:pt>
                <c:pt idx="1161">
                  <c:v>1.25</c:v>
                </c:pt>
                <c:pt idx="1162">
                  <c:v>1.25</c:v>
                </c:pt>
                <c:pt idx="1163">
                  <c:v>1.25</c:v>
                </c:pt>
                <c:pt idx="1164">
                  <c:v>1.25</c:v>
                </c:pt>
                <c:pt idx="1165">
                  <c:v>1.25</c:v>
                </c:pt>
                <c:pt idx="1166">
                  <c:v>1.25</c:v>
                </c:pt>
                <c:pt idx="1167">
                  <c:v>1.25</c:v>
                </c:pt>
                <c:pt idx="1168">
                  <c:v>1.25</c:v>
                </c:pt>
                <c:pt idx="1169">
                  <c:v>1.25</c:v>
                </c:pt>
                <c:pt idx="1170">
                  <c:v>1.25</c:v>
                </c:pt>
                <c:pt idx="1171">
                  <c:v>1.5</c:v>
                </c:pt>
                <c:pt idx="1172">
                  <c:v>1.5</c:v>
                </c:pt>
                <c:pt idx="1173">
                  <c:v>1.5</c:v>
                </c:pt>
                <c:pt idx="1174">
                  <c:v>1.5</c:v>
                </c:pt>
                <c:pt idx="1175">
                  <c:v>1.5</c:v>
                </c:pt>
                <c:pt idx="1176">
                  <c:v>1.5</c:v>
                </c:pt>
                <c:pt idx="1177">
                  <c:v>1.5</c:v>
                </c:pt>
                <c:pt idx="1178">
                  <c:v>1.5</c:v>
                </c:pt>
                <c:pt idx="1179">
                  <c:v>1.5</c:v>
                </c:pt>
                <c:pt idx="1180">
                  <c:v>1.5</c:v>
                </c:pt>
                <c:pt idx="1181">
                  <c:v>1.5</c:v>
                </c:pt>
                <c:pt idx="1182">
                  <c:v>1.5</c:v>
                </c:pt>
                <c:pt idx="1183">
                  <c:v>1.5</c:v>
                </c:pt>
                <c:pt idx="1184">
                  <c:v>1.5</c:v>
                </c:pt>
                <c:pt idx="1185">
                  <c:v>1.5</c:v>
                </c:pt>
                <c:pt idx="1186">
                  <c:v>1.5</c:v>
                </c:pt>
                <c:pt idx="1187">
                  <c:v>1.5</c:v>
                </c:pt>
                <c:pt idx="1188">
                  <c:v>1.5</c:v>
                </c:pt>
                <c:pt idx="1189">
                  <c:v>1.5</c:v>
                </c:pt>
                <c:pt idx="1190">
                  <c:v>1.5</c:v>
                </c:pt>
                <c:pt idx="1191">
                  <c:v>1.5</c:v>
                </c:pt>
                <c:pt idx="1192">
                  <c:v>1.5</c:v>
                </c:pt>
                <c:pt idx="1193">
                  <c:v>1.5</c:v>
                </c:pt>
                <c:pt idx="1194">
                  <c:v>1.5</c:v>
                </c:pt>
                <c:pt idx="1195">
                  <c:v>1.5</c:v>
                </c:pt>
                <c:pt idx="1196">
                  <c:v>1.5</c:v>
                </c:pt>
                <c:pt idx="1197">
                  <c:v>1.5</c:v>
                </c:pt>
                <c:pt idx="1198">
                  <c:v>1.5</c:v>
                </c:pt>
                <c:pt idx="1199">
                  <c:v>1.5</c:v>
                </c:pt>
                <c:pt idx="1200">
                  <c:v>1.75</c:v>
                </c:pt>
                <c:pt idx="1201">
                  <c:v>1.75</c:v>
                </c:pt>
                <c:pt idx="1202">
                  <c:v>1.75</c:v>
                </c:pt>
                <c:pt idx="1203">
                  <c:v>1.75</c:v>
                </c:pt>
                <c:pt idx="1204">
                  <c:v>1.75</c:v>
                </c:pt>
                <c:pt idx="1205">
                  <c:v>1.75</c:v>
                </c:pt>
                <c:pt idx="1206">
                  <c:v>1.75</c:v>
                </c:pt>
                <c:pt idx="1207">
                  <c:v>1.75</c:v>
                </c:pt>
                <c:pt idx="1208">
                  <c:v>1.75</c:v>
                </c:pt>
                <c:pt idx="1209">
                  <c:v>1.75</c:v>
                </c:pt>
                <c:pt idx="1210">
                  <c:v>1.75</c:v>
                </c:pt>
                <c:pt idx="1211">
                  <c:v>1.75</c:v>
                </c:pt>
                <c:pt idx="1212">
                  <c:v>1.75</c:v>
                </c:pt>
                <c:pt idx="1213">
                  <c:v>1.75</c:v>
                </c:pt>
                <c:pt idx="1214">
                  <c:v>1.75</c:v>
                </c:pt>
                <c:pt idx="1215">
                  <c:v>1.75</c:v>
                </c:pt>
                <c:pt idx="1216">
                  <c:v>1.75</c:v>
                </c:pt>
                <c:pt idx="1217">
                  <c:v>1.75</c:v>
                </c:pt>
                <c:pt idx="1218">
                  <c:v>1.75</c:v>
                </c:pt>
                <c:pt idx="1219">
                  <c:v>1.75</c:v>
                </c:pt>
                <c:pt idx="1220">
                  <c:v>1.75</c:v>
                </c:pt>
                <c:pt idx="1221">
                  <c:v>1.75</c:v>
                </c:pt>
                <c:pt idx="1222">
                  <c:v>1.75</c:v>
                </c:pt>
                <c:pt idx="1223">
                  <c:v>1.75</c:v>
                </c:pt>
                <c:pt idx="1224">
                  <c:v>1.75</c:v>
                </c:pt>
                <c:pt idx="1225">
                  <c:v>1.75</c:v>
                </c:pt>
                <c:pt idx="1226">
                  <c:v>1.75</c:v>
                </c:pt>
                <c:pt idx="1227">
                  <c:v>1.75</c:v>
                </c:pt>
                <c:pt idx="1228">
                  <c:v>1.75</c:v>
                </c:pt>
                <c:pt idx="1229">
                  <c:v>1.75</c:v>
                </c:pt>
                <c:pt idx="1230">
                  <c:v>1.75</c:v>
                </c:pt>
                <c:pt idx="1231">
                  <c:v>1.75</c:v>
                </c:pt>
                <c:pt idx="1232">
                  <c:v>1.75</c:v>
                </c:pt>
                <c:pt idx="1233">
                  <c:v>1.75</c:v>
                </c:pt>
                <c:pt idx="1234">
                  <c:v>1.75</c:v>
                </c:pt>
                <c:pt idx="1235">
                  <c:v>1.75</c:v>
                </c:pt>
                <c:pt idx="1236">
                  <c:v>2</c:v>
                </c:pt>
                <c:pt idx="1237">
                  <c:v>2</c:v>
                </c:pt>
                <c:pt idx="1238">
                  <c:v>2</c:v>
                </c:pt>
                <c:pt idx="1239">
                  <c:v>2</c:v>
                </c:pt>
                <c:pt idx="1240">
                  <c:v>2</c:v>
                </c:pt>
                <c:pt idx="1241">
                  <c:v>2</c:v>
                </c:pt>
                <c:pt idx="1242">
                  <c:v>2</c:v>
                </c:pt>
                <c:pt idx="1243">
                  <c:v>2</c:v>
                </c:pt>
                <c:pt idx="1244">
                  <c:v>2</c:v>
                </c:pt>
                <c:pt idx="1245">
                  <c:v>2</c:v>
                </c:pt>
                <c:pt idx="1246">
                  <c:v>2</c:v>
                </c:pt>
                <c:pt idx="1247">
                  <c:v>2</c:v>
                </c:pt>
                <c:pt idx="1248">
                  <c:v>2</c:v>
                </c:pt>
                <c:pt idx="1249">
                  <c:v>2</c:v>
                </c:pt>
                <c:pt idx="1250">
                  <c:v>2</c:v>
                </c:pt>
                <c:pt idx="1251">
                  <c:v>2</c:v>
                </c:pt>
                <c:pt idx="1252">
                  <c:v>2</c:v>
                </c:pt>
                <c:pt idx="1253">
                  <c:v>2</c:v>
                </c:pt>
                <c:pt idx="1254">
                  <c:v>2</c:v>
                </c:pt>
                <c:pt idx="1255">
                  <c:v>2</c:v>
                </c:pt>
                <c:pt idx="1256">
                  <c:v>2</c:v>
                </c:pt>
                <c:pt idx="1257">
                  <c:v>2</c:v>
                </c:pt>
                <c:pt idx="1258">
                  <c:v>2</c:v>
                </c:pt>
                <c:pt idx="1259">
                  <c:v>2.25</c:v>
                </c:pt>
                <c:pt idx="1260">
                  <c:v>2.25</c:v>
                </c:pt>
                <c:pt idx="1261">
                  <c:v>2.25</c:v>
                </c:pt>
                <c:pt idx="1262">
                  <c:v>2.25</c:v>
                </c:pt>
                <c:pt idx="1263">
                  <c:v>2.25</c:v>
                </c:pt>
                <c:pt idx="1264">
                  <c:v>2.25</c:v>
                </c:pt>
                <c:pt idx="1265">
                  <c:v>2.25</c:v>
                </c:pt>
                <c:pt idx="1266">
                  <c:v>2.25</c:v>
                </c:pt>
                <c:pt idx="1267">
                  <c:v>2.25</c:v>
                </c:pt>
                <c:pt idx="1268">
                  <c:v>2.25</c:v>
                </c:pt>
                <c:pt idx="1269">
                  <c:v>2.25</c:v>
                </c:pt>
                <c:pt idx="1270">
                  <c:v>2.25</c:v>
                </c:pt>
                <c:pt idx="1271">
                  <c:v>2.25</c:v>
                </c:pt>
                <c:pt idx="1272">
                  <c:v>2.25</c:v>
                </c:pt>
                <c:pt idx="1273">
                  <c:v>2.25</c:v>
                </c:pt>
                <c:pt idx="1274">
                  <c:v>2.25</c:v>
                </c:pt>
                <c:pt idx="1275">
                  <c:v>2.25</c:v>
                </c:pt>
                <c:pt idx="1276">
                  <c:v>2.25</c:v>
                </c:pt>
                <c:pt idx="1277">
                  <c:v>2.25</c:v>
                </c:pt>
                <c:pt idx="1278">
                  <c:v>2.25</c:v>
                </c:pt>
                <c:pt idx="1279">
                  <c:v>2.25</c:v>
                </c:pt>
                <c:pt idx="1280">
                  <c:v>2.25</c:v>
                </c:pt>
                <c:pt idx="1281">
                  <c:v>2.25</c:v>
                </c:pt>
                <c:pt idx="1282">
                  <c:v>2.25</c:v>
                </c:pt>
                <c:pt idx="1283">
                  <c:v>2.25</c:v>
                </c:pt>
                <c:pt idx="1284">
                  <c:v>2.25</c:v>
                </c:pt>
                <c:pt idx="1285">
                  <c:v>2.25</c:v>
                </c:pt>
                <c:pt idx="1286">
                  <c:v>2.25</c:v>
                </c:pt>
                <c:pt idx="1287">
                  <c:v>2.25</c:v>
                </c:pt>
                <c:pt idx="1288">
                  <c:v>2.25</c:v>
                </c:pt>
                <c:pt idx="1289">
                  <c:v>2.25</c:v>
                </c:pt>
                <c:pt idx="1290">
                  <c:v>2.25</c:v>
                </c:pt>
                <c:pt idx="1291">
                  <c:v>2.25</c:v>
                </c:pt>
                <c:pt idx="1292">
                  <c:v>2.25</c:v>
                </c:pt>
                <c:pt idx="1293">
                  <c:v>2.25</c:v>
                </c:pt>
                <c:pt idx="1294">
                  <c:v>2.5</c:v>
                </c:pt>
                <c:pt idx="1295">
                  <c:v>2.5</c:v>
                </c:pt>
                <c:pt idx="1296">
                  <c:v>2.5</c:v>
                </c:pt>
                <c:pt idx="1297">
                  <c:v>2.5</c:v>
                </c:pt>
                <c:pt idx="1298">
                  <c:v>2.5</c:v>
                </c:pt>
                <c:pt idx="1299">
                  <c:v>2.5</c:v>
                </c:pt>
                <c:pt idx="1300">
                  <c:v>2.5</c:v>
                </c:pt>
                <c:pt idx="1301">
                  <c:v>2.5</c:v>
                </c:pt>
                <c:pt idx="1302">
                  <c:v>2.5</c:v>
                </c:pt>
                <c:pt idx="1303">
                  <c:v>2.5</c:v>
                </c:pt>
                <c:pt idx="1304">
                  <c:v>2.5</c:v>
                </c:pt>
                <c:pt idx="1305">
                  <c:v>2.5</c:v>
                </c:pt>
                <c:pt idx="1306">
                  <c:v>2.5</c:v>
                </c:pt>
                <c:pt idx="1307">
                  <c:v>2.5</c:v>
                </c:pt>
                <c:pt idx="1308">
                  <c:v>2.5</c:v>
                </c:pt>
                <c:pt idx="1309">
                  <c:v>2.5</c:v>
                </c:pt>
                <c:pt idx="1310">
                  <c:v>2.5</c:v>
                </c:pt>
                <c:pt idx="1311">
                  <c:v>2.5</c:v>
                </c:pt>
                <c:pt idx="1312">
                  <c:v>2.5</c:v>
                </c:pt>
                <c:pt idx="1313">
                  <c:v>2.5</c:v>
                </c:pt>
                <c:pt idx="1314">
                  <c:v>2.5</c:v>
                </c:pt>
                <c:pt idx="1315">
                  <c:v>2.5</c:v>
                </c:pt>
                <c:pt idx="1316">
                  <c:v>2.5</c:v>
                </c:pt>
                <c:pt idx="1317">
                  <c:v>2.5</c:v>
                </c:pt>
                <c:pt idx="1318">
                  <c:v>2.5</c:v>
                </c:pt>
                <c:pt idx="1319">
                  <c:v>2.5</c:v>
                </c:pt>
                <c:pt idx="1320">
                  <c:v>2.5</c:v>
                </c:pt>
                <c:pt idx="1321">
                  <c:v>2.5</c:v>
                </c:pt>
                <c:pt idx="1322">
                  <c:v>2.5</c:v>
                </c:pt>
                <c:pt idx="1323">
                  <c:v>2.5</c:v>
                </c:pt>
                <c:pt idx="1324">
                  <c:v>2.5</c:v>
                </c:pt>
                <c:pt idx="1325">
                  <c:v>2.5</c:v>
                </c:pt>
                <c:pt idx="1326">
                  <c:v>2.5</c:v>
                </c:pt>
                <c:pt idx="1327">
                  <c:v>2.5</c:v>
                </c:pt>
                <c:pt idx="1328">
                  <c:v>2.75</c:v>
                </c:pt>
                <c:pt idx="1329">
                  <c:v>2.75</c:v>
                </c:pt>
                <c:pt idx="1330">
                  <c:v>2.75</c:v>
                </c:pt>
                <c:pt idx="1331">
                  <c:v>2.75</c:v>
                </c:pt>
                <c:pt idx="1332">
                  <c:v>2.75</c:v>
                </c:pt>
                <c:pt idx="1333">
                  <c:v>2.75</c:v>
                </c:pt>
                <c:pt idx="1334">
                  <c:v>2.75</c:v>
                </c:pt>
                <c:pt idx="1335">
                  <c:v>2.75</c:v>
                </c:pt>
                <c:pt idx="1336">
                  <c:v>2.75</c:v>
                </c:pt>
                <c:pt idx="1337">
                  <c:v>2.75</c:v>
                </c:pt>
                <c:pt idx="1338">
                  <c:v>2.75</c:v>
                </c:pt>
                <c:pt idx="1339">
                  <c:v>2.75</c:v>
                </c:pt>
                <c:pt idx="1340">
                  <c:v>2.75</c:v>
                </c:pt>
                <c:pt idx="1341">
                  <c:v>2.75</c:v>
                </c:pt>
                <c:pt idx="1342">
                  <c:v>2.75</c:v>
                </c:pt>
                <c:pt idx="1343">
                  <c:v>2.75</c:v>
                </c:pt>
                <c:pt idx="1344">
                  <c:v>2.75</c:v>
                </c:pt>
                <c:pt idx="1345">
                  <c:v>2.75</c:v>
                </c:pt>
                <c:pt idx="1346">
                  <c:v>2.75</c:v>
                </c:pt>
                <c:pt idx="1347">
                  <c:v>2.75</c:v>
                </c:pt>
                <c:pt idx="1348">
                  <c:v>2.75</c:v>
                </c:pt>
                <c:pt idx="1349">
                  <c:v>2.75</c:v>
                </c:pt>
                <c:pt idx="1350">
                  <c:v>2.75</c:v>
                </c:pt>
                <c:pt idx="1351">
                  <c:v>2.75</c:v>
                </c:pt>
                <c:pt idx="1352">
                  <c:v>2.75</c:v>
                </c:pt>
                <c:pt idx="1353">
                  <c:v>2.75</c:v>
                </c:pt>
                <c:pt idx="1354">
                  <c:v>2.75</c:v>
                </c:pt>
                <c:pt idx="1355">
                  <c:v>2.75</c:v>
                </c:pt>
                <c:pt idx="1356">
                  <c:v>2.75</c:v>
                </c:pt>
                <c:pt idx="1357">
                  <c:v>2.75</c:v>
                </c:pt>
                <c:pt idx="1358">
                  <c:v>3</c:v>
                </c:pt>
                <c:pt idx="1359">
                  <c:v>3</c:v>
                </c:pt>
                <c:pt idx="1360">
                  <c:v>3</c:v>
                </c:pt>
                <c:pt idx="1361">
                  <c:v>3</c:v>
                </c:pt>
                <c:pt idx="1362">
                  <c:v>3</c:v>
                </c:pt>
                <c:pt idx="1363">
                  <c:v>3</c:v>
                </c:pt>
                <c:pt idx="1364">
                  <c:v>3</c:v>
                </c:pt>
                <c:pt idx="1365">
                  <c:v>3</c:v>
                </c:pt>
                <c:pt idx="1366">
                  <c:v>3</c:v>
                </c:pt>
                <c:pt idx="1367">
                  <c:v>3</c:v>
                </c:pt>
                <c:pt idx="1368">
                  <c:v>3</c:v>
                </c:pt>
                <c:pt idx="1369">
                  <c:v>3</c:v>
                </c:pt>
                <c:pt idx="1370">
                  <c:v>3</c:v>
                </c:pt>
                <c:pt idx="1371">
                  <c:v>3</c:v>
                </c:pt>
                <c:pt idx="1372">
                  <c:v>3</c:v>
                </c:pt>
                <c:pt idx="1373">
                  <c:v>3</c:v>
                </c:pt>
                <c:pt idx="1374">
                  <c:v>3</c:v>
                </c:pt>
                <c:pt idx="1375">
                  <c:v>3</c:v>
                </c:pt>
                <c:pt idx="1376">
                  <c:v>3</c:v>
                </c:pt>
                <c:pt idx="1377">
                  <c:v>3</c:v>
                </c:pt>
                <c:pt idx="1378">
                  <c:v>3</c:v>
                </c:pt>
                <c:pt idx="1379">
                  <c:v>3</c:v>
                </c:pt>
                <c:pt idx="1380">
                  <c:v>3</c:v>
                </c:pt>
                <c:pt idx="1381">
                  <c:v>3</c:v>
                </c:pt>
                <c:pt idx="1382">
                  <c:v>3</c:v>
                </c:pt>
                <c:pt idx="1383">
                  <c:v>3</c:v>
                </c:pt>
                <c:pt idx="1384">
                  <c:v>3</c:v>
                </c:pt>
                <c:pt idx="1385">
                  <c:v>3</c:v>
                </c:pt>
                <c:pt idx="1386">
                  <c:v>3</c:v>
                </c:pt>
                <c:pt idx="1387">
                  <c:v>3</c:v>
                </c:pt>
                <c:pt idx="1388">
                  <c:v>3</c:v>
                </c:pt>
                <c:pt idx="1389">
                  <c:v>3</c:v>
                </c:pt>
                <c:pt idx="1390">
                  <c:v>3</c:v>
                </c:pt>
                <c:pt idx="1391">
                  <c:v>3</c:v>
                </c:pt>
                <c:pt idx="1392">
                  <c:v>3</c:v>
                </c:pt>
                <c:pt idx="1393">
                  <c:v>3</c:v>
                </c:pt>
                <c:pt idx="1394">
                  <c:v>3</c:v>
                </c:pt>
                <c:pt idx="1395">
                  <c:v>3</c:v>
                </c:pt>
                <c:pt idx="1396">
                  <c:v>3</c:v>
                </c:pt>
                <c:pt idx="1397">
                  <c:v>3</c:v>
                </c:pt>
                <c:pt idx="1398">
                  <c:v>3</c:v>
                </c:pt>
                <c:pt idx="1399">
                  <c:v>3</c:v>
                </c:pt>
                <c:pt idx="1400">
                  <c:v>3.25</c:v>
                </c:pt>
                <c:pt idx="1401">
                  <c:v>3.25</c:v>
                </c:pt>
                <c:pt idx="1402">
                  <c:v>3.25</c:v>
                </c:pt>
                <c:pt idx="1403">
                  <c:v>3.25</c:v>
                </c:pt>
                <c:pt idx="1404">
                  <c:v>3.25</c:v>
                </c:pt>
                <c:pt idx="1405">
                  <c:v>3.25</c:v>
                </c:pt>
                <c:pt idx="1406">
                  <c:v>3.25</c:v>
                </c:pt>
                <c:pt idx="1407">
                  <c:v>3.25</c:v>
                </c:pt>
                <c:pt idx="1408">
                  <c:v>3.25</c:v>
                </c:pt>
                <c:pt idx="1409">
                  <c:v>3.25</c:v>
                </c:pt>
                <c:pt idx="1410">
                  <c:v>3.25</c:v>
                </c:pt>
                <c:pt idx="1411">
                  <c:v>3.25</c:v>
                </c:pt>
                <c:pt idx="1412">
                  <c:v>3.25</c:v>
                </c:pt>
                <c:pt idx="1413">
                  <c:v>3.25</c:v>
                </c:pt>
                <c:pt idx="1414">
                  <c:v>3.25</c:v>
                </c:pt>
                <c:pt idx="1415">
                  <c:v>3.25</c:v>
                </c:pt>
                <c:pt idx="1416">
                  <c:v>3.25</c:v>
                </c:pt>
                <c:pt idx="1417">
                  <c:v>3.25</c:v>
                </c:pt>
                <c:pt idx="1418">
                  <c:v>3.25</c:v>
                </c:pt>
                <c:pt idx="1419">
                  <c:v>3.25</c:v>
                </c:pt>
                <c:pt idx="1420">
                  <c:v>3.25</c:v>
                </c:pt>
                <c:pt idx="1421">
                  <c:v>3.25</c:v>
                </c:pt>
                <c:pt idx="1422">
                  <c:v>3.25</c:v>
                </c:pt>
                <c:pt idx="1423">
                  <c:v>3.25</c:v>
                </c:pt>
                <c:pt idx="1424">
                  <c:v>3.25</c:v>
                </c:pt>
                <c:pt idx="1425">
                  <c:v>3.25</c:v>
                </c:pt>
                <c:pt idx="1426">
                  <c:v>3.25</c:v>
                </c:pt>
                <c:pt idx="1427">
                  <c:v>3.25</c:v>
                </c:pt>
                <c:pt idx="1428">
                  <c:v>3.5</c:v>
                </c:pt>
                <c:pt idx="1429">
                  <c:v>3.5</c:v>
                </c:pt>
                <c:pt idx="1430">
                  <c:v>3.5</c:v>
                </c:pt>
                <c:pt idx="1431">
                  <c:v>3.5</c:v>
                </c:pt>
                <c:pt idx="1432">
                  <c:v>3.5</c:v>
                </c:pt>
                <c:pt idx="1433">
                  <c:v>3.5</c:v>
                </c:pt>
                <c:pt idx="1434">
                  <c:v>3.5</c:v>
                </c:pt>
                <c:pt idx="1435">
                  <c:v>3.5</c:v>
                </c:pt>
                <c:pt idx="1436">
                  <c:v>3.5</c:v>
                </c:pt>
                <c:pt idx="1437">
                  <c:v>3.5</c:v>
                </c:pt>
                <c:pt idx="1438">
                  <c:v>3.5</c:v>
                </c:pt>
                <c:pt idx="1439">
                  <c:v>3.5</c:v>
                </c:pt>
                <c:pt idx="1440">
                  <c:v>3.5</c:v>
                </c:pt>
                <c:pt idx="1441">
                  <c:v>3.5</c:v>
                </c:pt>
                <c:pt idx="1442">
                  <c:v>3.5</c:v>
                </c:pt>
                <c:pt idx="1443">
                  <c:v>3.5</c:v>
                </c:pt>
                <c:pt idx="1444">
                  <c:v>3.5</c:v>
                </c:pt>
                <c:pt idx="1445">
                  <c:v>3.5</c:v>
                </c:pt>
                <c:pt idx="1446">
                  <c:v>3.5</c:v>
                </c:pt>
                <c:pt idx="1447">
                  <c:v>3.5</c:v>
                </c:pt>
                <c:pt idx="1448">
                  <c:v>3.5</c:v>
                </c:pt>
                <c:pt idx="1449">
                  <c:v>3.5</c:v>
                </c:pt>
                <c:pt idx="1450">
                  <c:v>3.5</c:v>
                </c:pt>
                <c:pt idx="1451">
                  <c:v>3.5</c:v>
                </c:pt>
                <c:pt idx="1452">
                  <c:v>3.5</c:v>
                </c:pt>
                <c:pt idx="1453">
                  <c:v>3.5</c:v>
                </c:pt>
                <c:pt idx="1454">
                  <c:v>3.5</c:v>
                </c:pt>
                <c:pt idx="1455">
                  <c:v>3.5</c:v>
                </c:pt>
                <c:pt idx="1456">
                  <c:v>3.5</c:v>
                </c:pt>
                <c:pt idx="1457">
                  <c:v>3.5</c:v>
                </c:pt>
                <c:pt idx="1458">
                  <c:v>3.75</c:v>
                </c:pt>
                <c:pt idx="1459">
                  <c:v>3.75</c:v>
                </c:pt>
                <c:pt idx="1460">
                  <c:v>3.75</c:v>
                </c:pt>
                <c:pt idx="1461">
                  <c:v>3.75</c:v>
                </c:pt>
                <c:pt idx="1462">
                  <c:v>3.75</c:v>
                </c:pt>
                <c:pt idx="1463">
                  <c:v>3.75</c:v>
                </c:pt>
                <c:pt idx="1464">
                  <c:v>3.75</c:v>
                </c:pt>
                <c:pt idx="1465">
                  <c:v>3.75</c:v>
                </c:pt>
                <c:pt idx="1466">
                  <c:v>3.75</c:v>
                </c:pt>
                <c:pt idx="1467">
                  <c:v>3.75</c:v>
                </c:pt>
                <c:pt idx="1468">
                  <c:v>3.75</c:v>
                </c:pt>
                <c:pt idx="1469">
                  <c:v>3.75</c:v>
                </c:pt>
                <c:pt idx="1470">
                  <c:v>3.75</c:v>
                </c:pt>
                <c:pt idx="1471">
                  <c:v>3.75</c:v>
                </c:pt>
                <c:pt idx="1472">
                  <c:v>3.75</c:v>
                </c:pt>
                <c:pt idx="1473">
                  <c:v>3.75</c:v>
                </c:pt>
                <c:pt idx="1474">
                  <c:v>3.75</c:v>
                </c:pt>
                <c:pt idx="1475">
                  <c:v>3.75</c:v>
                </c:pt>
                <c:pt idx="1476">
                  <c:v>3.75</c:v>
                </c:pt>
                <c:pt idx="1477">
                  <c:v>3.75</c:v>
                </c:pt>
                <c:pt idx="1478">
                  <c:v>3.75</c:v>
                </c:pt>
                <c:pt idx="1479">
                  <c:v>3.75</c:v>
                </c:pt>
                <c:pt idx="1480">
                  <c:v>3.75</c:v>
                </c:pt>
                <c:pt idx="1481">
                  <c:v>3.75</c:v>
                </c:pt>
                <c:pt idx="1482">
                  <c:v>3.75</c:v>
                </c:pt>
                <c:pt idx="1483">
                  <c:v>3.75</c:v>
                </c:pt>
                <c:pt idx="1484">
                  <c:v>3.75</c:v>
                </c:pt>
                <c:pt idx="1485">
                  <c:v>3.75</c:v>
                </c:pt>
                <c:pt idx="1486">
                  <c:v>3.75</c:v>
                </c:pt>
                <c:pt idx="1487">
                  <c:v>3.75</c:v>
                </c:pt>
                <c:pt idx="1488">
                  <c:v>4</c:v>
                </c:pt>
                <c:pt idx="1489">
                  <c:v>4</c:v>
                </c:pt>
                <c:pt idx="1490">
                  <c:v>4</c:v>
                </c:pt>
                <c:pt idx="1491">
                  <c:v>4</c:v>
                </c:pt>
                <c:pt idx="1492">
                  <c:v>4</c:v>
                </c:pt>
                <c:pt idx="1493">
                  <c:v>4</c:v>
                </c:pt>
                <c:pt idx="1494">
                  <c:v>4</c:v>
                </c:pt>
                <c:pt idx="1495">
                  <c:v>4</c:v>
                </c:pt>
                <c:pt idx="1496">
                  <c:v>4</c:v>
                </c:pt>
                <c:pt idx="1497">
                  <c:v>4</c:v>
                </c:pt>
                <c:pt idx="1498">
                  <c:v>4</c:v>
                </c:pt>
                <c:pt idx="1499">
                  <c:v>4</c:v>
                </c:pt>
                <c:pt idx="1500">
                  <c:v>4</c:v>
                </c:pt>
                <c:pt idx="1501">
                  <c:v>4</c:v>
                </c:pt>
                <c:pt idx="1502">
                  <c:v>4</c:v>
                </c:pt>
                <c:pt idx="1503">
                  <c:v>4</c:v>
                </c:pt>
                <c:pt idx="1504">
                  <c:v>4</c:v>
                </c:pt>
                <c:pt idx="1505">
                  <c:v>4</c:v>
                </c:pt>
                <c:pt idx="1506">
                  <c:v>4</c:v>
                </c:pt>
                <c:pt idx="1507">
                  <c:v>4</c:v>
                </c:pt>
                <c:pt idx="1508">
                  <c:v>4</c:v>
                </c:pt>
                <c:pt idx="1509">
                  <c:v>4</c:v>
                </c:pt>
                <c:pt idx="1510">
                  <c:v>4</c:v>
                </c:pt>
                <c:pt idx="1511">
                  <c:v>4</c:v>
                </c:pt>
                <c:pt idx="1512">
                  <c:v>4</c:v>
                </c:pt>
                <c:pt idx="1513">
                  <c:v>4</c:v>
                </c:pt>
                <c:pt idx="1514">
                  <c:v>4</c:v>
                </c:pt>
                <c:pt idx="1515">
                  <c:v>4</c:v>
                </c:pt>
                <c:pt idx="1516">
                  <c:v>4</c:v>
                </c:pt>
                <c:pt idx="1517">
                  <c:v>4</c:v>
                </c:pt>
                <c:pt idx="1518">
                  <c:v>4.25</c:v>
                </c:pt>
                <c:pt idx="1519">
                  <c:v>4.25</c:v>
                </c:pt>
                <c:pt idx="1520">
                  <c:v>4.25</c:v>
                </c:pt>
                <c:pt idx="1521">
                  <c:v>4.25</c:v>
                </c:pt>
                <c:pt idx="1522">
                  <c:v>4.25</c:v>
                </c:pt>
                <c:pt idx="1523">
                  <c:v>4.25</c:v>
                </c:pt>
                <c:pt idx="1524">
                  <c:v>4.25</c:v>
                </c:pt>
                <c:pt idx="1525">
                  <c:v>4.25</c:v>
                </c:pt>
                <c:pt idx="1526">
                  <c:v>4.25</c:v>
                </c:pt>
                <c:pt idx="1527">
                  <c:v>4.25</c:v>
                </c:pt>
                <c:pt idx="1528">
                  <c:v>4.25</c:v>
                </c:pt>
                <c:pt idx="1529">
                  <c:v>4.25</c:v>
                </c:pt>
                <c:pt idx="1530">
                  <c:v>4.25</c:v>
                </c:pt>
                <c:pt idx="1531">
                  <c:v>4.25</c:v>
                </c:pt>
                <c:pt idx="1532">
                  <c:v>4.25</c:v>
                </c:pt>
                <c:pt idx="1533">
                  <c:v>4.25</c:v>
                </c:pt>
                <c:pt idx="1534">
                  <c:v>4.25</c:v>
                </c:pt>
                <c:pt idx="1535">
                  <c:v>4.25</c:v>
                </c:pt>
                <c:pt idx="1536">
                  <c:v>4.25</c:v>
                </c:pt>
                <c:pt idx="1537">
                  <c:v>4.25</c:v>
                </c:pt>
                <c:pt idx="1538">
                  <c:v>4.25</c:v>
                </c:pt>
                <c:pt idx="1539">
                  <c:v>4.25</c:v>
                </c:pt>
                <c:pt idx="1540">
                  <c:v>4.25</c:v>
                </c:pt>
                <c:pt idx="1541">
                  <c:v>4.25</c:v>
                </c:pt>
                <c:pt idx="1542">
                  <c:v>4.25</c:v>
                </c:pt>
                <c:pt idx="1543">
                  <c:v>4.25</c:v>
                </c:pt>
                <c:pt idx="1544">
                  <c:v>4.25</c:v>
                </c:pt>
                <c:pt idx="1545">
                  <c:v>4.25</c:v>
                </c:pt>
                <c:pt idx="1546">
                  <c:v>4.25</c:v>
                </c:pt>
                <c:pt idx="1547">
                  <c:v>4.25</c:v>
                </c:pt>
                <c:pt idx="1548">
                  <c:v>4.25</c:v>
                </c:pt>
                <c:pt idx="1549">
                  <c:v>4.25</c:v>
                </c:pt>
                <c:pt idx="1550">
                  <c:v>4.25</c:v>
                </c:pt>
                <c:pt idx="1551">
                  <c:v>4.5</c:v>
                </c:pt>
                <c:pt idx="1552">
                  <c:v>4.5</c:v>
                </c:pt>
                <c:pt idx="1553">
                  <c:v>4.5</c:v>
                </c:pt>
                <c:pt idx="1554">
                  <c:v>4.5</c:v>
                </c:pt>
                <c:pt idx="1555">
                  <c:v>4.5</c:v>
                </c:pt>
                <c:pt idx="1556">
                  <c:v>4.5</c:v>
                </c:pt>
                <c:pt idx="1557">
                  <c:v>4.5</c:v>
                </c:pt>
                <c:pt idx="1558">
                  <c:v>4.5</c:v>
                </c:pt>
                <c:pt idx="1559">
                  <c:v>4.5</c:v>
                </c:pt>
                <c:pt idx="1560">
                  <c:v>4.5</c:v>
                </c:pt>
                <c:pt idx="1561">
                  <c:v>4.5</c:v>
                </c:pt>
                <c:pt idx="1562">
                  <c:v>4.5</c:v>
                </c:pt>
                <c:pt idx="1563">
                  <c:v>4.5</c:v>
                </c:pt>
                <c:pt idx="1564">
                  <c:v>4.5</c:v>
                </c:pt>
                <c:pt idx="1565">
                  <c:v>4.5</c:v>
                </c:pt>
                <c:pt idx="1566">
                  <c:v>4.5</c:v>
                </c:pt>
                <c:pt idx="1567">
                  <c:v>4.5</c:v>
                </c:pt>
                <c:pt idx="1568">
                  <c:v>4.5</c:v>
                </c:pt>
                <c:pt idx="1569">
                  <c:v>4.5</c:v>
                </c:pt>
                <c:pt idx="1570">
                  <c:v>4.5</c:v>
                </c:pt>
                <c:pt idx="1571">
                  <c:v>4.5</c:v>
                </c:pt>
                <c:pt idx="1572">
                  <c:v>4.5</c:v>
                </c:pt>
                <c:pt idx="1573">
                  <c:v>4.5</c:v>
                </c:pt>
                <c:pt idx="1574">
                  <c:v>4.5</c:v>
                </c:pt>
                <c:pt idx="1575">
                  <c:v>4.5</c:v>
                </c:pt>
                <c:pt idx="1576">
                  <c:v>4.5</c:v>
                </c:pt>
                <c:pt idx="1577">
                  <c:v>4.5</c:v>
                </c:pt>
                <c:pt idx="1578">
                  <c:v>4.5</c:v>
                </c:pt>
                <c:pt idx="1579">
                  <c:v>4.5</c:v>
                </c:pt>
                <c:pt idx="1580">
                  <c:v>4.5</c:v>
                </c:pt>
                <c:pt idx="1581">
                  <c:v>4.5</c:v>
                </c:pt>
                <c:pt idx="1582">
                  <c:v>4.5</c:v>
                </c:pt>
                <c:pt idx="1583">
                  <c:v>4.5</c:v>
                </c:pt>
                <c:pt idx="1584">
                  <c:v>4.5</c:v>
                </c:pt>
                <c:pt idx="1585">
                  <c:v>4.5</c:v>
                </c:pt>
                <c:pt idx="1586">
                  <c:v>4.5</c:v>
                </c:pt>
                <c:pt idx="1587">
                  <c:v>4.5</c:v>
                </c:pt>
                <c:pt idx="1588">
                  <c:v>4.5</c:v>
                </c:pt>
                <c:pt idx="1589">
                  <c:v>4.5</c:v>
                </c:pt>
                <c:pt idx="1590">
                  <c:v>4.5</c:v>
                </c:pt>
                <c:pt idx="1591">
                  <c:v>4.75</c:v>
                </c:pt>
                <c:pt idx="1592">
                  <c:v>4.75</c:v>
                </c:pt>
                <c:pt idx="1593">
                  <c:v>4.75</c:v>
                </c:pt>
                <c:pt idx="1594">
                  <c:v>4.75</c:v>
                </c:pt>
                <c:pt idx="1595">
                  <c:v>4.75</c:v>
                </c:pt>
                <c:pt idx="1596">
                  <c:v>4.75</c:v>
                </c:pt>
                <c:pt idx="1597">
                  <c:v>4.75</c:v>
                </c:pt>
                <c:pt idx="1598">
                  <c:v>4.75</c:v>
                </c:pt>
                <c:pt idx="1599">
                  <c:v>4.75</c:v>
                </c:pt>
                <c:pt idx="1600">
                  <c:v>4.75</c:v>
                </c:pt>
                <c:pt idx="1601">
                  <c:v>4.75</c:v>
                </c:pt>
                <c:pt idx="1602">
                  <c:v>4.75</c:v>
                </c:pt>
                <c:pt idx="1603">
                  <c:v>4.75</c:v>
                </c:pt>
                <c:pt idx="1604">
                  <c:v>4.75</c:v>
                </c:pt>
                <c:pt idx="1605">
                  <c:v>4.75</c:v>
                </c:pt>
                <c:pt idx="1606">
                  <c:v>4.75</c:v>
                </c:pt>
                <c:pt idx="1607">
                  <c:v>4.75</c:v>
                </c:pt>
                <c:pt idx="1608">
                  <c:v>4.75</c:v>
                </c:pt>
                <c:pt idx="1609">
                  <c:v>4.75</c:v>
                </c:pt>
                <c:pt idx="1610">
                  <c:v>4.75</c:v>
                </c:pt>
                <c:pt idx="1611">
                  <c:v>4.75</c:v>
                </c:pt>
                <c:pt idx="1612">
                  <c:v>4.75</c:v>
                </c:pt>
                <c:pt idx="1613">
                  <c:v>4.75</c:v>
                </c:pt>
                <c:pt idx="1614">
                  <c:v>4.75</c:v>
                </c:pt>
                <c:pt idx="1615">
                  <c:v>4.75</c:v>
                </c:pt>
                <c:pt idx="1616">
                  <c:v>4.75</c:v>
                </c:pt>
                <c:pt idx="1617">
                  <c:v>4.75</c:v>
                </c:pt>
                <c:pt idx="1618">
                  <c:v>4.75</c:v>
                </c:pt>
                <c:pt idx="1619">
                  <c:v>4.75</c:v>
                </c:pt>
                <c:pt idx="1620">
                  <c:v>4.75</c:v>
                </c:pt>
                <c:pt idx="1621">
                  <c:v>4.75</c:v>
                </c:pt>
                <c:pt idx="1622">
                  <c:v>5</c:v>
                </c:pt>
                <c:pt idx="1623">
                  <c:v>5</c:v>
                </c:pt>
                <c:pt idx="1624">
                  <c:v>5</c:v>
                </c:pt>
                <c:pt idx="1625">
                  <c:v>5</c:v>
                </c:pt>
                <c:pt idx="1626">
                  <c:v>5</c:v>
                </c:pt>
                <c:pt idx="1627">
                  <c:v>5</c:v>
                </c:pt>
                <c:pt idx="1628">
                  <c:v>5</c:v>
                </c:pt>
                <c:pt idx="1629">
                  <c:v>5</c:v>
                </c:pt>
                <c:pt idx="1630">
                  <c:v>5</c:v>
                </c:pt>
                <c:pt idx="1631">
                  <c:v>5</c:v>
                </c:pt>
                <c:pt idx="1632">
                  <c:v>5</c:v>
                </c:pt>
                <c:pt idx="1633">
                  <c:v>5</c:v>
                </c:pt>
                <c:pt idx="1634">
                  <c:v>5</c:v>
                </c:pt>
                <c:pt idx="1635">
                  <c:v>5</c:v>
                </c:pt>
                <c:pt idx="1636">
                  <c:v>5</c:v>
                </c:pt>
                <c:pt idx="1637">
                  <c:v>5</c:v>
                </c:pt>
                <c:pt idx="1638">
                  <c:v>5</c:v>
                </c:pt>
                <c:pt idx="1639">
                  <c:v>5</c:v>
                </c:pt>
                <c:pt idx="1640">
                  <c:v>5</c:v>
                </c:pt>
                <c:pt idx="1641">
                  <c:v>5</c:v>
                </c:pt>
                <c:pt idx="1642">
                  <c:v>5</c:v>
                </c:pt>
                <c:pt idx="1643">
                  <c:v>5</c:v>
                </c:pt>
                <c:pt idx="1644">
                  <c:v>5</c:v>
                </c:pt>
                <c:pt idx="1645">
                  <c:v>5</c:v>
                </c:pt>
                <c:pt idx="1646">
                  <c:v>5</c:v>
                </c:pt>
                <c:pt idx="1647">
                  <c:v>5</c:v>
                </c:pt>
                <c:pt idx="1648">
                  <c:v>5</c:v>
                </c:pt>
                <c:pt idx="1649">
                  <c:v>5</c:v>
                </c:pt>
                <c:pt idx="1650">
                  <c:v>5</c:v>
                </c:pt>
                <c:pt idx="1651">
                  <c:v>5</c:v>
                </c:pt>
                <c:pt idx="1652">
                  <c:v>5</c:v>
                </c:pt>
                <c:pt idx="1653">
                  <c:v>5</c:v>
                </c:pt>
                <c:pt idx="1654">
                  <c:v>5</c:v>
                </c:pt>
                <c:pt idx="1655">
                  <c:v>5</c:v>
                </c:pt>
                <c:pt idx="1656">
                  <c:v>5</c:v>
                </c:pt>
                <c:pt idx="1657">
                  <c:v>5</c:v>
                </c:pt>
                <c:pt idx="1658">
                  <c:v>5.25</c:v>
                </c:pt>
                <c:pt idx="1659">
                  <c:v>5.25</c:v>
                </c:pt>
                <c:pt idx="1660">
                  <c:v>5.25</c:v>
                </c:pt>
                <c:pt idx="1661">
                  <c:v>5.25</c:v>
                </c:pt>
                <c:pt idx="1662">
                  <c:v>5.25</c:v>
                </c:pt>
                <c:pt idx="1663">
                  <c:v>5.25</c:v>
                </c:pt>
                <c:pt idx="1664">
                  <c:v>5.25</c:v>
                </c:pt>
                <c:pt idx="1665">
                  <c:v>5.25</c:v>
                </c:pt>
                <c:pt idx="1666">
                  <c:v>5.25</c:v>
                </c:pt>
                <c:pt idx="1667">
                  <c:v>5.25</c:v>
                </c:pt>
                <c:pt idx="1668">
                  <c:v>5.25</c:v>
                </c:pt>
                <c:pt idx="1669">
                  <c:v>5.25</c:v>
                </c:pt>
                <c:pt idx="1670">
                  <c:v>5.25</c:v>
                </c:pt>
                <c:pt idx="1671">
                  <c:v>5.25</c:v>
                </c:pt>
                <c:pt idx="1672">
                  <c:v>5.25</c:v>
                </c:pt>
                <c:pt idx="1673">
                  <c:v>5.25</c:v>
                </c:pt>
                <c:pt idx="1674">
                  <c:v>5.25</c:v>
                </c:pt>
                <c:pt idx="1675">
                  <c:v>5.25</c:v>
                </c:pt>
                <c:pt idx="1676">
                  <c:v>5.25</c:v>
                </c:pt>
                <c:pt idx="1677">
                  <c:v>5.25</c:v>
                </c:pt>
                <c:pt idx="1678">
                  <c:v>5.25</c:v>
                </c:pt>
                <c:pt idx="1679">
                  <c:v>5.25</c:v>
                </c:pt>
                <c:pt idx="1680">
                  <c:v>5.25</c:v>
                </c:pt>
                <c:pt idx="1681">
                  <c:v>5.25</c:v>
                </c:pt>
                <c:pt idx="1682">
                  <c:v>5.25</c:v>
                </c:pt>
                <c:pt idx="1683">
                  <c:v>5.25</c:v>
                </c:pt>
                <c:pt idx="1684">
                  <c:v>5.25</c:v>
                </c:pt>
                <c:pt idx="1685">
                  <c:v>5.25</c:v>
                </c:pt>
                <c:pt idx="1686">
                  <c:v>5.25</c:v>
                </c:pt>
                <c:pt idx="1687">
                  <c:v>5.25</c:v>
                </c:pt>
                <c:pt idx="1688">
                  <c:v>5.25</c:v>
                </c:pt>
                <c:pt idx="1689">
                  <c:v>5.25</c:v>
                </c:pt>
                <c:pt idx="1690">
                  <c:v>5.25</c:v>
                </c:pt>
                <c:pt idx="1691">
                  <c:v>5.25</c:v>
                </c:pt>
                <c:pt idx="1692">
                  <c:v>5.25</c:v>
                </c:pt>
                <c:pt idx="1693">
                  <c:v>5.25</c:v>
                </c:pt>
                <c:pt idx="1694">
                  <c:v>5.25</c:v>
                </c:pt>
                <c:pt idx="1695">
                  <c:v>5.25</c:v>
                </c:pt>
                <c:pt idx="1696">
                  <c:v>5.25</c:v>
                </c:pt>
                <c:pt idx="1697">
                  <c:v>5.25</c:v>
                </c:pt>
                <c:pt idx="1698">
                  <c:v>5.25</c:v>
                </c:pt>
                <c:pt idx="1699">
                  <c:v>5.25</c:v>
                </c:pt>
                <c:pt idx="1700">
                  <c:v>5.25</c:v>
                </c:pt>
                <c:pt idx="1701">
                  <c:v>5.25</c:v>
                </c:pt>
                <c:pt idx="1702">
                  <c:v>5.25</c:v>
                </c:pt>
                <c:pt idx="1703">
                  <c:v>5.25</c:v>
                </c:pt>
                <c:pt idx="1704">
                  <c:v>5.25</c:v>
                </c:pt>
                <c:pt idx="1705">
                  <c:v>5.25</c:v>
                </c:pt>
                <c:pt idx="1706">
                  <c:v>5.25</c:v>
                </c:pt>
                <c:pt idx="1707">
                  <c:v>5.25</c:v>
                </c:pt>
                <c:pt idx="1708">
                  <c:v>5.25</c:v>
                </c:pt>
                <c:pt idx="1709">
                  <c:v>5.25</c:v>
                </c:pt>
                <c:pt idx="1710">
                  <c:v>5.25</c:v>
                </c:pt>
                <c:pt idx="1711">
                  <c:v>5.25</c:v>
                </c:pt>
                <c:pt idx="1712">
                  <c:v>5.25</c:v>
                </c:pt>
                <c:pt idx="1713">
                  <c:v>5.25</c:v>
                </c:pt>
                <c:pt idx="1714">
                  <c:v>5.25</c:v>
                </c:pt>
                <c:pt idx="1715">
                  <c:v>5.25</c:v>
                </c:pt>
                <c:pt idx="1716">
                  <c:v>5.25</c:v>
                </c:pt>
                <c:pt idx="1717">
                  <c:v>5.25</c:v>
                </c:pt>
                <c:pt idx="1718">
                  <c:v>5.25</c:v>
                </c:pt>
                <c:pt idx="1719">
                  <c:v>5.25</c:v>
                </c:pt>
                <c:pt idx="1720">
                  <c:v>5.25</c:v>
                </c:pt>
                <c:pt idx="1721">
                  <c:v>5.25</c:v>
                </c:pt>
                <c:pt idx="1722">
                  <c:v>5.25</c:v>
                </c:pt>
                <c:pt idx="1723">
                  <c:v>5.25</c:v>
                </c:pt>
                <c:pt idx="1724">
                  <c:v>5.25</c:v>
                </c:pt>
                <c:pt idx="1725">
                  <c:v>5.25</c:v>
                </c:pt>
                <c:pt idx="1726">
                  <c:v>5.25</c:v>
                </c:pt>
                <c:pt idx="1727">
                  <c:v>5.25</c:v>
                </c:pt>
                <c:pt idx="1728">
                  <c:v>5.25</c:v>
                </c:pt>
                <c:pt idx="1729">
                  <c:v>5.25</c:v>
                </c:pt>
                <c:pt idx="1730">
                  <c:v>5.25</c:v>
                </c:pt>
                <c:pt idx="1731">
                  <c:v>5.25</c:v>
                </c:pt>
                <c:pt idx="1732">
                  <c:v>5.25</c:v>
                </c:pt>
                <c:pt idx="1733">
                  <c:v>5.25</c:v>
                </c:pt>
                <c:pt idx="1734">
                  <c:v>5.25</c:v>
                </c:pt>
                <c:pt idx="1735">
                  <c:v>5.25</c:v>
                </c:pt>
                <c:pt idx="1736">
                  <c:v>5.25</c:v>
                </c:pt>
                <c:pt idx="1737">
                  <c:v>5.25</c:v>
                </c:pt>
                <c:pt idx="1738">
                  <c:v>5.25</c:v>
                </c:pt>
                <c:pt idx="1739">
                  <c:v>5.25</c:v>
                </c:pt>
                <c:pt idx="1740">
                  <c:v>5.25</c:v>
                </c:pt>
                <c:pt idx="1741">
                  <c:v>5.25</c:v>
                </c:pt>
                <c:pt idx="1742">
                  <c:v>5.25</c:v>
                </c:pt>
                <c:pt idx="1743">
                  <c:v>5.25</c:v>
                </c:pt>
                <c:pt idx="1744">
                  <c:v>5.25</c:v>
                </c:pt>
                <c:pt idx="1745">
                  <c:v>5.25</c:v>
                </c:pt>
                <c:pt idx="1746">
                  <c:v>5.25</c:v>
                </c:pt>
                <c:pt idx="1747">
                  <c:v>5.25</c:v>
                </c:pt>
                <c:pt idx="1748">
                  <c:v>5.25</c:v>
                </c:pt>
                <c:pt idx="1749">
                  <c:v>5.25</c:v>
                </c:pt>
                <c:pt idx="1750">
                  <c:v>5.25</c:v>
                </c:pt>
                <c:pt idx="1751">
                  <c:v>5.25</c:v>
                </c:pt>
                <c:pt idx="1752">
                  <c:v>5.25</c:v>
                </c:pt>
                <c:pt idx="1753">
                  <c:v>5.25</c:v>
                </c:pt>
                <c:pt idx="1754">
                  <c:v>5.25</c:v>
                </c:pt>
                <c:pt idx="1755">
                  <c:v>5.25</c:v>
                </c:pt>
                <c:pt idx="1756">
                  <c:v>5.25</c:v>
                </c:pt>
                <c:pt idx="1757">
                  <c:v>5.25</c:v>
                </c:pt>
                <c:pt idx="1758">
                  <c:v>5.25</c:v>
                </c:pt>
                <c:pt idx="1759">
                  <c:v>5.25</c:v>
                </c:pt>
                <c:pt idx="1760">
                  <c:v>5.25</c:v>
                </c:pt>
                <c:pt idx="1761">
                  <c:v>5.25</c:v>
                </c:pt>
                <c:pt idx="1762">
                  <c:v>5.25</c:v>
                </c:pt>
                <c:pt idx="1763">
                  <c:v>5.25</c:v>
                </c:pt>
                <c:pt idx="1764">
                  <c:v>5.25</c:v>
                </c:pt>
                <c:pt idx="1765">
                  <c:v>5.25</c:v>
                </c:pt>
                <c:pt idx="1766">
                  <c:v>5.25</c:v>
                </c:pt>
                <c:pt idx="1767">
                  <c:v>5.25</c:v>
                </c:pt>
                <c:pt idx="1768">
                  <c:v>5.25</c:v>
                </c:pt>
                <c:pt idx="1769">
                  <c:v>5.25</c:v>
                </c:pt>
                <c:pt idx="1770">
                  <c:v>5.25</c:v>
                </c:pt>
                <c:pt idx="1771">
                  <c:v>5.25</c:v>
                </c:pt>
                <c:pt idx="1772">
                  <c:v>5.25</c:v>
                </c:pt>
                <c:pt idx="1773">
                  <c:v>5.25</c:v>
                </c:pt>
                <c:pt idx="1774">
                  <c:v>5.25</c:v>
                </c:pt>
                <c:pt idx="1775">
                  <c:v>5.25</c:v>
                </c:pt>
                <c:pt idx="1776">
                  <c:v>5.25</c:v>
                </c:pt>
                <c:pt idx="1777">
                  <c:v>5.25</c:v>
                </c:pt>
                <c:pt idx="1778">
                  <c:v>5.25</c:v>
                </c:pt>
                <c:pt idx="1779">
                  <c:v>5.25</c:v>
                </c:pt>
                <c:pt idx="1780">
                  <c:v>5.25</c:v>
                </c:pt>
                <c:pt idx="1781">
                  <c:v>5.25</c:v>
                </c:pt>
                <c:pt idx="1782">
                  <c:v>5.25</c:v>
                </c:pt>
                <c:pt idx="1783">
                  <c:v>5.25</c:v>
                </c:pt>
                <c:pt idx="1784">
                  <c:v>5.25</c:v>
                </c:pt>
                <c:pt idx="1785">
                  <c:v>5.25</c:v>
                </c:pt>
                <c:pt idx="1786">
                  <c:v>5.25</c:v>
                </c:pt>
                <c:pt idx="1787">
                  <c:v>5.25</c:v>
                </c:pt>
                <c:pt idx="1788">
                  <c:v>5.25</c:v>
                </c:pt>
                <c:pt idx="1789">
                  <c:v>5.25</c:v>
                </c:pt>
                <c:pt idx="1790">
                  <c:v>5.25</c:v>
                </c:pt>
                <c:pt idx="1791">
                  <c:v>5.25</c:v>
                </c:pt>
                <c:pt idx="1792">
                  <c:v>5.25</c:v>
                </c:pt>
                <c:pt idx="1793">
                  <c:v>5.25</c:v>
                </c:pt>
                <c:pt idx="1794">
                  <c:v>5.25</c:v>
                </c:pt>
                <c:pt idx="1795">
                  <c:v>5.25</c:v>
                </c:pt>
                <c:pt idx="1796">
                  <c:v>5.25</c:v>
                </c:pt>
                <c:pt idx="1797">
                  <c:v>5.25</c:v>
                </c:pt>
                <c:pt idx="1798">
                  <c:v>5.25</c:v>
                </c:pt>
                <c:pt idx="1799">
                  <c:v>5.25</c:v>
                </c:pt>
                <c:pt idx="1800">
                  <c:v>5.25</c:v>
                </c:pt>
                <c:pt idx="1801">
                  <c:v>5.25</c:v>
                </c:pt>
                <c:pt idx="1802">
                  <c:v>5.25</c:v>
                </c:pt>
                <c:pt idx="1803">
                  <c:v>5.25</c:v>
                </c:pt>
                <c:pt idx="1804">
                  <c:v>5.25</c:v>
                </c:pt>
                <c:pt idx="1805">
                  <c:v>5.25</c:v>
                </c:pt>
                <c:pt idx="1806">
                  <c:v>5.25</c:v>
                </c:pt>
                <c:pt idx="1807">
                  <c:v>5.25</c:v>
                </c:pt>
                <c:pt idx="1808">
                  <c:v>5.25</c:v>
                </c:pt>
                <c:pt idx="1809">
                  <c:v>5.25</c:v>
                </c:pt>
                <c:pt idx="1810">
                  <c:v>5.25</c:v>
                </c:pt>
                <c:pt idx="1811">
                  <c:v>5.25</c:v>
                </c:pt>
                <c:pt idx="1812">
                  <c:v>5.25</c:v>
                </c:pt>
                <c:pt idx="1813">
                  <c:v>5.25</c:v>
                </c:pt>
                <c:pt idx="1814">
                  <c:v>5.25</c:v>
                </c:pt>
                <c:pt idx="1815">
                  <c:v>5.25</c:v>
                </c:pt>
                <c:pt idx="1816">
                  <c:v>5.25</c:v>
                </c:pt>
                <c:pt idx="1817">
                  <c:v>5.25</c:v>
                </c:pt>
                <c:pt idx="1818">
                  <c:v>5.25</c:v>
                </c:pt>
                <c:pt idx="1819">
                  <c:v>5.25</c:v>
                </c:pt>
                <c:pt idx="1820">
                  <c:v>5.25</c:v>
                </c:pt>
                <c:pt idx="1821">
                  <c:v>5.25</c:v>
                </c:pt>
                <c:pt idx="1822">
                  <c:v>5.25</c:v>
                </c:pt>
                <c:pt idx="1823">
                  <c:v>5.25</c:v>
                </c:pt>
                <c:pt idx="1824">
                  <c:v>5.25</c:v>
                </c:pt>
                <c:pt idx="1825">
                  <c:v>5.25</c:v>
                </c:pt>
                <c:pt idx="1826">
                  <c:v>5.25</c:v>
                </c:pt>
                <c:pt idx="1827">
                  <c:v>5.25</c:v>
                </c:pt>
                <c:pt idx="1828">
                  <c:v>5.25</c:v>
                </c:pt>
                <c:pt idx="1829">
                  <c:v>5.25</c:v>
                </c:pt>
                <c:pt idx="1830">
                  <c:v>5.25</c:v>
                </c:pt>
                <c:pt idx="1831">
                  <c:v>5.25</c:v>
                </c:pt>
                <c:pt idx="1832">
                  <c:v>5.25</c:v>
                </c:pt>
                <c:pt idx="1833">
                  <c:v>5.25</c:v>
                </c:pt>
                <c:pt idx="1834">
                  <c:v>5.25</c:v>
                </c:pt>
                <c:pt idx="1835">
                  <c:v>5.25</c:v>
                </c:pt>
                <c:pt idx="1836">
                  <c:v>5.25</c:v>
                </c:pt>
                <c:pt idx="1837">
                  <c:v>5.25</c:v>
                </c:pt>
                <c:pt idx="1838">
                  <c:v>5.25</c:v>
                </c:pt>
                <c:pt idx="1839">
                  <c:v>5.25</c:v>
                </c:pt>
                <c:pt idx="1840">
                  <c:v>5.25</c:v>
                </c:pt>
                <c:pt idx="1841">
                  <c:v>5.25</c:v>
                </c:pt>
                <c:pt idx="1842">
                  <c:v>5.25</c:v>
                </c:pt>
                <c:pt idx="1843">
                  <c:v>5.25</c:v>
                </c:pt>
                <c:pt idx="1844">
                  <c:v>5.25</c:v>
                </c:pt>
                <c:pt idx="1845">
                  <c:v>5.25</c:v>
                </c:pt>
                <c:pt idx="1846">
                  <c:v>5.25</c:v>
                </c:pt>
                <c:pt idx="1847">
                  <c:v>5.25</c:v>
                </c:pt>
                <c:pt idx="1848">
                  <c:v>5.25</c:v>
                </c:pt>
                <c:pt idx="1849">
                  <c:v>5.25</c:v>
                </c:pt>
                <c:pt idx="1850">
                  <c:v>5.25</c:v>
                </c:pt>
                <c:pt idx="1851">
                  <c:v>5.25</c:v>
                </c:pt>
                <c:pt idx="1852">
                  <c:v>5.25</c:v>
                </c:pt>
                <c:pt idx="1853">
                  <c:v>5.25</c:v>
                </c:pt>
                <c:pt idx="1854">
                  <c:v>5.25</c:v>
                </c:pt>
                <c:pt idx="1855">
                  <c:v>5.25</c:v>
                </c:pt>
                <c:pt idx="1856">
                  <c:v>5.25</c:v>
                </c:pt>
                <c:pt idx="1857">
                  <c:v>5.25</c:v>
                </c:pt>
                <c:pt idx="1858">
                  <c:v>5.25</c:v>
                </c:pt>
                <c:pt idx="1859">
                  <c:v>5.25</c:v>
                </c:pt>
                <c:pt idx="1860">
                  <c:v>5.25</c:v>
                </c:pt>
                <c:pt idx="1861">
                  <c:v>5.25</c:v>
                </c:pt>
                <c:pt idx="1862">
                  <c:v>5.25</c:v>
                </c:pt>
                <c:pt idx="1863">
                  <c:v>5.25</c:v>
                </c:pt>
                <c:pt idx="1864">
                  <c:v>5.25</c:v>
                </c:pt>
                <c:pt idx="1865">
                  <c:v>5.25</c:v>
                </c:pt>
                <c:pt idx="1866">
                  <c:v>5.25</c:v>
                </c:pt>
                <c:pt idx="1867">
                  <c:v>5.25</c:v>
                </c:pt>
                <c:pt idx="1868">
                  <c:v>5.25</c:v>
                </c:pt>
                <c:pt idx="1869">
                  <c:v>5.25</c:v>
                </c:pt>
                <c:pt idx="1870">
                  <c:v>5.25</c:v>
                </c:pt>
                <c:pt idx="1871">
                  <c:v>5.25</c:v>
                </c:pt>
                <c:pt idx="1872">
                  <c:v>5.25</c:v>
                </c:pt>
                <c:pt idx="1873">
                  <c:v>5.25</c:v>
                </c:pt>
                <c:pt idx="1874">
                  <c:v>5.25</c:v>
                </c:pt>
                <c:pt idx="1875">
                  <c:v>5.25</c:v>
                </c:pt>
                <c:pt idx="1876">
                  <c:v>5.25</c:v>
                </c:pt>
                <c:pt idx="1877">
                  <c:v>5.25</c:v>
                </c:pt>
                <c:pt idx="1878">
                  <c:v>5.25</c:v>
                </c:pt>
                <c:pt idx="1879">
                  <c:v>5.25</c:v>
                </c:pt>
                <c:pt idx="1880">
                  <c:v>5.25</c:v>
                </c:pt>
                <c:pt idx="1881">
                  <c:v>5.25</c:v>
                </c:pt>
                <c:pt idx="1882">
                  <c:v>5.25</c:v>
                </c:pt>
                <c:pt idx="1883">
                  <c:v>5.25</c:v>
                </c:pt>
                <c:pt idx="1884">
                  <c:v>5.25</c:v>
                </c:pt>
                <c:pt idx="1885">
                  <c:v>5.25</c:v>
                </c:pt>
                <c:pt idx="1886">
                  <c:v>5.25</c:v>
                </c:pt>
                <c:pt idx="1887">
                  <c:v>5.25</c:v>
                </c:pt>
                <c:pt idx="1888">
                  <c:v>5.25</c:v>
                </c:pt>
                <c:pt idx="1889">
                  <c:v>5.25</c:v>
                </c:pt>
                <c:pt idx="1890">
                  <c:v>5.25</c:v>
                </c:pt>
                <c:pt idx="1891">
                  <c:v>5.25</c:v>
                </c:pt>
                <c:pt idx="1892">
                  <c:v>5.25</c:v>
                </c:pt>
                <c:pt idx="1893">
                  <c:v>5.25</c:v>
                </c:pt>
                <c:pt idx="1894">
                  <c:v>5.25</c:v>
                </c:pt>
                <c:pt idx="1895">
                  <c:v>5.25</c:v>
                </c:pt>
                <c:pt idx="1896">
                  <c:v>5.25</c:v>
                </c:pt>
                <c:pt idx="1897">
                  <c:v>5.25</c:v>
                </c:pt>
                <c:pt idx="1898">
                  <c:v>5.25</c:v>
                </c:pt>
                <c:pt idx="1899">
                  <c:v>5.25</c:v>
                </c:pt>
                <c:pt idx="1900">
                  <c:v>5.25</c:v>
                </c:pt>
                <c:pt idx="1901">
                  <c:v>5.25</c:v>
                </c:pt>
                <c:pt idx="1902">
                  <c:v>5.25</c:v>
                </c:pt>
                <c:pt idx="1903">
                  <c:v>5.25</c:v>
                </c:pt>
                <c:pt idx="1904">
                  <c:v>5.25</c:v>
                </c:pt>
                <c:pt idx="1905">
                  <c:v>5.25</c:v>
                </c:pt>
                <c:pt idx="1906">
                  <c:v>5.25</c:v>
                </c:pt>
                <c:pt idx="1907">
                  <c:v>5.25</c:v>
                </c:pt>
                <c:pt idx="1908">
                  <c:v>5.25</c:v>
                </c:pt>
                <c:pt idx="1909">
                  <c:v>5.25</c:v>
                </c:pt>
                <c:pt idx="1910">
                  <c:v>5.25</c:v>
                </c:pt>
                <c:pt idx="1911">
                  <c:v>5.25</c:v>
                </c:pt>
                <c:pt idx="1912">
                  <c:v>5.25</c:v>
                </c:pt>
                <c:pt idx="1913">
                  <c:v>5.25</c:v>
                </c:pt>
                <c:pt idx="1914">
                  <c:v>5.25</c:v>
                </c:pt>
                <c:pt idx="1915">
                  <c:v>5.25</c:v>
                </c:pt>
                <c:pt idx="1916">
                  <c:v>5.25</c:v>
                </c:pt>
                <c:pt idx="1917">
                  <c:v>5.25</c:v>
                </c:pt>
                <c:pt idx="1918">
                  <c:v>5.25</c:v>
                </c:pt>
                <c:pt idx="1919">
                  <c:v>5.25</c:v>
                </c:pt>
                <c:pt idx="1920">
                  <c:v>5.25</c:v>
                </c:pt>
                <c:pt idx="1921">
                  <c:v>5.25</c:v>
                </c:pt>
                <c:pt idx="1922">
                  <c:v>5.25</c:v>
                </c:pt>
                <c:pt idx="1923">
                  <c:v>5.25</c:v>
                </c:pt>
                <c:pt idx="1924">
                  <c:v>5.25</c:v>
                </c:pt>
                <c:pt idx="1925">
                  <c:v>5.25</c:v>
                </c:pt>
                <c:pt idx="1926">
                  <c:v>5.25</c:v>
                </c:pt>
                <c:pt idx="1927">
                  <c:v>5.25</c:v>
                </c:pt>
                <c:pt idx="1928">
                  <c:v>5.25</c:v>
                </c:pt>
                <c:pt idx="1929">
                  <c:v>5.25</c:v>
                </c:pt>
                <c:pt idx="1930">
                  <c:v>5.25</c:v>
                </c:pt>
                <c:pt idx="1931">
                  <c:v>5.25</c:v>
                </c:pt>
                <c:pt idx="1932">
                  <c:v>5.25</c:v>
                </c:pt>
                <c:pt idx="1933">
                  <c:v>5.25</c:v>
                </c:pt>
                <c:pt idx="1934">
                  <c:v>5.25</c:v>
                </c:pt>
                <c:pt idx="1935">
                  <c:v>5.25</c:v>
                </c:pt>
                <c:pt idx="1936">
                  <c:v>5.25</c:v>
                </c:pt>
                <c:pt idx="1937">
                  <c:v>5.25</c:v>
                </c:pt>
                <c:pt idx="1938">
                  <c:v>5.25</c:v>
                </c:pt>
                <c:pt idx="1939">
                  <c:v>5.25</c:v>
                </c:pt>
                <c:pt idx="1940">
                  <c:v>5.25</c:v>
                </c:pt>
                <c:pt idx="1941">
                  <c:v>5.25</c:v>
                </c:pt>
                <c:pt idx="1942">
                  <c:v>5.25</c:v>
                </c:pt>
                <c:pt idx="1943">
                  <c:v>5.25</c:v>
                </c:pt>
                <c:pt idx="1944">
                  <c:v>5.25</c:v>
                </c:pt>
                <c:pt idx="1945">
                  <c:v>5.25</c:v>
                </c:pt>
                <c:pt idx="1946">
                  <c:v>5.25</c:v>
                </c:pt>
                <c:pt idx="1947">
                  <c:v>5.25</c:v>
                </c:pt>
                <c:pt idx="1948">
                  <c:v>5.25</c:v>
                </c:pt>
                <c:pt idx="1949">
                  <c:v>5.25</c:v>
                </c:pt>
                <c:pt idx="1950">
                  <c:v>5.25</c:v>
                </c:pt>
                <c:pt idx="1951">
                  <c:v>5.25</c:v>
                </c:pt>
                <c:pt idx="1952">
                  <c:v>5.25</c:v>
                </c:pt>
                <c:pt idx="1953">
                  <c:v>5.25</c:v>
                </c:pt>
                <c:pt idx="1954">
                  <c:v>5.25</c:v>
                </c:pt>
                <c:pt idx="1955">
                  <c:v>5.25</c:v>
                </c:pt>
                <c:pt idx="1956">
                  <c:v>5.25</c:v>
                </c:pt>
                <c:pt idx="1957">
                  <c:v>5.25</c:v>
                </c:pt>
                <c:pt idx="1958">
                  <c:v>5.25</c:v>
                </c:pt>
                <c:pt idx="1959">
                  <c:v>5.25</c:v>
                </c:pt>
                <c:pt idx="1960">
                  <c:v>5.25</c:v>
                </c:pt>
                <c:pt idx="1961">
                  <c:v>5.25</c:v>
                </c:pt>
                <c:pt idx="1962">
                  <c:v>5.25</c:v>
                </c:pt>
                <c:pt idx="1963">
                  <c:v>5.25</c:v>
                </c:pt>
                <c:pt idx="1964">
                  <c:v>5.25</c:v>
                </c:pt>
                <c:pt idx="1965">
                  <c:v>5.25</c:v>
                </c:pt>
                <c:pt idx="1966">
                  <c:v>4.75</c:v>
                </c:pt>
                <c:pt idx="1967">
                  <c:v>4.75</c:v>
                </c:pt>
                <c:pt idx="1968">
                  <c:v>4.75</c:v>
                </c:pt>
                <c:pt idx="1969">
                  <c:v>4.75</c:v>
                </c:pt>
                <c:pt idx="1970">
                  <c:v>4.75</c:v>
                </c:pt>
                <c:pt idx="1971">
                  <c:v>4.75</c:v>
                </c:pt>
                <c:pt idx="1972">
                  <c:v>4.75</c:v>
                </c:pt>
                <c:pt idx="1973">
                  <c:v>4.75</c:v>
                </c:pt>
                <c:pt idx="1974">
                  <c:v>4.75</c:v>
                </c:pt>
                <c:pt idx="1975">
                  <c:v>4.75</c:v>
                </c:pt>
                <c:pt idx="1976">
                  <c:v>4.75</c:v>
                </c:pt>
                <c:pt idx="1977">
                  <c:v>4.75</c:v>
                </c:pt>
                <c:pt idx="1978">
                  <c:v>4.75</c:v>
                </c:pt>
                <c:pt idx="1979">
                  <c:v>4.75</c:v>
                </c:pt>
                <c:pt idx="1980">
                  <c:v>4.75</c:v>
                </c:pt>
                <c:pt idx="1981">
                  <c:v>4.75</c:v>
                </c:pt>
                <c:pt idx="1982">
                  <c:v>4.75</c:v>
                </c:pt>
                <c:pt idx="1983">
                  <c:v>4.75</c:v>
                </c:pt>
                <c:pt idx="1984">
                  <c:v>4.75</c:v>
                </c:pt>
                <c:pt idx="1985">
                  <c:v>4.75</c:v>
                </c:pt>
                <c:pt idx="1986">
                  <c:v>4.75</c:v>
                </c:pt>
                <c:pt idx="1987">
                  <c:v>4.75</c:v>
                </c:pt>
                <c:pt idx="1988">
                  <c:v>4.75</c:v>
                </c:pt>
                <c:pt idx="1989">
                  <c:v>4.75</c:v>
                </c:pt>
                <c:pt idx="1990">
                  <c:v>4.75</c:v>
                </c:pt>
                <c:pt idx="1991">
                  <c:v>4.75</c:v>
                </c:pt>
                <c:pt idx="1992">
                  <c:v>4.75</c:v>
                </c:pt>
                <c:pt idx="1993">
                  <c:v>4.75</c:v>
                </c:pt>
                <c:pt idx="1994">
                  <c:v>4.75</c:v>
                </c:pt>
                <c:pt idx="1995">
                  <c:v>4.75</c:v>
                </c:pt>
                <c:pt idx="1996">
                  <c:v>4.75</c:v>
                </c:pt>
                <c:pt idx="1997">
                  <c:v>4.5</c:v>
                </c:pt>
                <c:pt idx="1998">
                  <c:v>4.5</c:v>
                </c:pt>
                <c:pt idx="1999">
                  <c:v>4.5</c:v>
                </c:pt>
                <c:pt idx="2000">
                  <c:v>4.5</c:v>
                </c:pt>
                <c:pt idx="2001">
                  <c:v>4.5</c:v>
                </c:pt>
                <c:pt idx="2002">
                  <c:v>4.5</c:v>
                </c:pt>
                <c:pt idx="2003">
                  <c:v>4.5</c:v>
                </c:pt>
                <c:pt idx="2004">
                  <c:v>4.5</c:v>
                </c:pt>
                <c:pt idx="2005">
                  <c:v>4.5</c:v>
                </c:pt>
                <c:pt idx="2006">
                  <c:v>4.5</c:v>
                </c:pt>
                <c:pt idx="2007">
                  <c:v>4.5</c:v>
                </c:pt>
                <c:pt idx="2008">
                  <c:v>4.5</c:v>
                </c:pt>
                <c:pt idx="2009">
                  <c:v>4.5</c:v>
                </c:pt>
                <c:pt idx="2010">
                  <c:v>4.5</c:v>
                </c:pt>
                <c:pt idx="2011">
                  <c:v>4.5</c:v>
                </c:pt>
                <c:pt idx="2012">
                  <c:v>4.5</c:v>
                </c:pt>
                <c:pt idx="2013">
                  <c:v>4.5</c:v>
                </c:pt>
                <c:pt idx="2014">
                  <c:v>4.5</c:v>
                </c:pt>
                <c:pt idx="2015">
                  <c:v>4.5</c:v>
                </c:pt>
                <c:pt idx="2016">
                  <c:v>4.5</c:v>
                </c:pt>
                <c:pt idx="2017">
                  <c:v>4.5</c:v>
                </c:pt>
                <c:pt idx="2018">
                  <c:v>4.5</c:v>
                </c:pt>
                <c:pt idx="2019">
                  <c:v>4.5</c:v>
                </c:pt>
                <c:pt idx="2020">
                  <c:v>4.5</c:v>
                </c:pt>
                <c:pt idx="2021">
                  <c:v>4.5</c:v>
                </c:pt>
                <c:pt idx="2022">
                  <c:v>4.5</c:v>
                </c:pt>
                <c:pt idx="2023">
                  <c:v>4.5</c:v>
                </c:pt>
                <c:pt idx="2024">
                  <c:v>4.5</c:v>
                </c:pt>
                <c:pt idx="2025">
                  <c:v>4.25</c:v>
                </c:pt>
                <c:pt idx="2026">
                  <c:v>4.25</c:v>
                </c:pt>
                <c:pt idx="2027">
                  <c:v>4.25</c:v>
                </c:pt>
                <c:pt idx="2028">
                  <c:v>4.25</c:v>
                </c:pt>
                <c:pt idx="2029">
                  <c:v>4.25</c:v>
                </c:pt>
                <c:pt idx="2030">
                  <c:v>4.25</c:v>
                </c:pt>
                <c:pt idx="2031">
                  <c:v>4.25</c:v>
                </c:pt>
                <c:pt idx="2032">
                  <c:v>4.25</c:v>
                </c:pt>
                <c:pt idx="2033">
                  <c:v>4.25</c:v>
                </c:pt>
                <c:pt idx="2034">
                  <c:v>4.25</c:v>
                </c:pt>
                <c:pt idx="2035">
                  <c:v>4.25</c:v>
                </c:pt>
                <c:pt idx="2036">
                  <c:v>4.25</c:v>
                </c:pt>
                <c:pt idx="2037">
                  <c:v>4.25</c:v>
                </c:pt>
                <c:pt idx="2038">
                  <c:v>4.25</c:v>
                </c:pt>
                <c:pt idx="2039">
                  <c:v>4.25</c:v>
                </c:pt>
                <c:pt idx="2040">
                  <c:v>4.25</c:v>
                </c:pt>
                <c:pt idx="2041">
                  <c:v>4.25</c:v>
                </c:pt>
                <c:pt idx="2042">
                  <c:v>4.25</c:v>
                </c:pt>
                <c:pt idx="2043">
                  <c:v>4.25</c:v>
                </c:pt>
                <c:pt idx="2044">
                  <c:v>4.25</c:v>
                </c:pt>
                <c:pt idx="2045">
                  <c:v>4.25</c:v>
                </c:pt>
                <c:pt idx="2046">
                  <c:v>4.25</c:v>
                </c:pt>
                <c:pt idx="2047">
                  <c:v>4.25</c:v>
                </c:pt>
                <c:pt idx="2048">
                  <c:v>4.25</c:v>
                </c:pt>
                <c:pt idx="2049">
                  <c:v>4.25</c:v>
                </c:pt>
                <c:pt idx="2050">
                  <c:v>4.25</c:v>
                </c:pt>
                <c:pt idx="2051">
                  <c:v>4.25</c:v>
                </c:pt>
                <c:pt idx="2052">
                  <c:v>3.5</c:v>
                </c:pt>
                <c:pt idx="2053">
                  <c:v>3.5</c:v>
                </c:pt>
                <c:pt idx="2054">
                  <c:v>3.5</c:v>
                </c:pt>
                <c:pt idx="2055">
                  <c:v>3.5</c:v>
                </c:pt>
                <c:pt idx="2056">
                  <c:v>3.5</c:v>
                </c:pt>
                <c:pt idx="2057">
                  <c:v>3.5</c:v>
                </c:pt>
                <c:pt idx="2058">
                  <c:v>3</c:v>
                </c:pt>
                <c:pt idx="2059">
                  <c:v>3</c:v>
                </c:pt>
                <c:pt idx="2060">
                  <c:v>3</c:v>
                </c:pt>
                <c:pt idx="2061">
                  <c:v>3</c:v>
                </c:pt>
                <c:pt idx="2062">
                  <c:v>3</c:v>
                </c:pt>
                <c:pt idx="2063">
                  <c:v>3</c:v>
                </c:pt>
                <c:pt idx="2064">
                  <c:v>3</c:v>
                </c:pt>
                <c:pt idx="2065">
                  <c:v>3</c:v>
                </c:pt>
                <c:pt idx="2066">
                  <c:v>3</c:v>
                </c:pt>
                <c:pt idx="2067">
                  <c:v>3</c:v>
                </c:pt>
                <c:pt idx="2068">
                  <c:v>3</c:v>
                </c:pt>
                <c:pt idx="2069">
                  <c:v>3</c:v>
                </c:pt>
                <c:pt idx="2070">
                  <c:v>3</c:v>
                </c:pt>
                <c:pt idx="2071">
                  <c:v>3</c:v>
                </c:pt>
                <c:pt idx="2072">
                  <c:v>3</c:v>
                </c:pt>
                <c:pt idx="2073">
                  <c:v>3</c:v>
                </c:pt>
                <c:pt idx="2074">
                  <c:v>3</c:v>
                </c:pt>
                <c:pt idx="2075">
                  <c:v>3</c:v>
                </c:pt>
                <c:pt idx="2076">
                  <c:v>3</c:v>
                </c:pt>
                <c:pt idx="2077">
                  <c:v>3</c:v>
                </c:pt>
                <c:pt idx="2078">
                  <c:v>3</c:v>
                </c:pt>
                <c:pt idx="2079">
                  <c:v>3</c:v>
                </c:pt>
                <c:pt idx="2080">
                  <c:v>3</c:v>
                </c:pt>
                <c:pt idx="2081">
                  <c:v>3</c:v>
                </c:pt>
                <c:pt idx="2082">
                  <c:v>3</c:v>
                </c:pt>
                <c:pt idx="2083">
                  <c:v>3</c:v>
                </c:pt>
                <c:pt idx="2084">
                  <c:v>3</c:v>
                </c:pt>
                <c:pt idx="2085">
                  <c:v>3</c:v>
                </c:pt>
                <c:pt idx="2086">
                  <c:v>3</c:v>
                </c:pt>
                <c:pt idx="2087">
                  <c:v>3</c:v>
                </c:pt>
                <c:pt idx="2088">
                  <c:v>3</c:v>
                </c:pt>
                <c:pt idx="2089">
                  <c:v>3</c:v>
                </c:pt>
                <c:pt idx="2090">
                  <c:v>3</c:v>
                </c:pt>
                <c:pt idx="2091">
                  <c:v>2.25</c:v>
                </c:pt>
                <c:pt idx="2092">
                  <c:v>2.25</c:v>
                </c:pt>
                <c:pt idx="2093">
                  <c:v>2.25</c:v>
                </c:pt>
                <c:pt idx="2094">
                  <c:v>2.25</c:v>
                </c:pt>
                <c:pt idx="2095">
                  <c:v>2.25</c:v>
                </c:pt>
                <c:pt idx="2096">
                  <c:v>2.25</c:v>
                </c:pt>
                <c:pt idx="2097">
                  <c:v>2.25</c:v>
                </c:pt>
                <c:pt idx="2098">
                  <c:v>2.25</c:v>
                </c:pt>
                <c:pt idx="2099">
                  <c:v>2.25</c:v>
                </c:pt>
                <c:pt idx="2100">
                  <c:v>2.25</c:v>
                </c:pt>
                <c:pt idx="2101">
                  <c:v>2.25</c:v>
                </c:pt>
                <c:pt idx="2102">
                  <c:v>2.25</c:v>
                </c:pt>
                <c:pt idx="2103">
                  <c:v>2.25</c:v>
                </c:pt>
                <c:pt idx="2104">
                  <c:v>2.25</c:v>
                </c:pt>
                <c:pt idx="2105">
                  <c:v>2.25</c:v>
                </c:pt>
                <c:pt idx="2106">
                  <c:v>2.25</c:v>
                </c:pt>
                <c:pt idx="2107">
                  <c:v>2.25</c:v>
                </c:pt>
                <c:pt idx="2108">
                  <c:v>2.25</c:v>
                </c:pt>
                <c:pt idx="2109">
                  <c:v>2.25</c:v>
                </c:pt>
                <c:pt idx="2110">
                  <c:v>2.25</c:v>
                </c:pt>
                <c:pt idx="2111">
                  <c:v>2.25</c:v>
                </c:pt>
                <c:pt idx="2112">
                  <c:v>2.25</c:v>
                </c:pt>
                <c:pt idx="2113">
                  <c:v>2.25</c:v>
                </c:pt>
                <c:pt idx="2114">
                  <c:v>2.25</c:v>
                </c:pt>
                <c:pt idx="2115">
                  <c:v>2.25</c:v>
                </c:pt>
                <c:pt idx="2116">
                  <c:v>2.25</c:v>
                </c:pt>
                <c:pt idx="2117">
                  <c:v>2.25</c:v>
                </c:pt>
                <c:pt idx="2118">
                  <c:v>2.25</c:v>
                </c:pt>
                <c:pt idx="2119">
                  <c:v>2.25</c:v>
                </c:pt>
                <c:pt idx="2120">
                  <c:v>2.25</c:v>
                </c:pt>
                <c:pt idx="2121">
                  <c:v>2.25</c:v>
                </c:pt>
                <c:pt idx="2122">
                  <c:v>2</c:v>
                </c:pt>
                <c:pt idx="2123">
                  <c:v>2</c:v>
                </c:pt>
                <c:pt idx="2124">
                  <c:v>2</c:v>
                </c:pt>
                <c:pt idx="2125">
                  <c:v>2</c:v>
                </c:pt>
                <c:pt idx="2126">
                  <c:v>2</c:v>
                </c:pt>
                <c:pt idx="2127">
                  <c:v>2</c:v>
                </c:pt>
                <c:pt idx="2128">
                  <c:v>2</c:v>
                </c:pt>
                <c:pt idx="2129">
                  <c:v>2</c:v>
                </c:pt>
                <c:pt idx="2130">
                  <c:v>2</c:v>
                </c:pt>
                <c:pt idx="2131">
                  <c:v>2</c:v>
                </c:pt>
                <c:pt idx="2132">
                  <c:v>2</c:v>
                </c:pt>
                <c:pt idx="2133">
                  <c:v>2</c:v>
                </c:pt>
                <c:pt idx="2134">
                  <c:v>2</c:v>
                </c:pt>
                <c:pt idx="2135">
                  <c:v>2</c:v>
                </c:pt>
                <c:pt idx="2136">
                  <c:v>2</c:v>
                </c:pt>
                <c:pt idx="2137">
                  <c:v>2</c:v>
                </c:pt>
                <c:pt idx="2138">
                  <c:v>2</c:v>
                </c:pt>
                <c:pt idx="2139">
                  <c:v>2</c:v>
                </c:pt>
                <c:pt idx="2140">
                  <c:v>2</c:v>
                </c:pt>
                <c:pt idx="2141">
                  <c:v>2</c:v>
                </c:pt>
                <c:pt idx="2142">
                  <c:v>2</c:v>
                </c:pt>
                <c:pt idx="2143">
                  <c:v>2</c:v>
                </c:pt>
                <c:pt idx="2144">
                  <c:v>2</c:v>
                </c:pt>
                <c:pt idx="2145">
                  <c:v>2</c:v>
                </c:pt>
                <c:pt idx="2146">
                  <c:v>2</c:v>
                </c:pt>
                <c:pt idx="2147">
                  <c:v>2</c:v>
                </c:pt>
                <c:pt idx="2148">
                  <c:v>2</c:v>
                </c:pt>
                <c:pt idx="2149">
                  <c:v>2</c:v>
                </c:pt>
                <c:pt idx="2150">
                  <c:v>2</c:v>
                </c:pt>
                <c:pt idx="2151">
                  <c:v>2</c:v>
                </c:pt>
                <c:pt idx="2152">
                  <c:v>2</c:v>
                </c:pt>
                <c:pt idx="2153">
                  <c:v>2</c:v>
                </c:pt>
                <c:pt idx="2154">
                  <c:v>2</c:v>
                </c:pt>
                <c:pt idx="2155">
                  <c:v>2</c:v>
                </c:pt>
                <c:pt idx="2156">
                  <c:v>2</c:v>
                </c:pt>
                <c:pt idx="2157">
                  <c:v>2</c:v>
                </c:pt>
                <c:pt idx="2158">
                  <c:v>2</c:v>
                </c:pt>
                <c:pt idx="2159">
                  <c:v>2</c:v>
                </c:pt>
                <c:pt idx="2160">
                  <c:v>2</c:v>
                </c:pt>
                <c:pt idx="2161">
                  <c:v>2</c:v>
                </c:pt>
                <c:pt idx="2162">
                  <c:v>2</c:v>
                </c:pt>
                <c:pt idx="2163">
                  <c:v>2</c:v>
                </c:pt>
                <c:pt idx="2164">
                  <c:v>2</c:v>
                </c:pt>
                <c:pt idx="2165">
                  <c:v>2</c:v>
                </c:pt>
                <c:pt idx="2166">
                  <c:v>2</c:v>
                </c:pt>
                <c:pt idx="2167">
                  <c:v>2</c:v>
                </c:pt>
                <c:pt idx="2168">
                  <c:v>2</c:v>
                </c:pt>
                <c:pt idx="2169">
                  <c:v>2</c:v>
                </c:pt>
                <c:pt idx="2170">
                  <c:v>2</c:v>
                </c:pt>
                <c:pt idx="2171">
                  <c:v>2</c:v>
                </c:pt>
                <c:pt idx="2172">
                  <c:v>2</c:v>
                </c:pt>
                <c:pt idx="2173">
                  <c:v>2</c:v>
                </c:pt>
                <c:pt idx="2174">
                  <c:v>2</c:v>
                </c:pt>
                <c:pt idx="2175">
                  <c:v>2</c:v>
                </c:pt>
                <c:pt idx="2176">
                  <c:v>2</c:v>
                </c:pt>
                <c:pt idx="2177">
                  <c:v>2</c:v>
                </c:pt>
                <c:pt idx="2178">
                  <c:v>2</c:v>
                </c:pt>
                <c:pt idx="2179">
                  <c:v>2</c:v>
                </c:pt>
                <c:pt idx="2180">
                  <c:v>2</c:v>
                </c:pt>
                <c:pt idx="2181">
                  <c:v>2</c:v>
                </c:pt>
                <c:pt idx="2182">
                  <c:v>2</c:v>
                </c:pt>
                <c:pt idx="2183">
                  <c:v>2</c:v>
                </c:pt>
                <c:pt idx="2184">
                  <c:v>2</c:v>
                </c:pt>
                <c:pt idx="2185">
                  <c:v>2</c:v>
                </c:pt>
                <c:pt idx="2186">
                  <c:v>2</c:v>
                </c:pt>
                <c:pt idx="2187">
                  <c:v>2</c:v>
                </c:pt>
                <c:pt idx="2188">
                  <c:v>2</c:v>
                </c:pt>
                <c:pt idx="2189">
                  <c:v>2</c:v>
                </c:pt>
                <c:pt idx="2190">
                  <c:v>2</c:v>
                </c:pt>
                <c:pt idx="2191">
                  <c:v>2</c:v>
                </c:pt>
                <c:pt idx="2192">
                  <c:v>2</c:v>
                </c:pt>
                <c:pt idx="2193">
                  <c:v>2</c:v>
                </c:pt>
                <c:pt idx="2194">
                  <c:v>2</c:v>
                </c:pt>
                <c:pt idx="2195">
                  <c:v>2</c:v>
                </c:pt>
                <c:pt idx="2196">
                  <c:v>2</c:v>
                </c:pt>
                <c:pt idx="2197">
                  <c:v>2</c:v>
                </c:pt>
                <c:pt idx="2198">
                  <c:v>2</c:v>
                </c:pt>
                <c:pt idx="2199">
                  <c:v>2</c:v>
                </c:pt>
                <c:pt idx="2200">
                  <c:v>2</c:v>
                </c:pt>
                <c:pt idx="2201">
                  <c:v>2</c:v>
                </c:pt>
                <c:pt idx="2202">
                  <c:v>2</c:v>
                </c:pt>
                <c:pt idx="2203">
                  <c:v>2</c:v>
                </c:pt>
                <c:pt idx="2204">
                  <c:v>2</c:v>
                </c:pt>
                <c:pt idx="2205">
                  <c:v>2</c:v>
                </c:pt>
                <c:pt idx="2206">
                  <c:v>2</c:v>
                </c:pt>
                <c:pt idx="2207">
                  <c:v>2</c:v>
                </c:pt>
                <c:pt idx="2208">
                  <c:v>2</c:v>
                </c:pt>
                <c:pt idx="2209">
                  <c:v>2</c:v>
                </c:pt>
                <c:pt idx="2210">
                  <c:v>2</c:v>
                </c:pt>
                <c:pt idx="2211">
                  <c:v>2</c:v>
                </c:pt>
                <c:pt idx="2212">
                  <c:v>2</c:v>
                </c:pt>
                <c:pt idx="2213">
                  <c:v>2</c:v>
                </c:pt>
                <c:pt idx="2214">
                  <c:v>2</c:v>
                </c:pt>
                <c:pt idx="2215">
                  <c:v>2</c:v>
                </c:pt>
                <c:pt idx="2216">
                  <c:v>2</c:v>
                </c:pt>
                <c:pt idx="2217">
                  <c:v>2</c:v>
                </c:pt>
                <c:pt idx="2218">
                  <c:v>2</c:v>
                </c:pt>
                <c:pt idx="2219">
                  <c:v>2</c:v>
                </c:pt>
                <c:pt idx="2220">
                  <c:v>2</c:v>
                </c:pt>
                <c:pt idx="2221">
                  <c:v>2</c:v>
                </c:pt>
                <c:pt idx="2222">
                  <c:v>2</c:v>
                </c:pt>
                <c:pt idx="2223">
                  <c:v>2</c:v>
                </c:pt>
                <c:pt idx="2224">
                  <c:v>2</c:v>
                </c:pt>
                <c:pt idx="2225">
                  <c:v>2</c:v>
                </c:pt>
                <c:pt idx="2226">
                  <c:v>2</c:v>
                </c:pt>
                <c:pt idx="2227">
                  <c:v>2</c:v>
                </c:pt>
                <c:pt idx="2228">
                  <c:v>2</c:v>
                </c:pt>
                <c:pt idx="2229">
                  <c:v>2</c:v>
                </c:pt>
                <c:pt idx="2230">
                  <c:v>2</c:v>
                </c:pt>
                <c:pt idx="2231">
                  <c:v>2</c:v>
                </c:pt>
                <c:pt idx="2232">
                  <c:v>2</c:v>
                </c:pt>
                <c:pt idx="2233">
                  <c:v>2</c:v>
                </c:pt>
                <c:pt idx="2234">
                  <c:v>1.5</c:v>
                </c:pt>
                <c:pt idx="2235">
                  <c:v>1.5</c:v>
                </c:pt>
                <c:pt idx="2236">
                  <c:v>1.5</c:v>
                </c:pt>
                <c:pt idx="2237">
                  <c:v>1.5</c:v>
                </c:pt>
                <c:pt idx="2238">
                  <c:v>1.5</c:v>
                </c:pt>
                <c:pt idx="2239">
                  <c:v>1.5</c:v>
                </c:pt>
                <c:pt idx="2240">
                  <c:v>1.5</c:v>
                </c:pt>
                <c:pt idx="2241">
                  <c:v>1.5</c:v>
                </c:pt>
                <c:pt idx="2242">
                  <c:v>1.5</c:v>
                </c:pt>
                <c:pt idx="2243">
                  <c:v>1.5</c:v>
                </c:pt>
                <c:pt idx="2244">
                  <c:v>1.5</c:v>
                </c:pt>
                <c:pt idx="2245">
                  <c:v>1.5</c:v>
                </c:pt>
                <c:pt idx="2246">
                  <c:v>1.5</c:v>
                </c:pt>
                <c:pt idx="2247">
                  <c:v>1.5</c:v>
                </c:pt>
                <c:pt idx="2248">
                  <c:v>1.5</c:v>
                </c:pt>
                <c:pt idx="2249">
                  <c:v>1</c:v>
                </c:pt>
                <c:pt idx="2250">
                  <c:v>1</c:v>
                </c:pt>
                <c:pt idx="2251">
                  <c:v>1</c:v>
                </c:pt>
                <c:pt idx="2252">
                  <c:v>1</c:v>
                </c:pt>
                <c:pt idx="2253">
                  <c:v>1</c:v>
                </c:pt>
                <c:pt idx="2254">
                  <c:v>1</c:v>
                </c:pt>
                <c:pt idx="2255">
                  <c:v>1</c:v>
                </c:pt>
                <c:pt idx="2256">
                  <c:v>1</c:v>
                </c:pt>
                <c:pt idx="2257">
                  <c:v>1</c:v>
                </c:pt>
                <c:pt idx="2258">
                  <c:v>1</c:v>
                </c:pt>
                <c:pt idx="2259">
                  <c:v>1</c:v>
                </c:pt>
                <c:pt idx="2260">
                  <c:v>1</c:v>
                </c:pt>
                <c:pt idx="2261">
                  <c:v>1</c:v>
                </c:pt>
                <c:pt idx="2262">
                  <c:v>1</c:v>
                </c:pt>
                <c:pt idx="2263">
                  <c:v>1</c:v>
                </c:pt>
                <c:pt idx="2264">
                  <c:v>1</c:v>
                </c:pt>
                <c:pt idx="2265">
                  <c:v>1</c:v>
                </c:pt>
                <c:pt idx="2266">
                  <c:v>1</c:v>
                </c:pt>
                <c:pt idx="2267">
                  <c:v>1</c:v>
                </c:pt>
                <c:pt idx="2268">
                  <c:v>1</c:v>
                </c:pt>
                <c:pt idx="2269">
                  <c:v>1</c:v>
                </c:pt>
                <c:pt idx="2270">
                  <c:v>1</c:v>
                </c:pt>
                <c:pt idx="2271">
                  <c:v>1</c:v>
                </c:pt>
                <c:pt idx="2272">
                  <c:v>1</c:v>
                </c:pt>
                <c:pt idx="2273">
                  <c:v>1</c:v>
                </c:pt>
                <c:pt idx="2274">
                  <c:v>1</c:v>
                </c:pt>
                <c:pt idx="2275">
                  <c:v>1</c:v>
                </c:pt>
                <c:pt idx="2276">
                  <c:v>1</c:v>
                </c:pt>
                <c:pt idx="2277">
                  <c:v>1</c:v>
                </c:pt>
                <c:pt idx="2278">
                  <c:v>1</c:v>
                </c:pt>
                <c:pt idx="2279">
                  <c:v>1</c:v>
                </c:pt>
                <c:pt idx="2280">
                  <c:v>1</c:v>
                </c:pt>
                <c:pt idx="2281">
                  <c:v>1</c:v>
                </c:pt>
                <c:pt idx="2282">
                  <c:v>0.25</c:v>
                </c:pt>
                <c:pt idx="2283">
                  <c:v>0.25</c:v>
                </c:pt>
                <c:pt idx="2284">
                  <c:v>0.25</c:v>
                </c:pt>
                <c:pt idx="2285">
                  <c:v>0.25</c:v>
                </c:pt>
                <c:pt idx="2286">
                  <c:v>0.25</c:v>
                </c:pt>
                <c:pt idx="2287">
                  <c:v>0.25</c:v>
                </c:pt>
                <c:pt idx="2288">
                  <c:v>0.25</c:v>
                </c:pt>
                <c:pt idx="2289">
                  <c:v>0.25</c:v>
                </c:pt>
                <c:pt idx="2290">
                  <c:v>0.25</c:v>
                </c:pt>
                <c:pt idx="2291">
                  <c:v>0.25</c:v>
                </c:pt>
                <c:pt idx="2292">
                  <c:v>0.25</c:v>
                </c:pt>
                <c:pt idx="2293">
                  <c:v>0.25</c:v>
                </c:pt>
                <c:pt idx="2294">
                  <c:v>0.25</c:v>
                </c:pt>
                <c:pt idx="2295">
                  <c:v>0.25</c:v>
                </c:pt>
                <c:pt idx="2296">
                  <c:v>0.25</c:v>
                </c:pt>
                <c:pt idx="2297">
                  <c:v>0.25</c:v>
                </c:pt>
                <c:pt idx="2298">
                  <c:v>0.25</c:v>
                </c:pt>
                <c:pt idx="2299">
                  <c:v>0.25</c:v>
                </c:pt>
                <c:pt idx="2300">
                  <c:v>0.25</c:v>
                </c:pt>
                <c:pt idx="2301">
                  <c:v>0.25</c:v>
                </c:pt>
                <c:pt idx="2302">
                  <c:v>0.25</c:v>
                </c:pt>
                <c:pt idx="2303">
                  <c:v>0.25</c:v>
                </c:pt>
                <c:pt idx="2304">
                  <c:v>0.25</c:v>
                </c:pt>
                <c:pt idx="2305">
                  <c:v>0.25</c:v>
                </c:pt>
                <c:pt idx="2306">
                  <c:v>0.25</c:v>
                </c:pt>
                <c:pt idx="2307">
                  <c:v>0.25</c:v>
                </c:pt>
                <c:pt idx="2308">
                  <c:v>0.25</c:v>
                </c:pt>
                <c:pt idx="2309">
                  <c:v>0.25</c:v>
                </c:pt>
                <c:pt idx="2310">
                  <c:v>0.25</c:v>
                </c:pt>
                <c:pt idx="2311">
                  <c:v>0.25</c:v>
                </c:pt>
                <c:pt idx="2312">
                  <c:v>0.25</c:v>
                </c:pt>
                <c:pt idx="2313">
                  <c:v>0.25</c:v>
                </c:pt>
                <c:pt idx="2314">
                  <c:v>0.25</c:v>
                </c:pt>
                <c:pt idx="2315">
                  <c:v>0.25</c:v>
                </c:pt>
                <c:pt idx="2316">
                  <c:v>0.25</c:v>
                </c:pt>
                <c:pt idx="2317">
                  <c:v>0.25</c:v>
                </c:pt>
                <c:pt idx="2318">
                  <c:v>0.25</c:v>
                </c:pt>
                <c:pt idx="2319">
                  <c:v>0.25</c:v>
                </c:pt>
                <c:pt idx="2320">
                  <c:v>0.25</c:v>
                </c:pt>
                <c:pt idx="2321">
                  <c:v>0.25</c:v>
                </c:pt>
                <c:pt idx="2322">
                  <c:v>0.25</c:v>
                </c:pt>
                <c:pt idx="2323">
                  <c:v>0.25</c:v>
                </c:pt>
                <c:pt idx="2324">
                  <c:v>0.25</c:v>
                </c:pt>
                <c:pt idx="2325">
                  <c:v>0.25</c:v>
                </c:pt>
                <c:pt idx="2326">
                  <c:v>0.25</c:v>
                </c:pt>
                <c:pt idx="2327">
                  <c:v>0.25</c:v>
                </c:pt>
                <c:pt idx="2328">
                  <c:v>0.25</c:v>
                </c:pt>
                <c:pt idx="2329">
                  <c:v>0.25</c:v>
                </c:pt>
                <c:pt idx="2330">
                  <c:v>0.25</c:v>
                </c:pt>
                <c:pt idx="2331">
                  <c:v>0.25</c:v>
                </c:pt>
                <c:pt idx="2332">
                  <c:v>0.25</c:v>
                </c:pt>
                <c:pt idx="2333">
                  <c:v>0.25</c:v>
                </c:pt>
                <c:pt idx="2334">
                  <c:v>0.25</c:v>
                </c:pt>
                <c:pt idx="2335">
                  <c:v>0.25</c:v>
                </c:pt>
                <c:pt idx="2336">
                  <c:v>0.25</c:v>
                </c:pt>
                <c:pt idx="2337">
                  <c:v>0.25</c:v>
                </c:pt>
                <c:pt idx="2338">
                  <c:v>0.25</c:v>
                </c:pt>
                <c:pt idx="2339">
                  <c:v>0.25</c:v>
                </c:pt>
                <c:pt idx="2340">
                  <c:v>0.25</c:v>
                </c:pt>
                <c:pt idx="2341">
                  <c:v>0.25</c:v>
                </c:pt>
                <c:pt idx="2342">
                  <c:v>0.25</c:v>
                </c:pt>
                <c:pt idx="2343">
                  <c:v>0.25</c:v>
                </c:pt>
                <c:pt idx="2344">
                  <c:v>0.25</c:v>
                </c:pt>
                <c:pt idx="2345">
                  <c:v>0.25</c:v>
                </c:pt>
                <c:pt idx="2346">
                  <c:v>0.25</c:v>
                </c:pt>
                <c:pt idx="2347">
                  <c:v>0.25</c:v>
                </c:pt>
                <c:pt idx="2348">
                  <c:v>0.25</c:v>
                </c:pt>
                <c:pt idx="2349">
                  <c:v>0.25</c:v>
                </c:pt>
                <c:pt idx="2350">
                  <c:v>0.25</c:v>
                </c:pt>
                <c:pt idx="2351">
                  <c:v>0.25</c:v>
                </c:pt>
                <c:pt idx="2352">
                  <c:v>0.25</c:v>
                </c:pt>
                <c:pt idx="2353">
                  <c:v>0.25</c:v>
                </c:pt>
                <c:pt idx="2354">
                  <c:v>0.25</c:v>
                </c:pt>
                <c:pt idx="2355">
                  <c:v>0.25</c:v>
                </c:pt>
                <c:pt idx="2356">
                  <c:v>0.25</c:v>
                </c:pt>
                <c:pt idx="2357">
                  <c:v>0.25</c:v>
                </c:pt>
                <c:pt idx="2358">
                  <c:v>0.25</c:v>
                </c:pt>
                <c:pt idx="2359">
                  <c:v>0.25</c:v>
                </c:pt>
                <c:pt idx="2360">
                  <c:v>0.25</c:v>
                </c:pt>
                <c:pt idx="2361">
                  <c:v>0.25</c:v>
                </c:pt>
                <c:pt idx="2362">
                  <c:v>0.25</c:v>
                </c:pt>
                <c:pt idx="2363">
                  <c:v>0.25</c:v>
                </c:pt>
                <c:pt idx="2364">
                  <c:v>0.25</c:v>
                </c:pt>
                <c:pt idx="2365">
                  <c:v>0.25</c:v>
                </c:pt>
                <c:pt idx="2366">
                  <c:v>0.25</c:v>
                </c:pt>
                <c:pt idx="2367">
                  <c:v>0.25</c:v>
                </c:pt>
                <c:pt idx="2368">
                  <c:v>0.25</c:v>
                </c:pt>
                <c:pt idx="2369">
                  <c:v>0.25</c:v>
                </c:pt>
                <c:pt idx="2370">
                  <c:v>0.25</c:v>
                </c:pt>
                <c:pt idx="2371">
                  <c:v>0.25</c:v>
                </c:pt>
                <c:pt idx="2372">
                  <c:v>0.25</c:v>
                </c:pt>
                <c:pt idx="2373">
                  <c:v>0.25</c:v>
                </c:pt>
                <c:pt idx="2374">
                  <c:v>0.25</c:v>
                </c:pt>
                <c:pt idx="2375">
                  <c:v>0.25</c:v>
                </c:pt>
                <c:pt idx="2376">
                  <c:v>0.25</c:v>
                </c:pt>
                <c:pt idx="2377">
                  <c:v>0.25</c:v>
                </c:pt>
                <c:pt idx="2378">
                  <c:v>0.25</c:v>
                </c:pt>
                <c:pt idx="2379">
                  <c:v>0.25</c:v>
                </c:pt>
                <c:pt idx="2380">
                  <c:v>0.25</c:v>
                </c:pt>
                <c:pt idx="2381">
                  <c:v>0.25</c:v>
                </c:pt>
                <c:pt idx="2382">
                  <c:v>0.25</c:v>
                </c:pt>
                <c:pt idx="2383">
                  <c:v>0.25</c:v>
                </c:pt>
                <c:pt idx="2384">
                  <c:v>0.25</c:v>
                </c:pt>
                <c:pt idx="2385">
                  <c:v>0.25</c:v>
                </c:pt>
                <c:pt idx="2386">
                  <c:v>0.25</c:v>
                </c:pt>
                <c:pt idx="2387">
                  <c:v>0.25</c:v>
                </c:pt>
                <c:pt idx="2388">
                  <c:v>0.25</c:v>
                </c:pt>
                <c:pt idx="2389">
                  <c:v>0.25</c:v>
                </c:pt>
                <c:pt idx="2390">
                  <c:v>0.25</c:v>
                </c:pt>
                <c:pt idx="2391">
                  <c:v>0.25</c:v>
                </c:pt>
                <c:pt idx="2392">
                  <c:v>0.25</c:v>
                </c:pt>
                <c:pt idx="2393">
                  <c:v>0.25</c:v>
                </c:pt>
                <c:pt idx="2394">
                  <c:v>0.25</c:v>
                </c:pt>
                <c:pt idx="2395">
                  <c:v>0.25</c:v>
                </c:pt>
                <c:pt idx="2396">
                  <c:v>0.25</c:v>
                </c:pt>
                <c:pt idx="2397">
                  <c:v>0.25</c:v>
                </c:pt>
                <c:pt idx="2398">
                  <c:v>0.25</c:v>
                </c:pt>
                <c:pt idx="2399">
                  <c:v>0.25</c:v>
                </c:pt>
                <c:pt idx="2400">
                  <c:v>0.25</c:v>
                </c:pt>
                <c:pt idx="2401">
                  <c:v>0.25</c:v>
                </c:pt>
                <c:pt idx="2402">
                  <c:v>0.25</c:v>
                </c:pt>
                <c:pt idx="2403">
                  <c:v>0.25</c:v>
                </c:pt>
                <c:pt idx="2404">
                  <c:v>0.25</c:v>
                </c:pt>
                <c:pt idx="2405">
                  <c:v>0.25</c:v>
                </c:pt>
                <c:pt idx="2406">
                  <c:v>0.25</c:v>
                </c:pt>
                <c:pt idx="2407">
                  <c:v>0.25</c:v>
                </c:pt>
                <c:pt idx="2408">
                  <c:v>0.25</c:v>
                </c:pt>
                <c:pt idx="2409">
                  <c:v>0.25</c:v>
                </c:pt>
                <c:pt idx="2410">
                  <c:v>0.25</c:v>
                </c:pt>
                <c:pt idx="2411">
                  <c:v>0.25</c:v>
                </c:pt>
                <c:pt idx="2412">
                  <c:v>0.25</c:v>
                </c:pt>
                <c:pt idx="2413">
                  <c:v>0.25</c:v>
                </c:pt>
                <c:pt idx="2414">
                  <c:v>0.25</c:v>
                </c:pt>
                <c:pt idx="2415">
                  <c:v>0.25</c:v>
                </c:pt>
                <c:pt idx="2416">
                  <c:v>0.25</c:v>
                </c:pt>
                <c:pt idx="2417">
                  <c:v>0.25</c:v>
                </c:pt>
                <c:pt idx="2418">
                  <c:v>0.25</c:v>
                </c:pt>
                <c:pt idx="2419">
                  <c:v>0.25</c:v>
                </c:pt>
                <c:pt idx="2420">
                  <c:v>0.25</c:v>
                </c:pt>
                <c:pt idx="2421">
                  <c:v>0.25</c:v>
                </c:pt>
                <c:pt idx="2422">
                  <c:v>0.25</c:v>
                </c:pt>
                <c:pt idx="2423">
                  <c:v>0.25</c:v>
                </c:pt>
                <c:pt idx="2424">
                  <c:v>0.25</c:v>
                </c:pt>
                <c:pt idx="2425">
                  <c:v>0.25</c:v>
                </c:pt>
                <c:pt idx="2426">
                  <c:v>0.25</c:v>
                </c:pt>
                <c:pt idx="2427">
                  <c:v>0.25</c:v>
                </c:pt>
                <c:pt idx="2428">
                  <c:v>0.25</c:v>
                </c:pt>
                <c:pt idx="2429">
                  <c:v>0.25</c:v>
                </c:pt>
                <c:pt idx="2430">
                  <c:v>0.25</c:v>
                </c:pt>
                <c:pt idx="2431">
                  <c:v>0.25</c:v>
                </c:pt>
                <c:pt idx="2432">
                  <c:v>0.25</c:v>
                </c:pt>
                <c:pt idx="2433">
                  <c:v>0.25</c:v>
                </c:pt>
                <c:pt idx="2434">
                  <c:v>0.25</c:v>
                </c:pt>
                <c:pt idx="2435">
                  <c:v>0.25</c:v>
                </c:pt>
                <c:pt idx="2436">
                  <c:v>0.25</c:v>
                </c:pt>
                <c:pt idx="2437">
                  <c:v>0.25</c:v>
                </c:pt>
                <c:pt idx="2438">
                  <c:v>0.25</c:v>
                </c:pt>
                <c:pt idx="2439">
                  <c:v>0.25</c:v>
                </c:pt>
                <c:pt idx="2440">
                  <c:v>0.25</c:v>
                </c:pt>
                <c:pt idx="2441">
                  <c:v>0.25</c:v>
                </c:pt>
                <c:pt idx="2442">
                  <c:v>0.25</c:v>
                </c:pt>
                <c:pt idx="2443">
                  <c:v>0.25</c:v>
                </c:pt>
                <c:pt idx="2444">
                  <c:v>0.25</c:v>
                </c:pt>
                <c:pt idx="2445">
                  <c:v>0.25</c:v>
                </c:pt>
                <c:pt idx="2446">
                  <c:v>0.25</c:v>
                </c:pt>
                <c:pt idx="2447">
                  <c:v>0.25</c:v>
                </c:pt>
                <c:pt idx="2448">
                  <c:v>0.25</c:v>
                </c:pt>
                <c:pt idx="2449">
                  <c:v>0.25</c:v>
                </c:pt>
                <c:pt idx="2450">
                  <c:v>0.25</c:v>
                </c:pt>
                <c:pt idx="2451">
                  <c:v>0.25</c:v>
                </c:pt>
                <c:pt idx="2452">
                  <c:v>0.25</c:v>
                </c:pt>
                <c:pt idx="2453">
                  <c:v>0.25</c:v>
                </c:pt>
                <c:pt idx="2454">
                  <c:v>0.25</c:v>
                </c:pt>
                <c:pt idx="2455">
                  <c:v>0.25</c:v>
                </c:pt>
                <c:pt idx="2456">
                  <c:v>0.25</c:v>
                </c:pt>
                <c:pt idx="2457">
                  <c:v>0.25</c:v>
                </c:pt>
                <c:pt idx="2458">
                  <c:v>0.25</c:v>
                </c:pt>
                <c:pt idx="2459">
                  <c:v>0.25</c:v>
                </c:pt>
                <c:pt idx="2460">
                  <c:v>0.25</c:v>
                </c:pt>
                <c:pt idx="2461">
                  <c:v>0.25</c:v>
                </c:pt>
                <c:pt idx="2462">
                  <c:v>0.25</c:v>
                </c:pt>
                <c:pt idx="2463">
                  <c:v>0.25</c:v>
                </c:pt>
                <c:pt idx="2464">
                  <c:v>0.25</c:v>
                </c:pt>
                <c:pt idx="2465">
                  <c:v>0.25</c:v>
                </c:pt>
                <c:pt idx="2466">
                  <c:v>0.25</c:v>
                </c:pt>
                <c:pt idx="2467">
                  <c:v>0.25</c:v>
                </c:pt>
                <c:pt idx="2468">
                  <c:v>0.25</c:v>
                </c:pt>
                <c:pt idx="2469">
                  <c:v>0.25</c:v>
                </c:pt>
                <c:pt idx="2470">
                  <c:v>0.25</c:v>
                </c:pt>
                <c:pt idx="2471">
                  <c:v>0.25</c:v>
                </c:pt>
                <c:pt idx="2472">
                  <c:v>0.25</c:v>
                </c:pt>
                <c:pt idx="2473">
                  <c:v>0.25</c:v>
                </c:pt>
                <c:pt idx="2474">
                  <c:v>0.25</c:v>
                </c:pt>
                <c:pt idx="2475">
                  <c:v>0.25</c:v>
                </c:pt>
                <c:pt idx="2476">
                  <c:v>0.25</c:v>
                </c:pt>
                <c:pt idx="2477">
                  <c:v>0.25</c:v>
                </c:pt>
                <c:pt idx="2478">
                  <c:v>0.25</c:v>
                </c:pt>
                <c:pt idx="2479">
                  <c:v>0.25</c:v>
                </c:pt>
                <c:pt idx="2480">
                  <c:v>0.25</c:v>
                </c:pt>
                <c:pt idx="2481">
                  <c:v>0.25</c:v>
                </c:pt>
                <c:pt idx="2482">
                  <c:v>0.25</c:v>
                </c:pt>
                <c:pt idx="2483">
                  <c:v>0.25</c:v>
                </c:pt>
                <c:pt idx="2484">
                  <c:v>0.25</c:v>
                </c:pt>
                <c:pt idx="2485">
                  <c:v>0.25</c:v>
                </c:pt>
                <c:pt idx="2486">
                  <c:v>0.25</c:v>
                </c:pt>
                <c:pt idx="2487">
                  <c:v>0.25</c:v>
                </c:pt>
                <c:pt idx="2488">
                  <c:v>0.25</c:v>
                </c:pt>
                <c:pt idx="2489">
                  <c:v>0.25</c:v>
                </c:pt>
                <c:pt idx="2490">
                  <c:v>0.25</c:v>
                </c:pt>
                <c:pt idx="2491">
                  <c:v>0.25</c:v>
                </c:pt>
                <c:pt idx="2492">
                  <c:v>0.25</c:v>
                </c:pt>
                <c:pt idx="2493">
                  <c:v>0.25</c:v>
                </c:pt>
                <c:pt idx="2494">
                  <c:v>0.25</c:v>
                </c:pt>
                <c:pt idx="2495">
                  <c:v>0.25</c:v>
                </c:pt>
                <c:pt idx="2496">
                  <c:v>0.25</c:v>
                </c:pt>
                <c:pt idx="2497">
                  <c:v>0.25</c:v>
                </c:pt>
                <c:pt idx="2498">
                  <c:v>0.25</c:v>
                </c:pt>
                <c:pt idx="2499">
                  <c:v>0.25</c:v>
                </c:pt>
                <c:pt idx="2500">
                  <c:v>0.25</c:v>
                </c:pt>
                <c:pt idx="2501">
                  <c:v>0.25</c:v>
                </c:pt>
                <c:pt idx="2502">
                  <c:v>0.25</c:v>
                </c:pt>
                <c:pt idx="2503">
                  <c:v>0.25</c:v>
                </c:pt>
                <c:pt idx="2504">
                  <c:v>0.25</c:v>
                </c:pt>
                <c:pt idx="2505">
                  <c:v>0.25</c:v>
                </c:pt>
                <c:pt idx="2506">
                  <c:v>0.25</c:v>
                </c:pt>
                <c:pt idx="2507">
                  <c:v>0.25</c:v>
                </c:pt>
                <c:pt idx="2508">
                  <c:v>0.25</c:v>
                </c:pt>
                <c:pt idx="2509">
                  <c:v>0.25</c:v>
                </c:pt>
                <c:pt idx="2510">
                  <c:v>0.25</c:v>
                </c:pt>
                <c:pt idx="2511">
                  <c:v>0.25</c:v>
                </c:pt>
                <c:pt idx="2512">
                  <c:v>0.25</c:v>
                </c:pt>
                <c:pt idx="2513">
                  <c:v>0.25</c:v>
                </c:pt>
                <c:pt idx="2514">
                  <c:v>0.25</c:v>
                </c:pt>
                <c:pt idx="2515">
                  <c:v>0.25</c:v>
                </c:pt>
                <c:pt idx="2516">
                  <c:v>0.25</c:v>
                </c:pt>
                <c:pt idx="2517">
                  <c:v>0.25</c:v>
                </c:pt>
                <c:pt idx="2518">
                  <c:v>0.25</c:v>
                </c:pt>
                <c:pt idx="2519">
                  <c:v>0.25</c:v>
                </c:pt>
                <c:pt idx="2520">
                  <c:v>0.25</c:v>
                </c:pt>
                <c:pt idx="2521">
                  <c:v>0.25</c:v>
                </c:pt>
                <c:pt idx="2522">
                  <c:v>0.25</c:v>
                </c:pt>
                <c:pt idx="2523">
                  <c:v>0.25</c:v>
                </c:pt>
                <c:pt idx="2524">
                  <c:v>0.25</c:v>
                </c:pt>
                <c:pt idx="2525">
                  <c:v>0.25</c:v>
                </c:pt>
                <c:pt idx="2526">
                  <c:v>0.25</c:v>
                </c:pt>
                <c:pt idx="2527">
                  <c:v>0.25</c:v>
                </c:pt>
                <c:pt idx="2528">
                  <c:v>0.25</c:v>
                </c:pt>
                <c:pt idx="2529">
                  <c:v>0.25</c:v>
                </c:pt>
                <c:pt idx="2530">
                  <c:v>0.25</c:v>
                </c:pt>
                <c:pt idx="2531">
                  <c:v>0.25</c:v>
                </c:pt>
                <c:pt idx="2532">
                  <c:v>0.25</c:v>
                </c:pt>
                <c:pt idx="2533">
                  <c:v>0.25</c:v>
                </c:pt>
                <c:pt idx="2534">
                  <c:v>0.25</c:v>
                </c:pt>
                <c:pt idx="2535">
                  <c:v>0.25</c:v>
                </c:pt>
                <c:pt idx="2536">
                  <c:v>0.25</c:v>
                </c:pt>
                <c:pt idx="2537">
                  <c:v>0.25</c:v>
                </c:pt>
                <c:pt idx="2538">
                  <c:v>0.25</c:v>
                </c:pt>
                <c:pt idx="2539">
                  <c:v>0.25</c:v>
                </c:pt>
                <c:pt idx="2540">
                  <c:v>0.25</c:v>
                </c:pt>
                <c:pt idx="2541">
                  <c:v>0.25</c:v>
                </c:pt>
                <c:pt idx="2542">
                  <c:v>0.25</c:v>
                </c:pt>
                <c:pt idx="2543">
                  <c:v>0.25</c:v>
                </c:pt>
                <c:pt idx="2544">
                  <c:v>0.25</c:v>
                </c:pt>
                <c:pt idx="2545">
                  <c:v>0.25</c:v>
                </c:pt>
                <c:pt idx="2546">
                  <c:v>0.25</c:v>
                </c:pt>
                <c:pt idx="2547">
                  <c:v>0.25</c:v>
                </c:pt>
                <c:pt idx="2548">
                  <c:v>0.25</c:v>
                </c:pt>
                <c:pt idx="2549">
                  <c:v>0.25</c:v>
                </c:pt>
                <c:pt idx="2550">
                  <c:v>0.25</c:v>
                </c:pt>
                <c:pt idx="2551">
                  <c:v>0.25</c:v>
                </c:pt>
                <c:pt idx="2552">
                  <c:v>0.25</c:v>
                </c:pt>
                <c:pt idx="2553">
                  <c:v>0.25</c:v>
                </c:pt>
                <c:pt idx="2554">
                  <c:v>0.25</c:v>
                </c:pt>
                <c:pt idx="2555">
                  <c:v>0.25</c:v>
                </c:pt>
                <c:pt idx="2556">
                  <c:v>0.25</c:v>
                </c:pt>
                <c:pt idx="2557">
                  <c:v>0.25</c:v>
                </c:pt>
                <c:pt idx="2558">
                  <c:v>0.25</c:v>
                </c:pt>
                <c:pt idx="2559">
                  <c:v>0.25</c:v>
                </c:pt>
                <c:pt idx="2560">
                  <c:v>0.25</c:v>
                </c:pt>
                <c:pt idx="2561">
                  <c:v>0.25</c:v>
                </c:pt>
                <c:pt idx="2562">
                  <c:v>0.25</c:v>
                </c:pt>
                <c:pt idx="2563">
                  <c:v>0.25</c:v>
                </c:pt>
                <c:pt idx="2564">
                  <c:v>0.25</c:v>
                </c:pt>
                <c:pt idx="2565">
                  <c:v>0.25</c:v>
                </c:pt>
                <c:pt idx="2566">
                  <c:v>0.25</c:v>
                </c:pt>
                <c:pt idx="2567">
                  <c:v>0.25</c:v>
                </c:pt>
                <c:pt idx="2568">
                  <c:v>0.25</c:v>
                </c:pt>
                <c:pt idx="2569">
                  <c:v>0.25</c:v>
                </c:pt>
                <c:pt idx="2570">
                  <c:v>0.25</c:v>
                </c:pt>
                <c:pt idx="2571">
                  <c:v>0.25</c:v>
                </c:pt>
                <c:pt idx="2572">
                  <c:v>0.25</c:v>
                </c:pt>
                <c:pt idx="2573">
                  <c:v>0.25</c:v>
                </c:pt>
                <c:pt idx="2574">
                  <c:v>0.25</c:v>
                </c:pt>
                <c:pt idx="2575">
                  <c:v>0.25</c:v>
                </c:pt>
                <c:pt idx="2576">
                  <c:v>0.25</c:v>
                </c:pt>
                <c:pt idx="2577">
                  <c:v>0.25</c:v>
                </c:pt>
                <c:pt idx="2578">
                  <c:v>0.25</c:v>
                </c:pt>
                <c:pt idx="2579">
                  <c:v>0.25</c:v>
                </c:pt>
                <c:pt idx="2580">
                  <c:v>0.25</c:v>
                </c:pt>
                <c:pt idx="2581">
                  <c:v>0.25</c:v>
                </c:pt>
                <c:pt idx="2582">
                  <c:v>0.25</c:v>
                </c:pt>
                <c:pt idx="2583">
                  <c:v>0.25</c:v>
                </c:pt>
                <c:pt idx="2584">
                  <c:v>0.25</c:v>
                </c:pt>
                <c:pt idx="2585">
                  <c:v>0.25</c:v>
                </c:pt>
                <c:pt idx="2586">
                  <c:v>0.25</c:v>
                </c:pt>
                <c:pt idx="2587">
                  <c:v>0.25</c:v>
                </c:pt>
                <c:pt idx="2588">
                  <c:v>0.25</c:v>
                </c:pt>
                <c:pt idx="2589">
                  <c:v>0.25</c:v>
                </c:pt>
                <c:pt idx="2590">
                  <c:v>0.25</c:v>
                </c:pt>
                <c:pt idx="2591">
                  <c:v>0.25</c:v>
                </c:pt>
                <c:pt idx="2592">
                  <c:v>0.25</c:v>
                </c:pt>
                <c:pt idx="2593">
                  <c:v>0.25</c:v>
                </c:pt>
                <c:pt idx="2594">
                  <c:v>0.25</c:v>
                </c:pt>
                <c:pt idx="2595">
                  <c:v>0.25</c:v>
                </c:pt>
                <c:pt idx="2596">
                  <c:v>0.25</c:v>
                </c:pt>
                <c:pt idx="2597">
                  <c:v>0.25</c:v>
                </c:pt>
                <c:pt idx="2598">
                  <c:v>0.25</c:v>
                </c:pt>
                <c:pt idx="2599">
                  <c:v>0.25</c:v>
                </c:pt>
                <c:pt idx="2600">
                  <c:v>0.25</c:v>
                </c:pt>
                <c:pt idx="2601">
                  <c:v>0.25</c:v>
                </c:pt>
                <c:pt idx="2602">
                  <c:v>0.25</c:v>
                </c:pt>
                <c:pt idx="2603">
                  <c:v>0.25</c:v>
                </c:pt>
                <c:pt idx="2604">
                  <c:v>0.25</c:v>
                </c:pt>
                <c:pt idx="2605">
                  <c:v>0.25</c:v>
                </c:pt>
                <c:pt idx="2606">
                  <c:v>0.25</c:v>
                </c:pt>
                <c:pt idx="2607">
                  <c:v>0.25</c:v>
                </c:pt>
                <c:pt idx="2608">
                  <c:v>0.25</c:v>
                </c:pt>
                <c:pt idx="2609">
                  <c:v>0.25</c:v>
                </c:pt>
                <c:pt idx="2610">
                  <c:v>0.25</c:v>
                </c:pt>
                <c:pt idx="2611">
                  <c:v>0.25</c:v>
                </c:pt>
                <c:pt idx="2612">
                  <c:v>0.25</c:v>
                </c:pt>
                <c:pt idx="2613">
                  <c:v>0.25</c:v>
                </c:pt>
                <c:pt idx="2614">
                  <c:v>0.25</c:v>
                </c:pt>
                <c:pt idx="2615">
                  <c:v>0.25</c:v>
                </c:pt>
                <c:pt idx="2616">
                  <c:v>0.25</c:v>
                </c:pt>
                <c:pt idx="2617">
                  <c:v>0.25</c:v>
                </c:pt>
                <c:pt idx="2618">
                  <c:v>0.25</c:v>
                </c:pt>
                <c:pt idx="2619">
                  <c:v>0.25</c:v>
                </c:pt>
                <c:pt idx="2620">
                  <c:v>0.25</c:v>
                </c:pt>
                <c:pt idx="2621">
                  <c:v>0.25</c:v>
                </c:pt>
                <c:pt idx="2622">
                  <c:v>0.25</c:v>
                </c:pt>
                <c:pt idx="2623">
                  <c:v>0.25</c:v>
                </c:pt>
                <c:pt idx="2624">
                  <c:v>0.25</c:v>
                </c:pt>
                <c:pt idx="2625">
                  <c:v>0.25</c:v>
                </c:pt>
                <c:pt idx="2626">
                  <c:v>0.25</c:v>
                </c:pt>
                <c:pt idx="2627">
                  <c:v>0.25</c:v>
                </c:pt>
                <c:pt idx="2628">
                  <c:v>0.25</c:v>
                </c:pt>
                <c:pt idx="2629">
                  <c:v>0.25</c:v>
                </c:pt>
                <c:pt idx="2630">
                  <c:v>0.25</c:v>
                </c:pt>
                <c:pt idx="2631">
                  <c:v>0.25</c:v>
                </c:pt>
                <c:pt idx="2632">
                  <c:v>0.25</c:v>
                </c:pt>
                <c:pt idx="2633">
                  <c:v>0.25</c:v>
                </c:pt>
                <c:pt idx="2634">
                  <c:v>0.25</c:v>
                </c:pt>
                <c:pt idx="2635">
                  <c:v>0.25</c:v>
                </c:pt>
                <c:pt idx="2636">
                  <c:v>0.25</c:v>
                </c:pt>
                <c:pt idx="2637">
                  <c:v>0.25</c:v>
                </c:pt>
                <c:pt idx="2638">
                  <c:v>0.25</c:v>
                </c:pt>
                <c:pt idx="2639">
                  <c:v>0.25</c:v>
                </c:pt>
                <c:pt idx="2640">
                  <c:v>0.25</c:v>
                </c:pt>
                <c:pt idx="2641">
                  <c:v>0.25</c:v>
                </c:pt>
                <c:pt idx="2642">
                  <c:v>0.25</c:v>
                </c:pt>
                <c:pt idx="2643">
                  <c:v>0.25</c:v>
                </c:pt>
                <c:pt idx="2644">
                  <c:v>0.25</c:v>
                </c:pt>
                <c:pt idx="2645">
                  <c:v>0.25</c:v>
                </c:pt>
                <c:pt idx="2646">
                  <c:v>0.25</c:v>
                </c:pt>
                <c:pt idx="2647">
                  <c:v>0.25</c:v>
                </c:pt>
                <c:pt idx="2648">
                  <c:v>0.25</c:v>
                </c:pt>
                <c:pt idx="2649">
                  <c:v>0.25</c:v>
                </c:pt>
                <c:pt idx="2650">
                  <c:v>0.25</c:v>
                </c:pt>
                <c:pt idx="2651">
                  <c:v>0.25</c:v>
                </c:pt>
                <c:pt idx="2652">
                  <c:v>0.25</c:v>
                </c:pt>
                <c:pt idx="2653">
                  <c:v>0.25</c:v>
                </c:pt>
                <c:pt idx="2654">
                  <c:v>0.25</c:v>
                </c:pt>
                <c:pt idx="2655">
                  <c:v>0.25</c:v>
                </c:pt>
                <c:pt idx="2656">
                  <c:v>0.25</c:v>
                </c:pt>
                <c:pt idx="2657">
                  <c:v>0.25</c:v>
                </c:pt>
                <c:pt idx="2658">
                  <c:v>0.25</c:v>
                </c:pt>
                <c:pt idx="2659">
                  <c:v>0.25</c:v>
                </c:pt>
                <c:pt idx="2660">
                  <c:v>0.25</c:v>
                </c:pt>
                <c:pt idx="2661">
                  <c:v>0.25</c:v>
                </c:pt>
                <c:pt idx="2662">
                  <c:v>0.25</c:v>
                </c:pt>
                <c:pt idx="2663">
                  <c:v>0.25</c:v>
                </c:pt>
                <c:pt idx="2664">
                  <c:v>0.25</c:v>
                </c:pt>
                <c:pt idx="2665">
                  <c:v>0.25</c:v>
                </c:pt>
                <c:pt idx="2666">
                  <c:v>0.25</c:v>
                </c:pt>
                <c:pt idx="2667">
                  <c:v>0.25</c:v>
                </c:pt>
                <c:pt idx="2668">
                  <c:v>0.25</c:v>
                </c:pt>
                <c:pt idx="2669">
                  <c:v>0.25</c:v>
                </c:pt>
                <c:pt idx="2670">
                  <c:v>0.25</c:v>
                </c:pt>
                <c:pt idx="2671">
                  <c:v>0.25</c:v>
                </c:pt>
                <c:pt idx="2672">
                  <c:v>0.25</c:v>
                </c:pt>
                <c:pt idx="2673">
                  <c:v>0.25</c:v>
                </c:pt>
                <c:pt idx="2674">
                  <c:v>0.25</c:v>
                </c:pt>
                <c:pt idx="2675">
                  <c:v>0.25</c:v>
                </c:pt>
                <c:pt idx="2676">
                  <c:v>0.25</c:v>
                </c:pt>
                <c:pt idx="2677">
                  <c:v>0.25</c:v>
                </c:pt>
                <c:pt idx="2678">
                  <c:v>0.25</c:v>
                </c:pt>
                <c:pt idx="2679">
                  <c:v>0.25</c:v>
                </c:pt>
                <c:pt idx="2680">
                  <c:v>0.25</c:v>
                </c:pt>
                <c:pt idx="2681">
                  <c:v>0.25</c:v>
                </c:pt>
                <c:pt idx="2682">
                  <c:v>0.25</c:v>
                </c:pt>
                <c:pt idx="2683">
                  <c:v>0.25</c:v>
                </c:pt>
                <c:pt idx="2684">
                  <c:v>0.25</c:v>
                </c:pt>
                <c:pt idx="2685">
                  <c:v>0.25</c:v>
                </c:pt>
                <c:pt idx="2686">
                  <c:v>0.25</c:v>
                </c:pt>
                <c:pt idx="2687">
                  <c:v>0.25</c:v>
                </c:pt>
                <c:pt idx="2688">
                  <c:v>0.25</c:v>
                </c:pt>
                <c:pt idx="2689">
                  <c:v>0.25</c:v>
                </c:pt>
                <c:pt idx="2690">
                  <c:v>0.25</c:v>
                </c:pt>
                <c:pt idx="2691">
                  <c:v>0.25</c:v>
                </c:pt>
                <c:pt idx="2692">
                  <c:v>0.25</c:v>
                </c:pt>
                <c:pt idx="2693">
                  <c:v>0.25</c:v>
                </c:pt>
                <c:pt idx="2694">
                  <c:v>0.25</c:v>
                </c:pt>
                <c:pt idx="2695">
                  <c:v>0.25</c:v>
                </c:pt>
                <c:pt idx="2696">
                  <c:v>0.25</c:v>
                </c:pt>
                <c:pt idx="2697">
                  <c:v>0.25</c:v>
                </c:pt>
                <c:pt idx="2698">
                  <c:v>0.25</c:v>
                </c:pt>
                <c:pt idx="2699">
                  <c:v>0.25</c:v>
                </c:pt>
                <c:pt idx="2700">
                  <c:v>0.25</c:v>
                </c:pt>
                <c:pt idx="2701">
                  <c:v>0.25</c:v>
                </c:pt>
                <c:pt idx="2702">
                  <c:v>0.25</c:v>
                </c:pt>
                <c:pt idx="2703">
                  <c:v>0.25</c:v>
                </c:pt>
                <c:pt idx="2704">
                  <c:v>0.25</c:v>
                </c:pt>
                <c:pt idx="2705">
                  <c:v>0.25</c:v>
                </c:pt>
                <c:pt idx="2706">
                  <c:v>0.25</c:v>
                </c:pt>
                <c:pt idx="2707">
                  <c:v>0.25</c:v>
                </c:pt>
                <c:pt idx="2708">
                  <c:v>0.25</c:v>
                </c:pt>
                <c:pt idx="2709">
                  <c:v>0.25</c:v>
                </c:pt>
                <c:pt idx="2710">
                  <c:v>0.25</c:v>
                </c:pt>
                <c:pt idx="2711">
                  <c:v>0.25</c:v>
                </c:pt>
                <c:pt idx="2712">
                  <c:v>0.25</c:v>
                </c:pt>
                <c:pt idx="2713">
                  <c:v>0.25</c:v>
                </c:pt>
                <c:pt idx="2714">
                  <c:v>0.25</c:v>
                </c:pt>
                <c:pt idx="2715">
                  <c:v>0.25</c:v>
                </c:pt>
                <c:pt idx="2716">
                  <c:v>0.25</c:v>
                </c:pt>
                <c:pt idx="2717">
                  <c:v>0.25</c:v>
                </c:pt>
                <c:pt idx="2718">
                  <c:v>0.25</c:v>
                </c:pt>
                <c:pt idx="2719">
                  <c:v>0.25</c:v>
                </c:pt>
                <c:pt idx="2720">
                  <c:v>0.25</c:v>
                </c:pt>
                <c:pt idx="2721">
                  <c:v>0.25</c:v>
                </c:pt>
                <c:pt idx="2722">
                  <c:v>0.25</c:v>
                </c:pt>
                <c:pt idx="2723">
                  <c:v>0.25</c:v>
                </c:pt>
                <c:pt idx="2724">
                  <c:v>0.25</c:v>
                </c:pt>
                <c:pt idx="2725">
                  <c:v>0.25</c:v>
                </c:pt>
                <c:pt idx="2726">
                  <c:v>0.25</c:v>
                </c:pt>
                <c:pt idx="2727">
                  <c:v>0.25</c:v>
                </c:pt>
                <c:pt idx="2728">
                  <c:v>0.25</c:v>
                </c:pt>
                <c:pt idx="2729">
                  <c:v>0.25</c:v>
                </c:pt>
                <c:pt idx="2730">
                  <c:v>0.25</c:v>
                </c:pt>
                <c:pt idx="2731">
                  <c:v>0.25</c:v>
                </c:pt>
                <c:pt idx="2732">
                  <c:v>0.25</c:v>
                </c:pt>
                <c:pt idx="2733">
                  <c:v>0.25</c:v>
                </c:pt>
                <c:pt idx="2734">
                  <c:v>0.25</c:v>
                </c:pt>
                <c:pt idx="2735">
                  <c:v>0.25</c:v>
                </c:pt>
                <c:pt idx="2736">
                  <c:v>0.25</c:v>
                </c:pt>
                <c:pt idx="2737">
                  <c:v>0.25</c:v>
                </c:pt>
                <c:pt idx="2738">
                  <c:v>0.25</c:v>
                </c:pt>
                <c:pt idx="2739">
                  <c:v>0.25</c:v>
                </c:pt>
                <c:pt idx="2740">
                  <c:v>0.25</c:v>
                </c:pt>
                <c:pt idx="2741">
                  <c:v>0.25</c:v>
                </c:pt>
                <c:pt idx="2742">
                  <c:v>0.25</c:v>
                </c:pt>
                <c:pt idx="2743">
                  <c:v>0.25</c:v>
                </c:pt>
                <c:pt idx="2744">
                  <c:v>0.25</c:v>
                </c:pt>
                <c:pt idx="2745">
                  <c:v>0.25</c:v>
                </c:pt>
                <c:pt idx="2746">
                  <c:v>0.25</c:v>
                </c:pt>
                <c:pt idx="2747">
                  <c:v>0.25</c:v>
                </c:pt>
                <c:pt idx="2748">
                  <c:v>0.25</c:v>
                </c:pt>
                <c:pt idx="2749">
                  <c:v>0.25</c:v>
                </c:pt>
                <c:pt idx="2750">
                  <c:v>0.25</c:v>
                </c:pt>
                <c:pt idx="2751">
                  <c:v>0.25</c:v>
                </c:pt>
                <c:pt idx="2752">
                  <c:v>0.25</c:v>
                </c:pt>
                <c:pt idx="2753">
                  <c:v>0.25</c:v>
                </c:pt>
                <c:pt idx="2754">
                  <c:v>0.25</c:v>
                </c:pt>
                <c:pt idx="2755">
                  <c:v>0.25</c:v>
                </c:pt>
                <c:pt idx="2756">
                  <c:v>0.25</c:v>
                </c:pt>
                <c:pt idx="2757">
                  <c:v>0.25</c:v>
                </c:pt>
                <c:pt idx="2758">
                  <c:v>0.25</c:v>
                </c:pt>
                <c:pt idx="2759">
                  <c:v>0.25</c:v>
                </c:pt>
                <c:pt idx="2760">
                  <c:v>0.25</c:v>
                </c:pt>
                <c:pt idx="2761">
                  <c:v>0.25</c:v>
                </c:pt>
                <c:pt idx="2762">
                  <c:v>0.25</c:v>
                </c:pt>
                <c:pt idx="2763">
                  <c:v>0.25</c:v>
                </c:pt>
                <c:pt idx="2764">
                  <c:v>0.25</c:v>
                </c:pt>
                <c:pt idx="2765">
                  <c:v>0.25</c:v>
                </c:pt>
                <c:pt idx="2766">
                  <c:v>0.25</c:v>
                </c:pt>
                <c:pt idx="2767">
                  <c:v>0.25</c:v>
                </c:pt>
                <c:pt idx="2768">
                  <c:v>0.25</c:v>
                </c:pt>
                <c:pt idx="2769">
                  <c:v>0.25</c:v>
                </c:pt>
                <c:pt idx="2770">
                  <c:v>0.25</c:v>
                </c:pt>
                <c:pt idx="2771">
                  <c:v>0.25</c:v>
                </c:pt>
                <c:pt idx="2772">
                  <c:v>0.25</c:v>
                </c:pt>
                <c:pt idx="2773">
                  <c:v>0.25</c:v>
                </c:pt>
                <c:pt idx="2774">
                  <c:v>0.25</c:v>
                </c:pt>
                <c:pt idx="2775">
                  <c:v>0.25</c:v>
                </c:pt>
                <c:pt idx="2776">
                  <c:v>0.25</c:v>
                </c:pt>
                <c:pt idx="2777">
                  <c:v>0.25</c:v>
                </c:pt>
                <c:pt idx="2778">
                  <c:v>0.25</c:v>
                </c:pt>
                <c:pt idx="2779">
                  <c:v>0.25</c:v>
                </c:pt>
                <c:pt idx="2780">
                  <c:v>0.25</c:v>
                </c:pt>
                <c:pt idx="2781">
                  <c:v>0.25</c:v>
                </c:pt>
                <c:pt idx="2782">
                  <c:v>0.25</c:v>
                </c:pt>
                <c:pt idx="2783">
                  <c:v>0.25</c:v>
                </c:pt>
                <c:pt idx="2784">
                  <c:v>0.25</c:v>
                </c:pt>
                <c:pt idx="2785">
                  <c:v>0.25</c:v>
                </c:pt>
                <c:pt idx="2786">
                  <c:v>0.25</c:v>
                </c:pt>
                <c:pt idx="2787">
                  <c:v>0.25</c:v>
                </c:pt>
                <c:pt idx="2788">
                  <c:v>0.25</c:v>
                </c:pt>
                <c:pt idx="2789">
                  <c:v>0.25</c:v>
                </c:pt>
                <c:pt idx="2790">
                  <c:v>0.25</c:v>
                </c:pt>
                <c:pt idx="2791">
                  <c:v>0.25</c:v>
                </c:pt>
                <c:pt idx="2792">
                  <c:v>0.25</c:v>
                </c:pt>
                <c:pt idx="2793">
                  <c:v>0.25</c:v>
                </c:pt>
                <c:pt idx="2794">
                  <c:v>0.25</c:v>
                </c:pt>
                <c:pt idx="2795">
                  <c:v>0.25</c:v>
                </c:pt>
                <c:pt idx="2796">
                  <c:v>0.25</c:v>
                </c:pt>
                <c:pt idx="2797">
                  <c:v>0.25</c:v>
                </c:pt>
                <c:pt idx="2798">
                  <c:v>0.25</c:v>
                </c:pt>
                <c:pt idx="2799">
                  <c:v>0.25</c:v>
                </c:pt>
                <c:pt idx="2800">
                  <c:v>0.25</c:v>
                </c:pt>
                <c:pt idx="2801">
                  <c:v>0.25</c:v>
                </c:pt>
                <c:pt idx="2802">
                  <c:v>0.25</c:v>
                </c:pt>
                <c:pt idx="2803">
                  <c:v>0.25</c:v>
                </c:pt>
                <c:pt idx="2804">
                  <c:v>0.25</c:v>
                </c:pt>
                <c:pt idx="2805">
                  <c:v>0.25</c:v>
                </c:pt>
                <c:pt idx="2806">
                  <c:v>0.25</c:v>
                </c:pt>
                <c:pt idx="2807">
                  <c:v>0.25</c:v>
                </c:pt>
                <c:pt idx="2808">
                  <c:v>0.25</c:v>
                </c:pt>
                <c:pt idx="2809">
                  <c:v>0.25</c:v>
                </c:pt>
                <c:pt idx="2810">
                  <c:v>0.25</c:v>
                </c:pt>
                <c:pt idx="2811">
                  <c:v>0.25</c:v>
                </c:pt>
                <c:pt idx="2812">
                  <c:v>0.25</c:v>
                </c:pt>
                <c:pt idx="2813">
                  <c:v>0.25</c:v>
                </c:pt>
                <c:pt idx="2814">
                  <c:v>0.25</c:v>
                </c:pt>
                <c:pt idx="2815">
                  <c:v>0.25</c:v>
                </c:pt>
                <c:pt idx="2816">
                  <c:v>0.25</c:v>
                </c:pt>
                <c:pt idx="2817">
                  <c:v>0.25</c:v>
                </c:pt>
                <c:pt idx="2818">
                  <c:v>0.25</c:v>
                </c:pt>
                <c:pt idx="2819">
                  <c:v>0.25</c:v>
                </c:pt>
                <c:pt idx="2820">
                  <c:v>0.25</c:v>
                </c:pt>
                <c:pt idx="2821">
                  <c:v>0.25</c:v>
                </c:pt>
                <c:pt idx="2822">
                  <c:v>0.25</c:v>
                </c:pt>
                <c:pt idx="2823">
                  <c:v>0.25</c:v>
                </c:pt>
                <c:pt idx="2824">
                  <c:v>0.25</c:v>
                </c:pt>
                <c:pt idx="2825">
                  <c:v>0.25</c:v>
                </c:pt>
                <c:pt idx="2826">
                  <c:v>0.25</c:v>
                </c:pt>
                <c:pt idx="2827">
                  <c:v>0.25</c:v>
                </c:pt>
                <c:pt idx="2828">
                  <c:v>0.25</c:v>
                </c:pt>
                <c:pt idx="2829">
                  <c:v>0.25</c:v>
                </c:pt>
                <c:pt idx="2830">
                  <c:v>0.25</c:v>
                </c:pt>
                <c:pt idx="2831">
                  <c:v>0.25</c:v>
                </c:pt>
                <c:pt idx="2832">
                  <c:v>0.25</c:v>
                </c:pt>
                <c:pt idx="2833">
                  <c:v>0.25</c:v>
                </c:pt>
                <c:pt idx="2834">
                  <c:v>0.25</c:v>
                </c:pt>
                <c:pt idx="2835">
                  <c:v>0.25</c:v>
                </c:pt>
                <c:pt idx="2836">
                  <c:v>0.25</c:v>
                </c:pt>
                <c:pt idx="2837">
                  <c:v>0.25</c:v>
                </c:pt>
                <c:pt idx="2838">
                  <c:v>0.25</c:v>
                </c:pt>
                <c:pt idx="2839">
                  <c:v>0.25</c:v>
                </c:pt>
                <c:pt idx="2840">
                  <c:v>0.25</c:v>
                </c:pt>
                <c:pt idx="2841">
                  <c:v>0.25</c:v>
                </c:pt>
                <c:pt idx="2842">
                  <c:v>0.25</c:v>
                </c:pt>
                <c:pt idx="2843">
                  <c:v>0.25</c:v>
                </c:pt>
                <c:pt idx="2844">
                  <c:v>0.25</c:v>
                </c:pt>
                <c:pt idx="2845">
                  <c:v>0.25</c:v>
                </c:pt>
                <c:pt idx="2846">
                  <c:v>0.25</c:v>
                </c:pt>
                <c:pt idx="2847">
                  <c:v>0.25</c:v>
                </c:pt>
                <c:pt idx="2848">
                  <c:v>0.25</c:v>
                </c:pt>
                <c:pt idx="2849">
                  <c:v>0.25</c:v>
                </c:pt>
                <c:pt idx="2850">
                  <c:v>0.25</c:v>
                </c:pt>
                <c:pt idx="2851">
                  <c:v>0.25</c:v>
                </c:pt>
                <c:pt idx="2852">
                  <c:v>0.25</c:v>
                </c:pt>
                <c:pt idx="2853">
                  <c:v>0.25</c:v>
                </c:pt>
                <c:pt idx="2854">
                  <c:v>0.25</c:v>
                </c:pt>
                <c:pt idx="2855">
                  <c:v>0.25</c:v>
                </c:pt>
                <c:pt idx="2856">
                  <c:v>0.25</c:v>
                </c:pt>
                <c:pt idx="2857">
                  <c:v>0.25</c:v>
                </c:pt>
                <c:pt idx="2858">
                  <c:v>0.25</c:v>
                </c:pt>
                <c:pt idx="2859">
                  <c:v>0.25</c:v>
                </c:pt>
                <c:pt idx="2860">
                  <c:v>0.25</c:v>
                </c:pt>
                <c:pt idx="2861">
                  <c:v>0.25</c:v>
                </c:pt>
                <c:pt idx="2862">
                  <c:v>0.25</c:v>
                </c:pt>
                <c:pt idx="2863">
                  <c:v>0.25</c:v>
                </c:pt>
                <c:pt idx="2864">
                  <c:v>0.25</c:v>
                </c:pt>
                <c:pt idx="2865">
                  <c:v>0.25</c:v>
                </c:pt>
                <c:pt idx="2866">
                  <c:v>0.25</c:v>
                </c:pt>
                <c:pt idx="2867">
                  <c:v>0.25</c:v>
                </c:pt>
                <c:pt idx="2868">
                  <c:v>0.25</c:v>
                </c:pt>
                <c:pt idx="2869">
                  <c:v>0.25</c:v>
                </c:pt>
                <c:pt idx="2870">
                  <c:v>0.25</c:v>
                </c:pt>
                <c:pt idx="2871">
                  <c:v>0.25</c:v>
                </c:pt>
                <c:pt idx="2872">
                  <c:v>0.25</c:v>
                </c:pt>
                <c:pt idx="2873">
                  <c:v>0.25</c:v>
                </c:pt>
                <c:pt idx="2874">
                  <c:v>0.25</c:v>
                </c:pt>
                <c:pt idx="2875">
                  <c:v>0.25</c:v>
                </c:pt>
                <c:pt idx="2876">
                  <c:v>0.25</c:v>
                </c:pt>
                <c:pt idx="2877">
                  <c:v>0.25</c:v>
                </c:pt>
                <c:pt idx="2878">
                  <c:v>0.25</c:v>
                </c:pt>
                <c:pt idx="2879">
                  <c:v>0.25</c:v>
                </c:pt>
                <c:pt idx="2880">
                  <c:v>0.25</c:v>
                </c:pt>
                <c:pt idx="2881">
                  <c:v>0.25</c:v>
                </c:pt>
                <c:pt idx="2882">
                  <c:v>0.25</c:v>
                </c:pt>
                <c:pt idx="2883">
                  <c:v>0.25</c:v>
                </c:pt>
                <c:pt idx="2884">
                  <c:v>0.25</c:v>
                </c:pt>
                <c:pt idx="2885">
                  <c:v>0.25</c:v>
                </c:pt>
                <c:pt idx="2886">
                  <c:v>0.25</c:v>
                </c:pt>
                <c:pt idx="2887">
                  <c:v>0.25</c:v>
                </c:pt>
                <c:pt idx="2888">
                  <c:v>0.25</c:v>
                </c:pt>
                <c:pt idx="2889">
                  <c:v>0.25</c:v>
                </c:pt>
                <c:pt idx="2890">
                  <c:v>0.25</c:v>
                </c:pt>
                <c:pt idx="2891">
                  <c:v>0.25</c:v>
                </c:pt>
                <c:pt idx="2892">
                  <c:v>0.25</c:v>
                </c:pt>
                <c:pt idx="2893">
                  <c:v>0.25</c:v>
                </c:pt>
                <c:pt idx="2894">
                  <c:v>0.25</c:v>
                </c:pt>
                <c:pt idx="2895">
                  <c:v>0.25</c:v>
                </c:pt>
                <c:pt idx="2896">
                  <c:v>0.25</c:v>
                </c:pt>
                <c:pt idx="2897">
                  <c:v>0.25</c:v>
                </c:pt>
                <c:pt idx="2898">
                  <c:v>0.25</c:v>
                </c:pt>
                <c:pt idx="2899">
                  <c:v>0.25</c:v>
                </c:pt>
                <c:pt idx="2900">
                  <c:v>0.25</c:v>
                </c:pt>
                <c:pt idx="2901">
                  <c:v>0.25</c:v>
                </c:pt>
                <c:pt idx="2902">
                  <c:v>0.25</c:v>
                </c:pt>
                <c:pt idx="2903">
                  <c:v>0.25</c:v>
                </c:pt>
                <c:pt idx="2904">
                  <c:v>0.25</c:v>
                </c:pt>
                <c:pt idx="2905">
                  <c:v>0.25</c:v>
                </c:pt>
                <c:pt idx="2906">
                  <c:v>0.25</c:v>
                </c:pt>
                <c:pt idx="2907">
                  <c:v>0.25</c:v>
                </c:pt>
                <c:pt idx="2908">
                  <c:v>0.25</c:v>
                </c:pt>
                <c:pt idx="2909">
                  <c:v>0.25</c:v>
                </c:pt>
                <c:pt idx="2910">
                  <c:v>0.25</c:v>
                </c:pt>
                <c:pt idx="2911">
                  <c:v>0.25</c:v>
                </c:pt>
                <c:pt idx="2912">
                  <c:v>0.25</c:v>
                </c:pt>
                <c:pt idx="2913">
                  <c:v>0.25</c:v>
                </c:pt>
                <c:pt idx="2914">
                  <c:v>0.25</c:v>
                </c:pt>
                <c:pt idx="2915">
                  <c:v>0.25</c:v>
                </c:pt>
                <c:pt idx="2916">
                  <c:v>0.25</c:v>
                </c:pt>
                <c:pt idx="2917">
                  <c:v>0.25</c:v>
                </c:pt>
                <c:pt idx="2918">
                  <c:v>0.25</c:v>
                </c:pt>
                <c:pt idx="2919">
                  <c:v>0.25</c:v>
                </c:pt>
                <c:pt idx="2920">
                  <c:v>0.25</c:v>
                </c:pt>
                <c:pt idx="2921">
                  <c:v>0.25</c:v>
                </c:pt>
                <c:pt idx="2922">
                  <c:v>0.25</c:v>
                </c:pt>
                <c:pt idx="2923">
                  <c:v>0.25</c:v>
                </c:pt>
                <c:pt idx="2924">
                  <c:v>0.25</c:v>
                </c:pt>
                <c:pt idx="2925">
                  <c:v>0.25</c:v>
                </c:pt>
                <c:pt idx="2926">
                  <c:v>0.25</c:v>
                </c:pt>
                <c:pt idx="2927">
                  <c:v>0.25</c:v>
                </c:pt>
                <c:pt idx="2928">
                  <c:v>0.25</c:v>
                </c:pt>
                <c:pt idx="2929">
                  <c:v>0.25</c:v>
                </c:pt>
                <c:pt idx="2930">
                  <c:v>0.25</c:v>
                </c:pt>
                <c:pt idx="2931">
                  <c:v>0.25</c:v>
                </c:pt>
                <c:pt idx="2932">
                  <c:v>0.25</c:v>
                </c:pt>
                <c:pt idx="2933">
                  <c:v>0.25</c:v>
                </c:pt>
                <c:pt idx="2934">
                  <c:v>0.25</c:v>
                </c:pt>
                <c:pt idx="2935">
                  <c:v>0.25</c:v>
                </c:pt>
                <c:pt idx="2936">
                  <c:v>0.25</c:v>
                </c:pt>
                <c:pt idx="2937">
                  <c:v>0.25</c:v>
                </c:pt>
                <c:pt idx="2938">
                  <c:v>0.25</c:v>
                </c:pt>
                <c:pt idx="2939">
                  <c:v>0.25</c:v>
                </c:pt>
                <c:pt idx="2940">
                  <c:v>0.25</c:v>
                </c:pt>
                <c:pt idx="2941">
                  <c:v>0.25</c:v>
                </c:pt>
                <c:pt idx="2942">
                  <c:v>0.25</c:v>
                </c:pt>
                <c:pt idx="2943">
                  <c:v>0.25</c:v>
                </c:pt>
                <c:pt idx="2944">
                  <c:v>0.25</c:v>
                </c:pt>
                <c:pt idx="2945">
                  <c:v>0.25</c:v>
                </c:pt>
                <c:pt idx="2946">
                  <c:v>0.25</c:v>
                </c:pt>
                <c:pt idx="2947">
                  <c:v>0.25</c:v>
                </c:pt>
                <c:pt idx="2948">
                  <c:v>0.25</c:v>
                </c:pt>
                <c:pt idx="2949">
                  <c:v>0.25</c:v>
                </c:pt>
                <c:pt idx="2950">
                  <c:v>0.25</c:v>
                </c:pt>
                <c:pt idx="2951">
                  <c:v>0.25</c:v>
                </c:pt>
                <c:pt idx="2952">
                  <c:v>0.25</c:v>
                </c:pt>
                <c:pt idx="2953">
                  <c:v>0.25</c:v>
                </c:pt>
                <c:pt idx="2954">
                  <c:v>0.25</c:v>
                </c:pt>
                <c:pt idx="2955">
                  <c:v>0.25</c:v>
                </c:pt>
                <c:pt idx="2956">
                  <c:v>0.25</c:v>
                </c:pt>
                <c:pt idx="2957">
                  <c:v>0.25</c:v>
                </c:pt>
                <c:pt idx="2958">
                  <c:v>0.25</c:v>
                </c:pt>
                <c:pt idx="2959">
                  <c:v>0.25</c:v>
                </c:pt>
                <c:pt idx="2960">
                  <c:v>0.25</c:v>
                </c:pt>
                <c:pt idx="2961">
                  <c:v>0.25</c:v>
                </c:pt>
                <c:pt idx="2962">
                  <c:v>0.25</c:v>
                </c:pt>
                <c:pt idx="2963">
                  <c:v>0.25</c:v>
                </c:pt>
                <c:pt idx="2964">
                  <c:v>0.25</c:v>
                </c:pt>
                <c:pt idx="2965">
                  <c:v>0.25</c:v>
                </c:pt>
                <c:pt idx="2966">
                  <c:v>0.25</c:v>
                </c:pt>
                <c:pt idx="2967">
                  <c:v>0.25</c:v>
                </c:pt>
                <c:pt idx="2968">
                  <c:v>0.25</c:v>
                </c:pt>
                <c:pt idx="2969">
                  <c:v>0.25</c:v>
                </c:pt>
                <c:pt idx="2970">
                  <c:v>0.25</c:v>
                </c:pt>
                <c:pt idx="2971">
                  <c:v>0.25</c:v>
                </c:pt>
                <c:pt idx="2972">
                  <c:v>0.25</c:v>
                </c:pt>
                <c:pt idx="2973">
                  <c:v>0.25</c:v>
                </c:pt>
                <c:pt idx="2974">
                  <c:v>0.25</c:v>
                </c:pt>
                <c:pt idx="2975">
                  <c:v>0.25</c:v>
                </c:pt>
                <c:pt idx="2976">
                  <c:v>0.25</c:v>
                </c:pt>
                <c:pt idx="2977">
                  <c:v>0.25</c:v>
                </c:pt>
                <c:pt idx="2978">
                  <c:v>0.25</c:v>
                </c:pt>
                <c:pt idx="2979">
                  <c:v>0.25</c:v>
                </c:pt>
                <c:pt idx="2980">
                  <c:v>0.25</c:v>
                </c:pt>
                <c:pt idx="2981">
                  <c:v>0.25</c:v>
                </c:pt>
                <c:pt idx="2982">
                  <c:v>0.25</c:v>
                </c:pt>
                <c:pt idx="2983">
                  <c:v>0.25</c:v>
                </c:pt>
                <c:pt idx="2984">
                  <c:v>0.25</c:v>
                </c:pt>
                <c:pt idx="2985">
                  <c:v>0.25</c:v>
                </c:pt>
                <c:pt idx="2986">
                  <c:v>0.25</c:v>
                </c:pt>
                <c:pt idx="2987">
                  <c:v>0.25</c:v>
                </c:pt>
                <c:pt idx="2988">
                  <c:v>0.25</c:v>
                </c:pt>
                <c:pt idx="2989">
                  <c:v>0.25</c:v>
                </c:pt>
                <c:pt idx="2990">
                  <c:v>0.25</c:v>
                </c:pt>
                <c:pt idx="2991">
                  <c:v>0.25</c:v>
                </c:pt>
                <c:pt idx="2992">
                  <c:v>0.25</c:v>
                </c:pt>
                <c:pt idx="2993">
                  <c:v>0.25</c:v>
                </c:pt>
                <c:pt idx="2994">
                  <c:v>0.25</c:v>
                </c:pt>
                <c:pt idx="2995">
                  <c:v>0.25</c:v>
                </c:pt>
                <c:pt idx="2996">
                  <c:v>0.25</c:v>
                </c:pt>
                <c:pt idx="2997">
                  <c:v>0.25</c:v>
                </c:pt>
                <c:pt idx="2998">
                  <c:v>0.25</c:v>
                </c:pt>
                <c:pt idx="2999">
                  <c:v>0.25</c:v>
                </c:pt>
                <c:pt idx="3000">
                  <c:v>0.25</c:v>
                </c:pt>
                <c:pt idx="3001">
                  <c:v>0.25</c:v>
                </c:pt>
                <c:pt idx="3002">
                  <c:v>0.25</c:v>
                </c:pt>
                <c:pt idx="3003">
                  <c:v>0.25</c:v>
                </c:pt>
                <c:pt idx="3004">
                  <c:v>0.25</c:v>
                </c:pt>
                <c:pt idx="3005">
                  <c:v>0.25</c:v>
                </c:pt>
                <c:pt idx="3006">
                  <c:v>0.25</c:v>
                </c:pt>
                <c:pt idx="3007">
                  <c:v>0.25</c:v>
                </c:pt>
                <c:pt idx="3008">
                  <c:v>0.25</c:v>
                </c:pt>
                <c:pt idx="3009">
                  <c:v>0.25</c:v>
                </c:pt>
                <c:pt idx="3010">
                  <c:v>0.25</c:v>
                </c:pt>
                <c:pt idx="3011">
                  <c:v>0.25</c:v>
                </c:pt>
                <c:pt idx="3012">
                  <c:v>0.25</c:v>
                </c:pt>
                <c:pt idx="3013">
                  <c:v>0.25</c:v>
                </c:pt>
                <c:pt idx="3014">
                  <c:v>0.25</c:v>
                </c:pt>
                <c:pt idx="3015">
                  <c:v>0.25</c:v>
                </c:pt>
                <c:pt idx="3016">
                  <c:v>0.25</c:v>
                </c:pt>
                <c:pt idx="3017">
                  <c:v>0.25</c:v>
                </c:pt>
                <c:pt idx="3018">
                  <c:v>0.25</c:v>
                </c:pt>
                <c:pt idx="3019">
                  <c:v>0.25</c:v>
                </c:pt>
                <c:pt idx="3020">
                  <c:v>0.25</c:v>
                </c:pt>
                <c:pt idx="3021">
                  <c:v>0.25</c:v>
                </c:pt>
                <c:pt idx="3022">
                  <c:v>0.25</c:v>
                </c:pt>
                <c:pt idx="3023">
                  <c:v>0.25</c:v>
                </c:pt>
                <c:pt idx="3024">
                  <c:v>0.25</c:v>
                </c:pt>
                <c:pt idx="3025">
                  <c:v>0.25</c:v>
                </c:pt>
                <c:pt idx="3026">
                  <c:v>0.25</c:v>
                </c:pt>
                <c:pt idx="3027">
                  <c:v>0.25</c:v>
                </c:pt>
                <c:pt idx="3028">
                  <c:v>0.25</c:v>
                </c:pt>
                <c:pt idx="3029">
                  <c:v>0.25</c:v>
                </c:pt>
                <c:pt idx="3030">
                  <c:v>0.25</c:v>
                </c:pt>
                <c:pt idx="3031">
                  <c:v>0.25</c:v>
                </c:pt>
                <c:pt idx="3032">
                  <c:v>0.25</c:v>
                </c:pt>
                <c:pt idx="3033">
                  <c:v>0.25</c:v>
                </c:pt>
                <c:pt idx="3034">
                  <c:v>0.25</c:v>
                </c:pt>
                <c:pt idx="3035">
                  <c:v>0.25</c:v>
                </c:pt>
                <c:pt idx="3036">
                  <c:v>0.25</c:v>
                </c:pt>
                <c:pt idx="3037">
                  <c:v>0.25</c:v>
                </c:pt>
                <c:pt idx="3038">
                  <c:v>0.25</c:v>
                </c:pt>
                <c:pt idx="3039">
                  <c:v>0.25</c:v>
                </c:pt>
                <c:pt idx="3040">
                  <c:v>0.25</c:v>
                </c:pt>
                <c:pt idx="3041">
                  <c:v>0.25</c:v>
                </c:pt>
                <c:pt idx="3042">
                  <c:v>0.25</c:v>
                </c:pt>
                <c:pt idx="3043">
                  <c:v>0.25</c:v>
                </c:pt>
                <c:pt idx="3044">
                  <c:v>0.25</c:v>
                </c:pt>
                <c:pt idx="3045">
                  <c:v>0.25</c:v>
                </c:pt>
                <c:pt idx="3046">
                  <c:v>0.25</c:v>
                </c:pt>
                <c:pt idx="3047">
                  <c:v>0.25</c:v>
                </c:pt>
                <c:pt idx="3048">
                  <c:v>0.25</c:v>
                </c:pt>
                <c:pt idx="3049">
                  <c:v>0.25</c:v>
                </c:pt>
                <c:pt idx="3050">
                  <c:v>0.25</c:v>
                </c:pt>
                <c:pt idx="3051">
                  <c:v>0.25</c:v>
                </c:pt>
                <c:pt idx="3052">
                  <c:v>0.25</c:v>
                </c:pt>
                <c:pt idx="3053">
                  <c:v>0.25</c:v>
                </c:pt>
                <c:pt idx="3054">
                  <c:v>0.25</c:v>
                </c:pt>
                <c:pt idx="3055">
                  <c:v>0.25</c:v>
                </c:pt>
                <c:pt idx="3056">
                  <c:v>0.25</c:v>
                </c:pt>
                <c:pt idx="3057">
                  <c:v>0.25</c:v>
                </c:pt>
                <c:pt idx="3058">
                  <c:v>0.25</c:v>
                </c:pt>
                <c:pt idx="3059">
                  <c:v>0.25</c:v>
                </c:pt>
                <c:pt idx="3060">
                  <c:v>0.25</c:v>
                </c:pt>
                <c:pt idx="3061">
                  <c:v>0.25</c:v>
                </c:pt>
                <c:pt idx="3062">
                  <c:v>0.25</c:v>
                </c:pt>
                <c:pt idx="3063">
                  <c:v>0.25</c:v>
                </c:pt>
                <c:pt idx="3064">
                  <c:v>0.25</c:v>
                </c:pt>
                <c:pt idx="3065">
                  <c:v>0.25</c:v>
                </c:pt>
                <c:pt idx="3066">
                  <c:v>0.25</c:v>
                </c:pt>
                <c:pt idx="3067">
                  <c:v>0.25</c:v>
                </c:pt>
                <c:pt idx="3068">
                  <c:v>0.25</c:v>
                </c:pt>
                <c:pt idx="3069">
                  <c:v>0.25</c:v>
                </c:pt>
                <c:pt idx="3070">
                  <c:v>0.25</c:v>
                </c:pt>
                <c:pt idx="3071">
                  <c:v>0.25</c:v>
                </c:pt>
                <c:pt idx="3072">
                  <c:v>0.25</c:v>
                </c:pt>
                <c:pt idx="3073">
                  <c:v>0.25</c:v>
                </c:pt>
                <c:pt idx="3074">
                  <c:v>0.25</c:v>
                </c:pt>
                <c:pt idx="3075">
                  <c:v>0.25</c:v>
                </c:pt>
                <c:pt idx="3076">
                  <c:v>0.25</c:v>
                </c:pt>
                <c:pt idx="3077">
                  <c:v>0.25</c:v>
                </c:pt>
                <c:pt idx="3078">
                  <c:v>0.25</c:v>
                </c:pt>
                <c:pt idx="3079">
                  <c:v>0.25</c:v>
                </c:pt>
                <c:pt idx="3080">
                  <c:v>0.25</c:v>
                </c:pt>
                <c:pt idx="3081">
                  <c:v>0.25</c:v>
                </c:pt>
                <c:pt idx="3082">
                  <c:v>0.25</c:v>
                </c:pt>
                <c:pt idx="3083">
                  <c:v>0.25</c:v>
                </c:pt>
                <c:pt idx="3084">
                  <c:v>0.25</c:v>
                </c:pt>
                <c:pt idx="3085">
                  <c:v>0.25</c:v>
                </c:pt>
                <c:pt idx="3086">
                  <c:v>0.25</c:v>
                </c:pt>
                <c:pt idx="3087">
                  <c:v>0.25</c:v>
                </c:pt>
                <c:pt idx="3088">
                  <c:v>0.25</c:v>
                </c:pt>
                <c:pt idx="3089">
                  <c:v>0.25</c:v>
                </c:pt>
                <c:pt idx="3090">
                  <c:v>0.25</c:v>
                </c:pt>
                <c:pt idx="3091">
                  <c:v>0.25</c:v>
                </c:pt>
                <c:pt idx="3092">
                  <c:v>0.25</c:v>
                </c:pt>
                <c:pt idx="3093">
                  <c:v>0.25</c:v>
                </c:pt>
                <c:pt idx="3094">
                  <c:v>0.25</c:v>
                </c:pt>
                <c:pt idx="3095">
                  <c:v>0.25</c:v>
                </c:pt>
                <c:pt idx="3096">
                  <c:v>0.25</c:v>
                </c:pt>
                <c:pt idx="3097">
                  <c:v>0.25</c:v>
                </c:pt>
                <c:pt idx="3098">
                  <c:v>0.25</c:v>
                </c:pt>
                <c:pt idx="3099">
                  <c:v>0.25</c:v>
                </c:pt>
                <c:pt idx="3100">
                  <c:v>0.25</c:v>
                </c:pt>
                <c:pt idx="3101">
                  <c:v>0.25</c:v>
                </c:pt>
                <c:pt idx="3102">
                  <c:v>0.25</c:v>
                </c:pt>
                <c:pt idx="3103">
                  <c:v>0.25</c:v>
                </c:pt>
                <c:pt idx="3104">
                  <c:v>0.25</c:v>
                </c:pt>
                <c:pt idx="3105">
                  <c:v>0.25</c:v>
                </c:pt>
                <c:pt idx="3106">
                  <c:v>0.25</c:v>
                </c:pt>
                <c:pt idx="3107">
                  <c:v>0.25</c:v>
                </c:pt>
                <c:pt idx="3108">
                  <c:v>0.25</c:v>
                </c:pt>
                <c:pt idx="3109">
                  <c:v>0.25</c:v>
                </c:pt>
                <c:pt idx="3110">
                  <c:v>0.25</c:v>
                </c:pt>
                <c:pt idx="3111">
                  <c:v>0.25</c:v>
                </c:pt>
                <c:pt idx="3112">
                  <c:v>0.25</c:v>
                </c:pt>
                <c:pt idx="3113">
                  <c:v>0.25</c:v>
                </c:pt>
                <c:pt idx="3114">
                  <c:v>0.25</c:v>
                </c:pt>
                <c:pt idx="3115">
                  <c:v>0.25</c:v>
                </c:pt>
                <c:pt idx="3116">
                  <c:v>0.25</c:v>
                </c:pt>
                <c:pt idx="3117">
                  <c:v>0.25</c:v>
                </c:pt>
                <c:pt idx="3118">
                  <c:v>0.25</c:v>
                </c:pt>
                <c:pt idx="3119">
                  <c:v>0.25</c:v>
                </c:pt>
                <c:pt idx="3120">
                  <c:v>0.25</c:v>
                </c:pt>
                <c:pt idx="3121">
                  <c:v>0.25</c:v>
                </c:pt>
                <c:pt idx="3122">
                  <c:v>0.25</c:v>
                </c:pt>
                <c:pt idx="3123">
                  <c:v>0.25</c:v>
                </c:pt>
                <c:pt idx="3124">
                  <c:v>0.25</c:v>
                </c:pt>
                <c:pt idx="3125">
                  <c:v>0.25</c:v>
                </c:pt>
                <c:pt idx="3126">
                  <c:v>0.25</c:v>
                </c:pt>
                <c:pt idx="3127">
                  <c:v>0.25</c:v>
                </c:pt>
                <c:pt idx="3128">
                  <c:v>0.25</c:v>
                </c:pt>
                <c:pt idx="3129">
                  <c:v>0.25</c:v>
                </c:pt>
                <c:pt idx="3130">
                  <c:v>0.25</c:v>
                </c:pt>
                <c:pt idx="3131">
                  <c:v>0.25</c:v>
                </c:pt>
                <c:pt idx="3132">
                  <c:v>0.25</c:v>
                </c:pt>
                <c:pt idx="3133">
                  <c:v>0.25</c:v>
                </c:pt>
                <c:pt idx="3134">
                  <c:v>0.25</c:v>
                </c:pt>
                <c:pt idx="3135">
                  <c:v>0.25</c:v>
                </c:pt>
                <c:pt idx="3136">
                  <c:v>0.25</c:v>
                </c:pt>
                <c:pt idx="3137">
                  <c:v>0.25</c:v>
                </c:pt>
                <c:pt idx="3138">
                  <c:v>0.25</c:v>
                </c:pt>
                <c:pt idx="3139">
                  <c:v>0.25</c:v>
                </c:pt>
                <c:pt idx="3140">
                  <c:v>0.25</c:v>
                </c:pt>
                <c:pt idx="3141">
                  <c:v>0.25</c:v>
                </c:pt>
                <c:pt idx="3142">
                  <c:v>0.25</c:v>
                </c:pt>
                <c:pt idx="3143">
                  <c:v>0.25</c:v>
                </c:pt>
                <c:pt idx="3144">
                  <c:v>0.25</c:v>
                </c:pt>
                <c:pt idx="3145">
                  <c:v>0.25</c:v>
                </c:pt>
                <c:pt idx="3146">
                  <c:v>0.25</c:v>
                </c:pt>
                <c:pt idx="3147">
                  <c:v>0.25</c:v>
                </c:pt>
                <c:pt idx="3148">
                  <c:v>0.25</c:v>
                </c:pt>
                <c:pt idx="3149">
                  <c:v>0.25</c:v>
                </c:pt>
                <c:pt idx="3150">
                  <c:v>0.25</c:v>
                </c:pt>
                <c:pt idx="3151">
                  <c:v>0.25</c:v>
                </c:pt>
                <c:pt idx="3152">
                  <c:v>0.25</c:v>
                </c:pt>
                <c:pt idx="3153">
                  <c:v>0.25</c:v>
                </c:pt>
                <c:pt idx="3154">
                  <c:v>0.25</c:v>
                </c:pt>
                <c:pt idx="3155">
                  <c:v>0.25</c:v>
                </c:pt>
                <c:pt idx="3156">
                  <c:v>0.25</c:v>
                </c:pt>
                <c:pt idx="3157">
                  <c:v>0.25</c:v>
                </c:pt>
                <c:pt idx="3158">
                  <c:v>0.25</c:v>
                </c:pt>
                <c:pt idx="3159">
                  <c:v>0.25</c:v>
                </c:pt>
                <c:pt idx="3160">
                  <c:v>0.25</c:v>
                </c:pt>
                <c:pt idx="3161">
                  <c:v>0.25</c:v>
                </c:pt>
                <c:pt idx="3162">
                  <c:v>0.25</c:v>
                </c:pt>
                <c:pt idx="3163">
                  <c:v>0.25</c:v>
                </c:pt>
                <c:pt idx="3164">
                  <c:v>0.25</c:v>
                </c:pt>
                <c:pt idx="3165">
                  <c:v>0.25</c:v>
                </c:pt>
                <c:pt idx="3166">
                  <c:v>0.25</c:v>
                </c:pt>
                <c:pt idx="3167">
                  <c:v>0.25</c:v>
                </c:pt>
                <c:pt idx="3168">
                  <c:v>0.25</c:v>
                </c:pt>
                <c:pt idx="3169">
                  <c:v>0.25</c:v>
                </c:pt>
                <c:pt idx="3170">
                  <c:v>0.25</c:v>
                </c:pt>
                <c:pt idx="3171">
                  <c:v>0.25</c:v>
                </c:pt>
                <c:pt idx="3172">
                  <c:v>0.25</c:v>
                </c:pt>
                <c:pt idx="3173">
                  <c:v>0.25</c:v>
                </c:pt>
                <c:pt idx="3174">
                  <c:v>0.25</c:v>
                </c:pt>
                <c:pt idx="3175">
                  <c:v>0.25</c:v>
                </c:pt>
                <c:pt idx="3176">
                  <c:v>0.25</c:v>
                </c:pt>
                <c:pt idx="3177">
                  <c:v>0.25</c:v>
                </c:pt>
                <c:pt idx="3178">
                  <c:v>0.25</c:v>
                </c:pt>
                <c:pt idx="3179">
                  <c:v>0.25</c:v>
                </c:pt>
                <c:pt idx="3180">
                  <c:v>0.25</c:v>
                </c:pt>
                <c:pt idx="3181">
                  <c:v>0.25</c:v>
                </c:pt>
                <c:pt idx="3182">
                  <c:v>0.25</c:v>
                </c:pt>
                <c:pt idx="3183">
                  <c:v>0.25</c:v>
                </c:pt>
                <c:pt idx="3184">
                  <c:v>0.25</c:v>
                </c:pt>
                <c:pt idx="3185">
                  <c:v>0.25</c:v>
                </c:pt>
                <c:pt idx="3186">
                  <c:v>0.25</c:v>
                </c:pt>
                <c:pt idx="3187">
                  <c:v>0.25</c:v>
                </c:pt>
                <c:pt idx="3188">
                  <c:v>0.25</c:v>
                </c:pt>
                <c:pt idx="3189">
                  <c:v>0.25</c:v>
                </c:pt>
                <c:pt idx="3190">
                  <c:v>0.25</c:v>
                </c:pt>
                <c:pt idx="3191">
                  <c:v>0.25</c:v>
                </c:pt>
                <c:pt idx="3192">
                  <c:v>0.25</c:v>
                </c:pt>
                <c:pt idx="3193">
                  <c:v>0.25</c:v>
                </c:pt>
                <c:pt idx="3194">
                  <c:v>0.25</c:v>
                </c:pt>
                <c:pt idx="3195">
                  <c:v>0.25</c:v>
                </c:pt>
                <c:pt idx="3196">
                  <c:v>0.25</c:v>
                </c:pt>
                <c:pt idx="3197">
                  <c:v>0.25</c:v>
                </c:pt>
                <c:pt idx="3198">
                  <c:v>0.25</c:v>
                </c:pt>
                <c:pt idx="3199">
                  <c:v>0.25</c:v>
                </c:pt>
                <c:pt idx="3200">
                  <c:v>0.25</c:v>
                </c:pt>
                <c:pt idx="3201">
                  <c:v>0.25</c:v>
                </c:pt>
                <c:pt idx="3202">
                  <c:v>0.25</c:v>
                </c:pt>
                <c:pt idx="3203">
                  <c:v>0.25</c:v>
                </c:pt>
                <c:pt idx="3204">
                  <c:v>0.25</c:v>
                </c:pt>
                <c:pt idx="3205">
                  <c:v>0.25</c:v>
                </c:pt>
                <c:pt idx="3206">
                  <c:v>0.25</c:v>
                </c:pt>
                <c:pt idx="3207">
                  <c:v>0.25</c:v>
                </c:pt>
                <c:pt idx="3208">
                  <c:v>0.25</c:v>
                </c:pt>
                <c:pt idx="3209">
                  <c:v>0.25</c:v>
                </c:pt>
                <c:pt idx="3210">
                  <c:v>0.25</c:v>
                </c:pt>
                <c:pt idx="3211">
                  <c:v>0.25</c:v>
                </c:pt>
                <c:pt idx="3212">
                  <c:v>0.25</c:v>
                </c:pt>
                <c:pt idx="3213">
                  <c:v>0.25</c:v>
                </c:pt>
                <c:pt idx="3214">
                  <c:v>0.25</c:v>
                </c:pt>
                <c:pt idx="3215">
                  <c:v>0.25</c:v>
                </c:pt>
                <c:pt idx="3216">
                  <c:v>0.25</c:v>
                </c:pt>
                <c:pt idx="3217">
                  <c:v>0.25</c:v>
                </c:pt>
                <c:pt idx="3218">
                  <c:v>0.25</c:v>
                </c:pt>
                <c:pt idx="3219">
                  <c:v>0.25</c:v>
                </c:pt>
                <c:pt idx="3220">
                  <c:v>0.25</c:v>
                </c:pt>
                <c:pt idx="3221">
                  <c:v>0.25</c:v>
                </c:pt>
                <c:pt idx="3222">
                  <c:v>0.25</c:v>
                </c:pt>
                <c:pt idx="3223">
                  <c:v>0.25</c:v>
                </c:pt>
                <c:pt idx="3224">
                  <c:v>0.25</c:v>
                </c:pt>
                <c:pt idx="3225">
                  <c:v>0.25</c:v>
                </c:pt>
                <c:pt idx="3226">
                  <c:v>0.25</c:v>
                </c:pt>
                <c:pt idx="3227">
                  <c:v>0.25</c:v>
                </c:pt>
                <c:pt idx="3228">
                  <c:v>0.25</c:v>
                </c:pt>
                <c:pt idx="3229">
                  <c:v>0.25</c:v>
                </c:pt>
                <c:pt idx="3230">
                  <c:v>0.25</c:v>
                </c:pt>
                <c:pt idx="3231">
                  <c:v>0.25</c:v>
                </c:pt>
                <c:pt idx="3232">
                  <c:v>0.25</c:v>
                </c:pt>
                <c:pt idx="3233">
                  <c:v>0.25</c:v>
                </c:pt>
                <c:pt idx="3234">
                  <c:v>0.25</c:v>
                </c:pt>
                <c:pt idx="3235">
                  <c:v>0.25</c:v>
                </c:pt>
                <c:pt idx="3236">
                  <c:v>0.25</c:v>
                </c:pt>
                <c:pt idx="3237">
                  <c:v>0.25</c:v>
                </c:pt>
                <c:pt idx="3238">
                  <c:v>0.25</c:v>
                </c:pt>
                <c:pt idx="3239">
                  <c:v>0.25</c:v>
                </c:pt>
                <c:pt idx="3240">
                  <c:v>0.25</c:v>
                </c:pt>
                <c:pt idx="3241">
                  <c:v>0.25</c:v>
                </c:pt>
                <c:pt idx="3242">
                  <c:v>0.25</c:v>
                </c:pt>
                <c:pt idx="3243">
                  <c:v>0.25</c:v>
                </c:pt>
                <c:pt idx="3244">
                  <c:v>0.25</c:v>
                </c:pt>
                <c:pt idx="3245">
                  <c:v>0.25</c:v>
                </c:pt>
                <c:pt idx="3246">
                  <c:v>0.25</c:v>
                </c:pt>
                <c:pt idx="3247">
                  <c:v>0.25</c:v>
                </c:pt>
                <c:pt idx="3248">
                  <c:v>0.25</c:v>
                </c:pt>
                <c:pt idx="3249">
                  <c:v>0.25</c:v>
                </c:pt>
                <c:pt idx="3250">
                  <c:v>0.25</c:v>
                </c:pt>
                <c:pt idx="3251">
                  <c:v>0.25</c:v>
                </c:pt>
                <c:pt idx="3252">
                  <c:v>0.25</c:v>
                </c:pt>
                <c:pt idx="3253">
                  <c:v>0.25</c:v>
                </c:pt>
                <c:pt idx="3254">
                  <c:v>0.25</c:v>
                </c:pt>
                <c:pt idx="3255">
                  <c:v>0.25</c:v>
                </c:pt>
                <c:pt idx="3256">
                  <c:v>0.25</c:v>
                </c:pt>
                <c:pt idx="3257">
                  <c:v>0.25</c:v>
                </c:pt>
                <c:pt idx="3258">
                  <c:v>0.25</c:v>
                </c:pt>
                <c:pt idx="3259">
                  <c:v>0.25</c:v>
                </c:pt>
                <c:pt idx="3260">
                  <c:v>0.25</c:v>
                </c:pt>
                <c:pt idx="3261">
                  <c:v>0.25</c:v>
                </c:pt>
                <c:pt idx="3262">
                  <c:v>0.25</c:v>
                </c:pt>
                <c:pt idx="3263">
                  <c:v>0.25</c:v>
                </c:pt>
                <c:pt idx="3264">
                  <c:v>0.25</c:v>
                </c:pt>
                <c:pt idx="3265">
                  <c:v>0.25</c:v>
                </c:pt>
                <c:pt idx="3266">
                  <c:v>0.25</c:v>
                </c:pt>
                <c:pt idx="3267">
                  <c:v>0.25</c:v>
                </c:pt>
                <c:pt idx="3268">
                  <c:v>0.25</c:v>
                </c:pt>
                <c:pt idx="3269">
                  <c:v>0.25</c:v>
                </c:pt>
                <c:pt idx="3270">
                  <c:v>0.25</c:v>
                </c:pt>
                <c:pt idx="3271">
                  <c:v>0.25</c:v>
                </c:pt>
                <c:pt idx="3272">
                  <c:v>0.25</c:v>
                </c:pt>
                <c:pt idx="3273">
                  <c:v>0.25</c:v>
                </c:pt>
                <c:pt idx="3274">
                  <c:v>0.25</c:v>
                </c:pt>
                <c:pt idx="3275">
                  <c:v>0.25</c:v>
                </c:pt>
                <c:pt idx="3276">
                  <c:v>0.25</c:v>
                </c:pt>
                <c:pt idx="3277">
                  <c:v>0.25</c:v>
                </c:pt>
                <c:pt idx="3278">
                  <c:v>0.25</c:v>
                </c:pt>
                <c:pt idx="3279">
                  <c:v>0.25</c:v>
                </c:pt>
                <c:pt idx="3280">
                  <c:v>0.25</c:v>
                </c:pt>
                <c:pt idx="3281">
                  <c:v>0.25</c:v>
                </c:pt>
                <c:pt idx="3282">
                  <c:v>0.25</c:v>
                </c:pt>
                <c:pt idx="3283">
                  <c:v>0.25</c:v>
                </c:pt>
                <c:pt idx="3284">
                  <c:v>0.25</c:v>
                </c:pt>
                <c:pt idx="3285">
                  <c:v>0.25</c:v>
                </c:pt>
                <c:pt idx="3286">
                  <c:v>0.25</c:v>
                </c:pt>
                <c:pt idx="3287">
                  <c:v>0.25</c:v>
                </c:pt>
                <c:pt idx="3288">
                  <c:v>0.25</c:v>
                </c:pt>
                <c:pt idx="3289">
                  <c:v>0.25</c:v>
                </c:pt>
                <c:pt idx="3290">
                  <c:v>0.25</c:v>
                </c:pt>
                <c:pt idx="3291">
                  <c:v>0.25</c:v>
                </c:pt>
                <c:pt idx="3292">
                  <c:v>0.25</c:v>
                </c:pt>
                <c:pt idx="3293">
                  <c:v>0.25</c:v>
                </c:pt>
                <c:pt idx="3294">
                  <c:v>0.25</c:v>
                </c:pt>
                <c:pt idx="3295">
                  <c:v>0.25</c:v>
                </c:pt>
                <c:pt idx="3296">
                  <c:v>0.25</c:v>
                </c:pt>
                <c:pt idx="3297">
                  <c:v>0.25</c:v>
                </c:pt>
                <c:pt idx="3298">
                  <c:v>0.25</c:v>
                </c:pt>
                <c:pt idx="3299">
                  <c:v>0.25</c:v>
                </c:pt>
                <c:pt idx="3300">
                  <c:v>0.25</c:v>
                </c:pt>
                <c:pt idx="3301">
                  <c:v>0.25</c:v>
                </c:pt>
                <c:pt idx="3302">
                  <c:v>0.25</c:v>
                </c:pt>
                <c:pt idx="3303">
                  <c:v>0.25</c:v>
                </c:pt>
                <c:pt idx="3304">
                  <c:v>0.25</c:v>
                </c:pt>
                <c:pt idx="3305">
                  <c:v>0.25</c:v>
                </c:pt>
                <c:pt idx="3306">
                  <c:v>0.25</c:v>
                </c:pt>
                <c:pt idx="3307">
                  <c:v>0.25</c:v>
                </c:pt>
                <c:pt idx="3308">
                  <c:v>0.25</c:v>
                </c:pt>
                <c:pt idx="3309">
                  <c:v>0.25</c:v>
                </c:pt>
                <c:pt idx="3310">
                  <c:v>0.25</c:v>
                </c:pt>
                <c:pt idx="3311">
                  <c:v>0.25</c:v>
                </c:pt>
                <c:pt idx="3312">
                  <c:v>0.25</c:v>
                </c:pt>
                <c:pt idx="3313">
                  <c:v>0.25</c:v>
                </c:pt>
                <c:pt idx="3314">
                  <c:v>0.25</c:v>
                </c:pt>
                <c:pt idx="3315">
                  <c:v>0.25</c:v>
                </c:pt>
                <c:pt idx="3316">
                  <c:v>0.25</c:v>
                </c:pt>
                <c:pt idx="3317">
                  <c:v>0.25</c:v>
                </c:pt>
                <c:pt idx="3318">
                  <c:v>0.25</c:v>
                </c:pt>
                <c:pt idx="3319">
                  <c:v>0.25</c:v>
                </c:pt>
                <c:pt idx="3320">
                  <c:v>0.25</c:v>
                </c:pt>
                <c:pt idx="3321">
                  <c:v>0.25</c:v>
                </c:pt>
                <c:pt idx="3322">
                  <c:v>0.25</c:v>
                </c:pt>
                <c:pt idx="3323">
                  <c:v>0.25</c:v>
                </c:pt>
                <c:pt idx="3324">
                  <c:v>0.25</c:v>
                </c:pt>
                <c:pt idx="3325">
                  <c:v>0.25</c:v>
                </c:pt>
                <c:pt idx="3326">
                  <c:v>0.25</c:v>
                </c:pt>
                <c:pt idx="3327">
                  <c:v>0.25</c:v>
                </c:pt>
                <c:pt idx="3328">
                  <c:v>0.25</c:v>
                </c:pt>
                <c:pt idx="3329">
                  <c:v>0.25</c:v>
                </c:pt>
                <c:pt idx="3330">
                  <c:v>0.25</c:v>
                </c:pt>
                <c:pt idx="3331">
                  <c:v>0.25</c:v>
                </c:pt>
                <c:pt idx="3332">
                  <c:v>0.25</c:v>
                </c:pt>
                <c:pt idx="3333">
                  <c:v>0.25</c:v>
                </c:pt>
                <c:pt idx="3334">
                  <c:v>0.25</c:v>
                </c:pt>
                <c:pt idx="3335">
                  <c:v>0.25</c:v>
                </c:pt>
                <c:pt idx="3336">
                  <c:v>0.25</c:v>
                </c:pt>
                <c:pt idx="3337">
                  <c:v>0.25</c:v>
                </c:pt>
                <c:pt idx="3338">
                  <c:v>0.25</c:v>
                </c:pt>
                <c:pt idx="3339">
                  <c:v>0.25</c:v>
                </c:pt>
                <c:pt idx="3340">
                  <c:v>0.25</c:v>
                </c:pt>
                <c:pt idx="3341">
                  <c:v>0.25</c:v>
                </c:pt>
                <c:pt idx="3342">
                  <c:v>0.25</c:v>
                </c:pt>
                <c:pt idx="3343">
                  <c:v>0.25</c:v>
                </c:pt>
                <c:pt idx="3344">
                  <c:v>0.25</c:v>
                </c:pt>
                <c:pt idx="3345">
                  <c:v>0.25</c:v>
                </c:pt>
                <c:pt idx="3346">
                  <c:v>0.25</c:v>
                </c:pt>
                <c:pt idx="3347">
                  <c:v>0.25</c:v>
                </c:pt>
                <c:pt idx="3348">
                  <c:v>0.25</c:v>
                </c:pt>
                <c:pt idx="3349">
                  <c:v>0.25</c:v>
                </c:pt>
                <c:pt idx="3350">
                  <c:v>0.25</c:v>
                </c:pt>
                <c:pt idx="3351">
                  <c:v>0.25</c:v>
                </c:pt>
                <c:pt idx="3352">
                  <c:v>0.25</c:v>
                </c:pt>
                <c:pt idx="3353">
                  <c:v>0.25</c:v>
                </c:pt>
                <c:pt idx="3354">
                  <c:v>0.25</c:v>
                </c:pt>
                <c:pt idx="3355">
                  <c:v>0.25</c:v>
                </c:pt>
                <c:pt idx="3356">
                  <c:v>0.25</c:v>
                </c:pt>
                <c:pt idx="3357">
                  <c:v>0.25</c:v>
                </c:pt>
                <c:pt idx="3358">
                  <c:v>0.25</c:v>
                </c:pt>
                <c:pt idx="3359">
                  <c:v>0.25</c:v>
                </c:pt>
                <c:pt idx="3360">
                  <c:v>0.25</c:v>
                </c:pt>
                <c:pt idx="3361">
                  <c:v>0.25</c:v>
                </c:pt>
                <c:pt idx="3362">
                  <c:v>0.25</c:v>
                </c:pt>
                <c:pt idx="3363">
                  <c:v>0.25</c:v>
                </c:pt>
                <c:pt idx="3364">
                  <c:v>0.25</c:v>
                </c:pt>
                <c:pt idx="3365">
                  <c:v>0.25</c:v>
                </c:pt>
                <c:pt idx="3366">
                  <c:v>0.25</c:v>
                </c:pt>
                <c:pt idx="3367">
                  <c:v>0.25</c:v>
                </c:pt>
                <c:pt idx="3368">
                  <c:v>0.25</c:v>
                </c:pt>
                <c:pt idx="3369">
                  <c:v>0.25</c:v>
                </c:pt>
                <c:pt idx="3370">
                  <c:v>0.25</c:v>
                </c:pt>
                <c:pt idx="3371">
                  <c:v>0.25</c:v>
                </c:pt>
                <c:pt idx="3372">
                  <c:v>0.25</c:v>
                </c:pt>
                <c:pt idx="3373">
                  <c:v>0.25</c:v>
                </c:pt>
                <c:pt idx="3374">
                  <c:v>0.25</c:v>
                </c:pt>
                <c:pt idx="3375">
                  <c:v>0.25</c:v>
                </c:pt>
                <c:pt idx="3376">
                  <c:v>0.25</c:v>
                </c:pt>
                <c:pt idx="3377">
                  <c:v>0.25</c:v>
                </c:pt>
                <c:pt idx="3378">
                  <c:v>0.25</c:v>
                </c:pt>
                <c:pt idx="3379">
                  <c:v>0.25</c:v>
                </c:pt>
                <c:pt idx="3380">
                  <c:v>0.25</c:v>
                </c:pt>
                <c:pt idx="3381">
                  <c:v>0.25</c:v>
                </c:pt>
                <c:pt idx="3382">
                  <c:v>0.25</c:v>
                </c:pt>
                <c:pt idx="3383">
                  <c:v>0.25</c:v>
                </c:pt>
                <c:pt idx="3384">
                  <c:v>0.25</c:v>
                </c:pt>
                <c:pt idx="3385">
                  <c:v>0.25</c:v>
                </c:pt>
                <c:pt idx="3386">
                  <c:v>0.25</c:v>
                </c:pt>
                <c:pt idx="3387">
                  <c:v>0.25</c:v>
                </c:pt>
                <c:pt idx="3388">
                  <c:v>0.25</c:v>
                </c:pt>
                <c:pt idx="3389">
                  <c:v>0.25</c:v>
                </c:pt>
                <c:pt idx="3390">
                  <c:v>0.25</c:v>
                </c:pt>
                <c:pt idx="3391">
                  <c:v>0.25</c:v>
                </c:pt>
                <c:pt idx="3392">
                  <c:v>0.25</c:v>
                </c:pt>
                <c:pt idx="3393">
                  <c:v>0.25</c:v>
                </c:pt>
                <c:pt idx="3394">
                  <c:v>0.25</c:v>
                </c:pt>
                <c:pt idx="3395">
                  <c:v>0.25</c:v>
                </c:pt>
                <c:pt idx="3396">
                  <c:v>0.25</c:v>
                </c:pt>
                <c:pt idx="3397">
                  <c:v>0.25</c:v>
                </c:pt>
                <c:pt idx="3398">
                  <c:v>0.25</c:v>
                </c:pt>
                <c:pt idx="3399">
                  <c:v>0.25</c:v>
                </c:pt>
                <c:pt idx="3400">
                  <c:v>0.25</c:v>
                </c:pt>
                <c:pt idx="3401">
                  <c:v>0.25</c:v>
                </c:pt>
                <c:pt idx="3402">
                  <c:v>0.25</c:v>
                </c:pt>
                <c:pt idx="3403">
                  <c:v>0.25</c:v>
                </c:pt>
                <c:pt idx="3404">
                  <c:v>0.25</c:v>
                </c:pt>
                <c:pt idx="3405">
                  <c:v>0.25</c:v>
                </c:pt>
                <c:pt idx="3406">
                  <c:v>0.25</c:v>
                </c:pt>
                <c:pt idx="3407">
                  <c:v>0.25</c:v>
                </c:pt>
                <c:pt idx="3408">
                  <c:v>0.25</c:v>
                </c:pt>
                <c:pt idx="3409">
                  <c:v>0.25</c:v>
                </c:pt>
                <c:pt idx="3410">
                  <c:v>0.25</c:v>
                </c:pt>
                <c:pt idx="3411">
                  <c:v>0.25</c:v>
                </c:pt>
                <c:pt idx="3412">
                  <c:v>0.25</c:v>
                </c:pt>
                <c:pt idx="3413">
                  <c:v>0.25</c:v>
                </c:pt>
                <c:pt idx="3414">
                  <c:v>0.25</c:v>
                </c:pt>
                <c:pt idx="3415">
                  <c:v>0.25</c:v>
                </c:pt>
                <c:pt idx="3416">
                  <c:v>0.25</c:v>
                </c:pt>
                <c:pt idx="3417">
                  <c:v>0.25</c:v>
                </c:pt>
                <c:pt idx="3418">
                  <c:v>0.25</c:v>
                </c:pt>
                <c:pt idx="3419">
                  <c:v>0.25</c:v>
                </c:pt>
                <c:pt idx="3420">
                  <c:v>0.25</c:v>
                </c:pt>
                <c:pt idx="3421">
                  <c:v>0.25</c:v>
                </c:pt>
                <c:pt idx="3422">
                  <c:v>0.25</c:v>
                </c:pt>
                <c:pt idx="3423">
                  <c:v>0.25</c:v>
                </c:pt>
                <c:pt idx="3424">
                  <c:v>0.25</c:v>
                </c:pt>
                <c:pt idx="3425">
                  <c:v>0.25</c:v>
                </c:pt>
                <c:pt idx="3426">
                  <c:v>0.25</c:v>
                </c:pt>
                <c:pt idx="3427">
                  <c:v>0.25</c:v>
                </c:pt>
                <c:pt idx="3428">
                  <c:v>0.25</c:v>
                </c:pt>
                <c:pt idx="3429">
                  <c:v>0.25</c:v>
                </c:pt>
                <c:pt idx="3430">
                  <c:v>0.25</c:v>
                </c:pt>
                <c:pt idx="3431">
                  <c:v>0.25</c:v>
                </c:pt>
                <c:pt idx="3432">
                  <c:v>0.25</c:v>
                </c:pt>
                <c:pt idx="3433">
                  <c:v>0.25</c:v>
                </c:pt>
                <c:pt idx="3434">
                  <c:v>0.25</c:v>
                </c:pt>
                <c:pt idx="3435">
                  <c:v>0.25</c:v>
                </c:pt>
                <c:pt idx="3436">
                  <c:v>0.25</c:v>
                </c:pt>
                <c:pt idx="3437">
                  <c:v>0.25</c:v>
                </c:pt>
                <c:pt idx="3438">
                  <c:v>0.25</c:v>
                </c:pt>
                <c:pt idx="3439">
                  <c:v>0.25</c:v>
                </c:pt>
                <c:pt idx="3440">
                  <c:v>0.25</c:v>
                </c:pt>
                <c:pt idx="3441">
                  <c:v>0.25</c:v>
                </c:pt>
                <c:pt idx="3442">
                  <c:v>0.25</c:v>
                </c:pt>
                <c:pt idx="3443">
                  <c:v>0.25</c:v>
                </c:pt>
                <c:pt idx="3444">
                  <c:v>0.25</c:v>
                </c:pt>
                <c:pt idx="3445">
                  <c:v>0.25</c:v>
                </c:pt>
                <c:pt idx="3446">
                  <c:v>0.25</c:v>
                </c:pt>
                <c:pt idx="3447">
                  <c:v>0.25</c:v>
                </c:pt>
                <c:pt idx="3448">
                  <c:v>0.25</c:v>
                </c:pt>
                <c:pt idx="3449">
                  <c:v>0.25</c:v>
                </c:pt>
                <c:pt idx="3450">
                  <c:v>0.25</c:v>
                </c:pt>
                <c:pt idx="3451">
                  <c:v>0.25</c:v>
                </c:pt>
                <c:pt idx="3452">
                  <c:v>0.25</c:v>
                </c:pt>
                <c:pt idx="3453">
                  <c:v>0.25</c:v>
                </c:pt>
                <c:pt idx="3454">
                  <c:v>0.25</c:v>
                </c:pt>
                <c:pt idx="3455">
                  <c:v>0.25</c:v>
                </c:pt>
                <c:pt idx="3456">
                  <c:v>0.25</c:v>
                </c:pt>
                <c:pt idx="3457">
                  <c:v>0.25</c:v>
                </c:pt>
                <c:pt idx="3458">
                  <c:v>0.25</c:v>
                </c:pt>
                <c:pt idx="3459">
                  <c:v>0.25</c:v>
                </c:pt>
                <c:pt idx="3460">
                  <c:v>0.25</c:v>
                </c:pt>
                <c:pt idx="3461">
                  <c:v>0.25</c:v>
                </c:pt>
                <c:pt idx="3462">
                  <c:v>0.25</c:v>
                </c:pt>
                <c:pt idx="3463">
                  <c:v>0.25</c:v>
                </c:pt>
                <c:pt idx="3464">
                  <c:v>0.25</c:v>
                </c:pt>
                <c:pt idx="3465">
                  <c:v>0.25</c:v>
                </c:pt>
                <c:pt idx="3466">
                  <c:v>0.25</c:v>
                </c:pt>
                <c:pt idx="3467">
                  <c:v>0.25</c:v>
                </c:pt>
                <c:pt idx="3468">
                  <c:v>0.25</c:v>
                </c:pt>
                <c:pt idx="3469">
                  <c:v>0.25</c:v>
                </c:pt>
                <c:pt idx="3470">
                  <c:v>0.25</c:v>
                </c:pt>
                <c:pt idx="3471">
                  <c:v>0.25</c:v>
                </c:pt>
                <c:pt idx="3472">
                  <c:v>0.25</c:v>
                </c:pt>
                <c:pt idx="3473">
                  <c:v>0.25</c:v>
                </c:pt>
                <c:pt idx="3474">
                  <c:v>0.25</c:v>
                </c:pt>
                <c:pt idx="3475">
                  <c:v>0.25</c:v>
                </c:pt>
                <c:pt idx="3476">
                  <c:v>0.25</c:v>
                </c:pt>
                <c:pt idx="3477">
                  <c:v>0.25</c:v>
                </c:pt>
                <c:pt idx="3478">
                  <c:v>0.25</c:v>
                </c:pt>
                <c:pt idx="3479">
                  <c:v>0.25</c:v>
                </c:pt>
                <c:pt idx="3480">
                  <c:v>0.25</c:v>
                </c:pt>
                <c:pt idx="3481">
                  <c:v>0.25</c:v>
                </c:pt>
                <c:pt idx="3482">
                  <c:v>0.25</c:v>
                </c:pt>
                <c:pt idx="3483">
                  <c:v>0.25</c:v>
                </c:pt>
                <c:pt idx="3484">
                  <c:v>0.25</c:v>
                </c:pt>
                <c:pt idx="3485">
                  <c:v>0.25</c:v>
                </c:pt>
                <c:pt idx="3486">
                  <c:v>0.25</c:v>
                </c:pt>
                <c:pt idx="3487">
                  <c:v>0.25</c:v>
                </c:pt>
                <c:pt idx="3488">
                  <c:v>0.25</c:v>
                </c:pt>
                <c:pt idx="3489">
                  <c:v>0.25</c:v>
                </c:pt>
                <c:pt idx="3490">
                  <c:v>0.25</c:v>
                </c:pt>
                <c:pt idx="3491">
                  <c:v>0.25</c:v>
                </c:pt>
                <c:pt idx="3492">
                  <c:v>0.25</c:v>
                </c:pt>
                <c:pt idx="3493">
                  <c:v>0.25</c:v>
                </c:pt>
                <c:pt idx="3494">
                  <c:v>0.25</c:v>
                </c:pt>
                <c:pt idx="3495">
                  <c:v>0.25</c:v>
                </c:pt>
                <c:pt idx="3496">
                  <c:v>0.25</c:v>
                </c:pt>
                <c:pt idx="3497">
                  <c:v>0.25</c:v>
                </c:pt>
                <c:pt idx="3498">
                  <c:v>0.25</c:v>
                </c:pt>
                <c:pt idx="3499">
                  <c:v>0.25</c:v>
                </c:pt>
                <c:pt idx="3500">
                  <c:v>0.25</c:v>
                </c:pt>
                <c:pt idx="3501">
                  <c:v>0.25</c:v>
                </c:pt>
                <c:pt idx="3502">
                  <c:v>0.25</c:v>
                </c:pt>
                <c:pt idx="3503">
                  <c:v>0.25</c:v>
                </c:pt>
                <c:pt idx="3504">
                  <c:v>0.25</c:v>
                </c:pt>
                <c:pt idx="3505">
                  <c:v>0.25</c:v>
                </c:pt>
                <c:pt idx="3506">
                  <c:v>0.25</c:v>
                </c:pt>
                <c:pt idx="3507">
                  <c:v>0.25</c:v>
                </c:pt>
                <c:pt idx="3508">
                  <c:v>0.25</c:v>
                </c:pt>
                <c:pt idx="3509">
                  <c:v>0.25</c:v>
                </c:pt>
                <c:pt idx="3510">
                  <c:v>0.25</c:v>
                </c:pt>
                <c:pt idx="3511">
                  <c:v>0.25</c:v>
                </c:pt>
                <c:pt idx="3512">
                  <c:v>0.25</c:v>
                </c:pt>
                <c:pt idx="3513">
                  <c:v>0.25</c:v>
                </c:pt>
                <c:pt idx="3514">
                  <c:v>0.25</c:v>
                </c:pt>
                <c:pt idx="3515">
                  <c:v>0.25</c:v>
                </c:pt>
                <c:pt idx="3516">
                  <c:v>0.25</c:v>
                </c:pt>
                <c:pt idx="3517">
                  <c:v>0.25</c:v>
                </c:pt>
                <c:pt idx="3518">
                  <c:v>0.25</c:v>
                </c:pt>
                <c:pt idx="3519">
                  <c:v>0.25</c:v>
                </c:pt>
                <c:pt idx="3520">
                  <c:v>0.25</c:v>
                </c:pt>
                <c:pt idx="3521">
                  <c:v>0.25</c:v>
                </c:pt>
                <c:pt idx="3522">
                  <c:v>0.25</c:v>
                </c:pt>
                <c:pt idx="3523">
                  <c:v>0.25</c:v>
                </c:pt>
                <c:pt idx="3524">
                  <c:v>0.25</c:v>
                </c:pt>
                <c:pt idx="3525">
                  <c:v>0.25</c:v>
                </c:pt>
                <c:pt idx="3526">
                  <c:v>0.25</c:v>
                </c:pt>
                <c:pt idx="3527">
                  <c:v>0.25</c:v>
                </c:pt>
                <c:pt idx="3528">
                  <c:v>0.25</c:v>
                </c:pt>
                <c:pt idx="3529">
                  <c:v>0.25</c:v>
                </c:pt>
                <c:pt idx="3530">
                  <c:v>0.25</c:v>
                </c:pt>
                <c:pt idx="3531">
                  <c:v>0.25</c:v>
                </c:pt>
                <c:pt idx="3532">
                  <c:v>0.25</c:v>
                </c:pt>
                <c:pt idx="3533">
                  <c:v>0.25</c:v>
                </c:pt>
                <c:pt idx="3534">
                  <c:v>0.25</c:v>
                </c:pt>
                <c:pt idx="3535">
                  <c:v>0.25</c:v>
                </c:pt>
                <c:pt idx="3536">
                  <c:v>0.25</c:v>
                </c:pt>
                <c:pt idx="3537">
                  <c:v>0.25</c:v>
                </c:pt>
                <c:pt idx="3538">
                  <c:v>0.25</c:v>
                </c:pt>
                <c:pt idx="3539">
                  <c:v>0.25</c:v>
                </c:pt>
                <c:pt idx="3540">
                  <c:v>0.25</c:v>
                </c:pt>
                <c:pt idx="3541">
                  <c:v>0.25</c:v>
                </c:pt>
                <c:pt idx="3542">
                  <c:v>0.25</c:v>
                </c:pt>
                <c:pt idx="3543">
                  <c:v>0.25</c:v>
                </c:pt>
                <c:pt idx="3544">
                  <c:v>0.25</c:v>
                </c:pt>
                <c:pt idx="3545">
                  <c:v>0.25</c:v>
                </c:pt>
                <c:pt idx="3546">
                  <c:v>0.25</c:v>
                </c:pt>
                <c:pt idx="3547">
                  <c:v>0.25</c:v>
                </c:pt>
                <c:pt idx="3548">
                  <c:v>0.25</c:v>
                </c:pt>
                <c:pt idx="3549">
                  <c:v>0.25</c:v>
                </c:pt>
                <c:pt idx="3550">
                  <c:v>0.25</c:v>
                </c:pt>
                <c:pt idx="3551">
                  <c:v>0.25</c:v>
                </c:pt>
                <c:pt idx="3552">
                  <c:v>0.25</c:v>
                </c:pt>
                <c:pt idx="3553">
                  <c:v>0.25</c:v>
                </c:pt>
                <c:pt idx="3554">
                  <c:v>0.25</c:v>
                </c:pt>
                <c:pt idx="3555">
                  <c:v>0.25</c:v>
                </c:pt>
                <c:pt idx="3556">
                  <c:v>0.25</c:v>
                </c:pt>
                <c:pt idx="3557">
                  <c:v>0.25</c:v>
                </c:pt>
                <c:pt idx="3558">
                  <c:v>0.25</c:v>
                </c:pt>
                <c:pt idx="3559">
                  <c:v>0.25</c:v>
                </c:pt>
                <c:pt idx="3560">
                  <c:v>0.25</c:v>
                </c:pt>
                <c:pt idx="3561">
                  <c:v>0.25</c:v>
                </c:pt>
                <c:pt idx="3562">
                  <c:v>0.25</c:v>
                </c:pt>
                <c:pt idx="3563">
                  <c:v>0.25</c:v>
                </c:pt>
                <c:pt idx="3564">
                  <c:v>0.25</c:v>
                </c:pt>
                <c:pt idx="3565">
                  <c:v>0.25</c:v>
                </c:pt>
                <c:pt idx="3566">
                  <c:v>0.25</c:v>
                </c:pt>
                <c:pt idx="3567">
                  <c:v>0.25</c:v>
                </c:pt>
                <c:pt idx="3568">
                  <c:v>0.25</c:v>
                </c:pt>
                <c:pt idx="3569">
                  <c:v>0.25</c:v>
                </c:pt>
                <c:pt idx="3570">
                  <c:v>0.25</c:v>
                </c:pt>
                <c:pt idx="3571">
                  <c:v>0.25</c:v>
                </c:pt>
                <c:pt idx="3572">
                  <c:v>0.25</c:v>
                </c:pt>
                <c:pt idx="3573">
                  <c:v>0.25</c:v>
                </c:pt>
                <c:pt idx="3574">
                  <c:v>0.25</c:v>
                </c:pt>
                <c:pt idx="3575">
                  <c:v>0.25</c:v>
                </c:pt>
                <c:pt idx="3576">
                  <c:v>0.25</c:v>
                </c:pt>
                <c:pt idx="3577">
                  <c:v>0.25</c:v>
                </c:pt>
                <c:pt idx="3578">
                  <c:v>0.25</c:v>
                </c:pt>
                <c:pt idx="3579">
                  <c:v>0.25</c:v>
                </c:pt>
                <c:pt idx="3580">
                  <c:v>0.25</c:v>
                </c:pt>
                <c:pt idx="3581">
                  <c:v>0.25</c:v>
                </c:pt>
                <c:pt idx="3582">
                  <c:v>0.25</c:v>
                </c:pt>
                <c:pt idx="3583">
                  <c:v>0.25</c:v>
                </c:pt>
                <c:pt idx="3584">
                  <c:v>0.25</c:v>
                </c:pt>
                <c:pt idx="3585">
                  <c:v>0.25</c:v>
                </c:pt>
                <c:pt idx="3586">
                  <c:v>0.25</c:v>
                </c:pt>
                <c:pt idx="3587">
                  <c:v>0.25</c:v>
                </c:pt>
                <c:pt idx="3588">
                  <c:v>0.25</c:v>
                </c:pt>
                <c:pt idx="3589">
                  <c:v>0.25</c:v>
                </c:pt>
                <c:pt idx="3590">
                  <c:v>0.25</c:v>
                </c:pt>
                <c:pt idx="3591">
                  <c:v>0.25</c:v>
                </c:pt>
                <c:pt idx="3592">
                  <c:v>0.25</c:v>
                </c:pt>
                <c:pt idx="3593">
                  <c:v>0.25</c:v>
                </c:pt>
                <c:pt idx="3594">
                  <c:v>0.25</c:v>
                </c:pt>
                <c:pt idx="3595">
                  <c:v>0.25</c:v>
                </c:pt>
                <c:pt idx="3596">
                  <c:v>0.25</c:v>
                </c:pt>
                <c:pt idx="3597">
                  <c:v>0.25</c:v>
                </c:pt>
                <c:pt idx="3598">
                  <c:v>0.25</c:v>
                </c:pt>
                <c:pt idx="3599">
                  <c:v>0.25</c:v>
                </c:pt>
                <c:pt idx="3600">
                  <c:v>0.25</c:v>
                </c:pt>
                <c:pt idx="3601">
                  <c:v>0.25</c:v>
                </c:pt>
                <c:pt idx="3602">
                  <c:v>0.25</c:v>
                </c:pt>
                <c:pt idx="3603">
                  <c:v>0.25</c:v>
                </c:pt>
                <c:pt idx="3604">
                  <c:v>0.25</c:v>
                </c:pt>
                <c:pt idx="3605">
                  <c:v>0.25</c:v>
                </c:pt>
                <c:pt idx="3606">
                  <c:v>0.25</c:v>
                </c:pt>
                <c:pt idx="3607">
                  <c:v>0.25</c:v>
                </c:pt>
                <c:pt idx="3608">
                  <c:v>0.25</c:v>
                </c:pt>
                <c:pt idx="3609">
                  <c:v>0.25</c:v>
                </c:pt>
                <c:pt idx="3610">
                  <c:v>0.25</c:v>
                </c:pt>
                <c:pt idx="3611">
                  <c:v>0.25</c:v>
                </c:pt>
                <c:pt idx="3612">
                  <c:v>0.25</c:v>
                </c:pt>
                <c:pt idx="3613">
                  <c:v>0.25</c:v>
                </c:pt>
                <c:pt idx="3614">
                  <c:v>0.25</c:v>
                </c:pt>
                <c:pt idx="3615">
                  <c:v>0.25</c:v>
                </c:pt>
                <c:pt idx="3616">
                  <c:v>0.25</c:v>
                </c:pt>
                <c:pt idx="3617">
                  <c:v>0.25</c:v>
                </c:pt>
                <c:pt idx="3618">
                  <c:v>0.25</c:v>
                </c:pt>
                <c:pt idx="3619">
                  <c:v>0.25</c:v>
                </c:pt>
                <c:pt idx="3620">
                  <c:v>0.25</c:v>
                </c:pt>
                <c:pt idx="3621">
                  <c:v>0.25</c:v>
                </c:pt>
                <c:pt idx="3622">
                  <c:v>0.25</c:v>
                </c:pt>
                <c:pt idx="3623">
                  <c:v>0.25</c:v>
                </c:pt>
                <c:pt idx="3624">
                  <c:v>0.25</c:v>
                </c:pt>
                <c:pt idx="3625">
                  <c:v>0.25</c:v>
                </c:pt>
                <c:pt idx="3626">
                  <c:v>0.25</c:v>
                </c:pt>
                <c:pt idx="3627">
                  <c:v>0.25</c:v>
                </c:pt>
                <c:pt idx="3628">
                  <c:v>0.25</c:v>
                </c:pt>
                <c:pt idx="3629">
                  <c:v>0.25</c:v>
                </c:pt>
                <c:pt idx="3630">
                  <c:v>0.25</c:v>
                </c:pt>
                <c:pt idx="3631">
                  <c:v>0.25</c:v>
                </c:pt>
                <c:pt idx="3632">
                  <c:v>0.25</c:v>
                </c:pt>
                <c:pt idx="3633">
                  <c:v>0.25</c:v>
                </c:pt>
                <c:pt idx="3634">
                  <c:v>0.25</c:v>
                </c:pt>
                <c:pt idx="3635">
                  <c:v>0.25</c:v>
                </c:pt>
                <c:pt idx="3636">
                  <c:v>0.25</c:v>
                </c:pt>
                <c:pt idx="3637">
                  <c:v>0.25</c:v>
                </c:pt>
                <c:pt idx="3638">
                  <c:v>0.25</c:v>
                </c:pt>
                <c:pt idx="3639">
                  <c:v>0.25</c:v>
                </c:pt>
                <c:pt idx="3640">
                  <c:v>0.25</c:v>
                </c:pt>
                <c:pt idx="3641">
                  <c:v>0.25</c:v>
                </c:pt>
                <c:pt idx="3642">
                  <c:v>0.25</c:v>
                </c:pt>
                <c:pt idx="3643">
                  <c:v>0.25</c:v>
                </c:pt>
                <c:pt idx="3644">
                  <c:v>0.25</c:v>
                </c:pt>
                <c:pt idx="3645">
                  <c:v>0.25</c:v>
                </c:pt>
                <c:pt idx="3646">
                  <c:v>0.25</c:v>
                </c:pt>
                <c:pt idx="3647">
                  <c:v>0.25</c:v>
                </c:pt>
                <c:pt idx="3648">
                  <c:v>0.25</c:v>
                </c:pt>
                <c:pt idx="3649">
                  <c:v>0.25</c:v>
                </c:pt>
                <c:pt idx="3650">
                  <c:v>0.25</c:v>
                </c:pt>
                <c:pt idx="3651">
                  <c:v>0.25</c:v>
                </c:pt>
                <c:pt idx="3652">
                  <c:v>0.25</c:v>
                </c:pt>
                <c:pt idx="3653">
                  <c:v>0.25</c:v>
                </c:pt>
                <c:pt idx="3654">
                  <c:v>0.25</c:v>
                </c:pt>
                <c:pt idx="3655">
                  <c:v>0.25</c:v>
                </c:pt>
                <c:pt idx="3656">
                  <c:v>0.25</c:v>
                </c:pt>
                <c:pt idx="3657">
                  <c:v>0.25</c:v>
                </c:pt>
                <c:pt idx="3658">
                  <c:v>0.25</c:v>
                </c:pt>
                <c:pt idx="3659">
                  <c:v>0.25</c:v>
                </c:pt>
                <c:pt idx="3660">
                  <c:v>0.25</c:v>
                </c:pt>
                <c:pt idx="3661">
                  <c:v>0.25</c:v>
                </c:pt>
                <c:pt idx="3662">
                  <c:v>0.25</c:v>
                </c:pt>
                <c:pt idx="3663">
                  <c:v>0.25</c:v>
                </c:pt>
                <c:pt idx="3664">
                  <c:v>0.25</c:v>
                </c:pt>
                <c:pt idx="3665">
                  <c:v>0.25</c:v>
                </c:pt>
                <c:pt idx="3666">
                  <c:v>0.25</c:v>
                </c:pt>
                <c:pt idx="3667">
                  <c:v>0.25</c:v>
                </c:pt>
                <c:pt idx="3668">
                  <c:v>0.25</c:v>
                </c:pt>
                <c:pt idx="3669">
                  <c:v>0.25</c:v>
                </c:pt>
                <c:pt idx="3670">
                  <c:v>0.25</c:v>
                </c:pt>
                <c:pt idx="3671">
                  <c:v>0.25</c:v>
                </c:pt>
                <c:pt idx="3672">
                  <c:v>0.25</c:v>
                </c:pt>
                <c:pt idx="3673">
                  <c:v>0.25</c:v>
                </c:pt>
                <c:pt idx="3674">
                  <c:v>0.25</c:v>
                </c:pt>
                <c:pt idx="3675">
                  <c:v>0.25</c:v>
                </c:pt>
                <c:pt idx="3676">
                  <c:v>0.25</c:v>
                </c:pt>
                <c:pt idx="3677">
                  <c:v>0.25</c:v>
                </c:pt>
                <c:pt idx="3678">
                  <c:v>0.25</c:v>
                </c:pt>
                <c:pt idx="3679">
                  <c:v>0.25</c:v>
                </c:pt>
                <c:pt idx="3680">
                  <c:v>0.25</c:v>
                </c:pt>
                <c:pt idx="3681">
                  <c:v>0.25</c:v>
                </c:pt>
                <c:pt idx="3682">
                  <c:v>0.25</c:v>
                </c:pt>
                <c:pt idx="3683">
                  <c:v>0.25</c:v>
                </c:pt>
                <c:pt idx="3684">
                  <c:v>0.25</c:v>
                </c:pt>
                <c:pt idx="3685">
                  <c:v>0.25</c:v>
                </c:pt>
                <c:pt idx="3686">
                  <c:v>0.25</c:v>
                </c:pt>
                <c:pt idx="3687">
                  <c:v>0.25</c:v>
                </c:pt>
                <c:pt idx="3688">
                  <c:v>0.25</c:v>
                </c:pt>
                <c:pt idx="3689">
                  <c:v>0.25</c:v>
                </c:pt>
                <c:pt idx="3690">
                  <c:v>0.25</c:v>
                </c:pt>
                <c:pt idx="3691">
                  <c:v>0.25</c:v>
                </c:pt>
                <c:pt idx="3692">
                  <c:v>0.25</c:v>
                </c:pt>
                <c:pt idx="3693">
                  <c:v>0.25</c:v>
                </c:pt>
                <c:pt idx="3694">
                  <c:v>0.25</c:v>
                </c:pt>
                <c:pt idx="3695">
                  <c:v>0.25</c:v>
                </c:pt>
                <c:pt idx="3696">
                  <c:v>0.25</c:v>
                </c:pt>
                <c:pt idx="3697">
                  <c:v>0.25</c:v>
                </c:pt>
                <c:pt idx="3698">
                  <c:v>0.25</c:v>
                </c:pt>
                <c:pt idx="3699">
                  <c:v>0.25</c:v>
                </c:pt>
                <c:pt idx="3700">
                  <c:v>0.25</c:v>
                </c:pt>
                <c:pt idx="3701">
                  <c:v>0.25</c:v>
                </c:pt>
                <c:pt idx="3702">
                  <c:v>0.25</c:v>
                </c:pt>
                <c:pt idx="3703">
                  <c:v>0.25</c:v>
                </c:pt>
                <c:pt idx="3704">
                  <c:v>0.25</c:v>
                </c:pt>
                <c:pt idx="3705">
                  <c:v>0.25</c:v>
                </c:pt>
                <c:pt idx="3706">
                  <c:v>0.25</c:v>
                </c:pt>
                <c:pt idx="3707">
                  <c:v>0.25</c:v>
                </c:pt>
                <c:pt idx="3708">
                  <c:v>0.25</c:v>
                </c:pt>
                <c:pt idx="3709">
                  <c:v>0.25</c:v>
                </c:pt>
                <c:pt idx="3710">
                  <c:v>0.25</c:v>
                </c:pt>
                <c:pt idx="3711">
                  <c:v>0.25</c:v>
                </c:pt>
                <c:pt idx="3712">
                  <c:v>0.25</c:v>
                </c:pt>
                <c:pt idx="3713">
                  <c:v>0.25</c:v>
                </c:pt>
                <c:pt idx="3714">
                  <c:v>0.25</c:v>
                </c:pt>
                <c:pt idx="3715">
                  <c:v>0.25</c:v>
                </c:pt>
                <c:pt idx="3716">
                  <c:v>0.25</c:v>
                </c:pt>
                <c:pt idx="3717">
                  <c:v>0.25</c:v>
                </c:pt>
                <c:pt idx="3718">
                  <c:v>0.25</c:v>
                </c:pt>
                <c:pt idx="3719">
                  <c:v>0.25</c:v>
                </c:pt>
                <c:pt idx="3720">
                  <c:v>0.25</c:v>
                </c:pt>
                <c:pt idx="3721">
                  <c:v>0.25</c:v>
                </c:pt>
                <c:pt idx="3722">
                  <c:v>0.25</c:v>
                </c:pt>
                <c:pt idx="3723">
                  <c:v>0.25</c:v>
                </c:pt>
                <c:pt idx="3724">
                  <c:v>0.25</c:v>
                </c:pt>
                <c:pt idx="3725">
                  <c:v>0.25</c:v>
                </c:pt>
                <c:pt idx="3726">
                  <c:v>0.25</c:v>
                </c:pt>
                <c:pt idx="3727">
                  <c:v>0.25</c:v>
                </c:pt>
                <c:pt idx="3728">
                  <c:v>0.25</c:v>
                </c:pt>
                <c:pt idx="3729">
                  <c:v>0.25</c:v>
                </c:pt>
                <c:pt idx="3730">
                  <c:v>0.25</c:v>
                </c:pt>
                <c:pt idx="3731">
                  <c:v>0.25</c:v>
                </c:pt>
                <c:pt idx="3732">
                  <c:v>0.25</c:v>
                </c:pt>
                <c:pt idx="3733">
                  <c:v>0.25</c:v>
                </c:pt>
                <c:pt idx="3734">
                  <c:v>0.25</c:v>
                </c:pt>
                <c:pt idx="3735">
                  <c:v>0.25</c:v>
                </c:pt>
                <c:pt idx="3736">
                  <c:v>0.25</c:v>
                </c:pt>
                <c:pt idx="3737">
                  <c:v>0.25</c:v>
                </c:pt>
                <c:pt idx="3738">
                  <c:v>0.25</c:v>
                </c:pt>
                <c:pt idx="3739">
                  <c:v>0.25</c:v>
                </c:pt>
                <c:pt idx="3740">
                  <c:v>0.25</c:v>
                </c:pt>
                <c:pt idx="3741">
                  <c:v>0.25</c:v>
                </c:pt>
                <c:pt idx="3742">
                  <c:v>0.25</c:v>
                </c:pt>
                <c:pt idx="3743">
                  <c:v>0.25</c:v>
                </c:pt>
                <c:pt idx="3744">
                  <c:v>0.25</c:v>
                </c:pt>
                <c:pt idx="3745">
                  <c:v>0.25</c:v>
                </c:pt>
                <c:pt idx="3746">
                  <c:v>0.25</c:v>
                </c:pt>
                <c:pt idx="3747">
                  <c:v>0.25</c:v>
                </c:pt>
                <c:pt idx="3748">
                  <c:v>0.25</c:v>
                </c:pt>
                <c:pt idx="3749">
                  <c:v>0.25</c:v>
                </c:pt>
                <c:pt idx="3750">
                  <c:v>0.25</c:v>
                </c:pt>
                <c:pt idx="3751">
                  <c:v>0.25</c:v>
                </c:pt>
                <c:pt idx="3752">
                  <c:v>0.25</c:v>
                </c:pt>
                <c:pt idx="3753">
                  <c:v>0.25</c:v>
                </c:pt>
                <c:pt idx="3754">
                  <c:v>0.25</c:v>
                </c:pt>
                <c:pt idx="3755">
                  <c:v>0.25</c:v>
                </c:pt>
                <c:pt idx="3756">
                  <c:v>0.25</c:v>
                </c:pt>
                <c:pt idx="3757">
                  <c:v>0.25</c:v>
                </c:pt>
                <c:pt idx="3758">
                  <c:v>0.25</c:v>
                </c:pt>
                <c:pt idx="3759">
                  <c:v>0.25</c:v>
                </c:pt>
                <c:pt idx="3760">
                  <c:v>0.25</c:v>
                </c:pt>
                <c:pt idx="3761">
                  <c:v>0.25</c:v>
                </c:pt>
                <c:pt idx="3762">
                  <c:v>0.25</c:v>
                </c:pt>
                <c:pt idx="3763">
                  <c:v>0.25</c:v>
                </c:pt>
                <c:pt idx="3764">
                  <c:v>0.25</c:v>
                </c:pt>
                <c:pt idx="3765">
                  <c:v>0.25</c:v>
                </c:pt>
                <c:pt idx="3766">
                  <c:v>0.25</c:v>
                </c:pt>
                <c:pt idx="3767">
                  <c:v>0.25</c:v>
                </c:pt>
                <c:pt idx="3768">
                  <c:v>0.25</c:v>
                </c:pt>
                <c:pt idx="3769">
                  <c:v>0.25</c:v>
                </c:pt>
                <c:pt idx="3770">
                  <c:v>0.25</c:v>
                </c:pt>
                <c:pt idx="3771">
                  <c:v>0.25</c:v>
                </c:pt>
                <c:pt idx="3772">
                  <c:v>0.25</c:v>
                </c:pt>
                <c:pt idx="3773">
                  <c:v>0.25</c:v>
                </c:pt>
                <c:pt idx="3774">
                  <c:v>0.25</c:v>
                </c:pt>
                <c:pt idx="3775">
                  <c:v>0.25</c:v>
                </c:pt>
                <c:pt idx="3776">
                  <c:v>0.25</c:v>
                </c:pt>
                <c:pt idx="3777">
                  <c:v>0.25</c:v>
                </c:pt>
                <c:pt idx="3778">
                  <c:v>0.25</c:v>
                </c:pt>
                <c:pt idx="3779">
                  <c:v>0.25</c:v>
                </c:pt>
                <c:pt idx="3780">
                  <c:v>0.25</c:v>
                </c:pt>
                <c:pt idx="3781">
                  <c:v>0.25</c:v>
                </c:pt>
                <c:pt idx="3782">
                  <c:v>0.25</c:v>
                </c:pt>
                <c:pt idx="3783">
                  <c:v>0.25</c:v>
                </c:pt>
                <c:pt idx="3784">
                  <c:v>0.25</c:v>
                </c:pt>
                <c:pt idx="3785">
                  <c:v>0.25</c:v>
                </c:pt>
                <c:pt idx="3786">
                  <c:v>0.25</c:v>
                </c:pt>
                <c:pt idx="3787">
                  <c:v>0.25</c:v>
                </c:pt>
                <c:pt idx="3788">
                  <c:v>0.25</c:v>
                </c:pt>
                <c:pt idx="3789">
                  <c:v>0.25</c:v>
                </c:pt>
                <c:pt idx="3790">
                  <c:v>0.25</c:v>
                </c:pt>
                <c:pt idx="3791">
                  <c:v>0.25</c:v>
                </c:pt>
                <c:pt idx="3792">
                  <c:v>0.25</c:v>
                </c:pt>
                <c:pt idx="3793">
                  <c:v>0.25</c:v>
                </c:pt>
                <c:pt idx="3794">
                  <c:v>0.25</c:v>
                </c:pt>
                <c:pt idx="3795">
                  <c:v>0.25</c:v>
                </c:pt>
                <c:pt idx="3796">
                  <c:v>0.25</c:v>
                </c:pt>
                <c:pt idx="3797">
                  <c:v>0.25</c:v>
                </c:pt>
                <c:pt idx="3798">
                  <c:v>0.25</c:v>
                </c:pt>
                <c:pt idx="3799">
                  <c:v>0.25</c:v>
                </c:pt>
                <c:pt idx="3800">
                  <c:v>0.25</c:v>
                </c:pt>
                <c:pt idx="3801">
                  <c:v>0.25</c:v>
                </c:pt>
                <c:pt idx="3802">
                  <c:v>0.25</c:v>
                </c:pt>
                <c:pt idx="3803">
                  <c:v>0.25</c:v>
                </c:pt>
                <c:pt idx="3804">
                  <c:v>0.25</c:v>
                </c:pt>
                <c:pt idx="3805">
                  <c:v>0.25</c:v>
                </c:pt>
                <c:pt idx="3806">
                  <c:v>0.25</c:v>
                </c:pt>
                <c:pt idx="3807">
                  <c:v>0.25</c:v>
                </c:pt>
                <c:pt idx="3808">
                  <c:v>0.25</c:v>
                </c:pt>
                <c:pt idx="3809">
                  <c:v>0.25</c:v>
                </c:pt>
                <c:pt idx="3810">
                  <c:v>0.25</c:v>
                </c:pt>
                <c:pt idx="3811">
                  <c:v>0.25</c:v>
                </c:pt>
                <c:pt idx="3812">
                  <c:v>0.25</c:v>
                </c:pt>
                <c:pt idx="3813">
                  <c:v>0.25</c:v>
                </c:pt>
                <c:pt idx="3814">
                  <c:v>0.25</c:v>
                </c:pt>
                <c:pt idx="3815">
                  <c:v>0.25</c:v>
                </c:pt>
                <c:pt idx="3816">
                  <c:v>0.25</c:v>
                </c:pt>
                <c:pt idx="3817">
                  <c:v>0.25</c:v>
                </c:pt>
                <c:pt idx="3818">
                  <c:v>0.25</c:v>
                </c:pt>
                <c:pt idx="3819">
                  <c:v>0.25</c:v>
                </c:pt>
                <c:pt idx="3820">
                  <c:v>0.25</c:v>
                </c:pt>
                <c:pt idx="3821">
                  <c:v>0.25</c:v>
                </c:pt>
                <c:pt idx="3822">
                  <c:v>0.25</c:v>
                </c:pt>
                <c:pt idx="3823">
                  <c:v>0.25</c:v>
                </c:pt>
                <c:pt idx="3824">
                  <c:v>0.25</c:v>
                </c:pt>
                <c:pt idx="3825">
                  <c:v>0.25</c:v>
                </c:pt>
                <c:pt idx="3826">
                  <c:v>0.25</c:v>
                </c:pt>
                <c:pt idx="3827">
                  <c:v>0.25</c:v>
                </c:pt>
                <c:pt idx="3828">
                  <c:v>0.25</c:v>
                </c:pt>
                <c:pt idx="3829">
                  <c:v>0.25</c:v>
                </c:pt>
                <c:pt idx="3830">
                  <c:v>0.25</c:v>
                </c:pt>
                <c:pt idx="3831">
                  <c:v>0.25</c:v>
                </c:pt>
                <c:pt idx="3832">
                  <c:v>0.25</c:v>
                </c:pt>
                <c:pt idx="3833">
                  <c:v>0.25</c:v>
                </c:pt>
                <c:pt idx="3834">
                  <c:v>0.25</c:v>
                </c:pt>
                <c:pt idx="3835">
                  <c:v>0.25</c:v>
                </c:pt>
                <c:pt idx="3836">
                  <c:v>0.25</c:v>
                </c:pt>
                <c:pt idx="3837">
                  <c:v>0.25</c:v>
                </c:pt>
                <c:pt idx="3838">
                  <c:v>0.25</c:v>
                </c:pt>
                <c:pt idx="3839">
                  <c:v>0.25</c:v>
                </c:pt>
                <c:pt idx="3840">
                  <c:v>0.25</c:v>
                </c:pt>
                <c:pt idx="3841">
                  <c:v>0.25</c:v>
                </c:pt>
                <c:pt idx="3842">
                  <c:v>0.25</c:v>
                </c:pt>
                <c:pt idx="3843">
                  <c:v>0.25</c:v>
                </c:pt>
                <c:pt idx="3844">
                  <c:v>0.25</c:v>
                </c:pt>
                <c:pt idx="3845">
                  <c:v>0.25</c:v>
                </c:pt>
                <c:pt idx="3846">
                  <c:v>0.25</c:v>
                </c:pt>
                <c:pt idx="3847">
                  <c:v>0.25</c:v>
                </c:pt>
                <c:pt idx="3848">
                  <c:v>0.25</c:v>
                </c:pt>
                <c:pt idx="3849">
                  <c:v>0.25</c:v>
                </c:pt>
                <c:pt idx="3850">
                  <c:v>0.25</c:v>
                </c:pt>
                <c:pt idx="3851">
                  <c:v>0.25</c:v>
                </c:pt>
                <c:pt idx="3852">
                  <c:v>0.25</c:v>
                </c:pt>
                <c:pt idx="3853">
                  <c:v>0.25</c:v>
                </c:pt>
                <c:pt idx="3854">
                  <c:v>0.25</c:v>
                </c:pt>
                <c:pt idx="3855">
                  <c:v>0.25</c:v>
                </c:pt>
                <c:pt idx="3856">
                  <c:v>0.25</c:v>
                </c:pt>
                <c:pt idx="3857">
                  <c:v>0.25</c:v>
                </c:pt>
                <c:pt idx="3858">
                  <c:v>0.25</c:v>
                </c:pt>
                <c:pt idx="3859">
                  <c:v>0.25</c:v>
                </c:pt>
                <c:pt idx="3860">
                  <c:v>0.25</c:v>
                </c:pt>
                <c:pt idx="3861">
                  <c:v>0.25</c:v>
                </c:pt>
                <c:pt idx="3862">
                  <c:v>0.25</c:v>
                </c:pt>
                <c:pt idx="3863">
                  <c:v>0.25</c:v>
                </c:pt>
                <c:pt idx="3864">
                  <c:v>0.25</c:v>
                </c:pt>
                <c:pt idx="3865">
                  <c:v>0.25</c:v>
                </c:pt>
                <c:pt idx="3866">
                  <c:v>0.25</c:v>
                </c:pt>
                <c:pt idx="3867">
                  <c:v>0.25</c:v>
                </c:pt>
                <c:pt idx="3868">
                  <c:v>0.25</c:v>
                </c:pt>
                <c:pt idx="3869">
                  <c:v>0.25</c:v>
                </c:pt>
                <c:pt idx="3870">
                  <c:v>0.25</c:v>
                </c:pt>
                <c:pt idx="3871">
                  <c:v>0.25</c:v>
                </c:pt>
                <c:pt idx="3872">
                  <c:v>0.25</c:v>
                </c:pt>
                <c:pt idx="3873">
                  <c:v>0.25</c:v>
                </c:pt>
                <c:pt idx="3874">
                  <c:v>0.25</c:v>
                </c:pt>
                <c:pt idx="3875">
                  <c:v>0.25</c:v>
                </c:pt>
                <c:pt idx="3876">
                  <c:v>0.25</c:v>
                </c:pt>
                <c:pt idx="3877">
                  <c:v>0.25</c:v>
                </c:pt>
                <c:pt idx="3878">
                  <c:v>0.25</c:v>
                </c:pt>
                <c:pt idx="3879">
                  <c:v>0.25</c:v>
                </c:pt>
                <c:pt idx="3880">
                  <c:v>0.25</c:v>
                </c:pt>
                <c:pt idx="3881">
                  <c:v>0.25</c:v>
                </c:pt>
                <c:pt idx="3882">
                  <c:v>0.25</c:v>
                </c:pt>
                <c:pt idx="3883">
                  <c:v>0.25</c:v>
                </c:pt>
                <c:pt idx="3884">
                  <c:v>0.25</c:v>
                </c:pt>
                <c:pt idx="3885">
                  <c:v>0.25</c:v>
                </c:pt>
                <c:pt idx="3886">
                  <c:v>0.25</c:v>
                </c:pt>
                <c:pt idx="3887">
                  <c:v>0.25</c:v>
                </c:pt>
                <c:pt idx="3888">
                  <c:v>0.25</c:v>
                </c:pt>
                <c:pt idx="3889">
                  <c:v>0.25</c:v>
                </c:pt>
                <c:pt idx="3890">
                  <c:v>0.25</c:v>
                </c:pt>
                <c:pt idx="3891">
                  <c:v>0.25</c:v>
                </c:pt>
                <c:pt idx="3892">
                  <c:v>0.25</c:v>
                </c:pt>
                <c:pt idx="3893">
                  <c:v>0.25</c:v>
                </c:pt>
                <c:pt idx="3894">
                  <c:v>0.25</c:v>
                </c:pt>
                <c:pt idx="3895">
                  <c:v>0.25</c:v>
                </c:pt>
                <c:pt idx="3896">
                  <c:v>0.25</c:v>
                </c:pt>
                <c:pt idx="3897">
                  <c:v>0.25</c:v>
                </c:pt>
                <c:pt idx="3898">
                  <c:v>0.25</c:v>
                </c:pt>
                <c:pt idx="3899">
                  <c:v>0.25</c:v>
                </c:pt>
                <c:pt idx="3900">
                  <c:v>0.25</c:v>
                </c:pt>
                <c:pt idx="3901">
                  <c:v>0.25</c:v>
                </c:pt>
                <c:pt idx="3902">
                  <c:v>0.25</c:v>
                </c:pt>
                <c:pt idx="3903">
                  <c:v>0.25</c:v>
                </c:pt>
                <c:pt idx="3904">
                  <c:v>0.25</c:v>
                </c:pt>
                <c:pt idx="3905">
                  <c:v>0.25</c:v>
                </c:pt>
                <c:pt idx="3906">
                  <c:v>0.25</c:v>
                </c:pt>
                <c:pt idx="3907">
                  <c:v>0.25</c:v>
                </c:pt>
                <c:pt idx="3908">
                  <c:v>0.25</c:v>
                </c:pt>
                <c:pt idx="3909">
                  <c:v>0.25</c:v>
                </c:pt>
                <c:pt idx="3910">
                  <c:v>0.25</c:v>
                </c:pt>
                <c:pt idx="3911">
                  <c:v>0.25</c:v>
                </c:pt>
                <c:pt idx="3912">
                  <c:v>0.25</c:v>
                </c:pt>
                <c:pt idx="3913">
                  <c:v>0.25</c:v>
                </c:pt>
                <c:pt idx="3914">
                  <c:v>0.25</c:v>
                </c:pt>
                <c:pt idx="3915">
                  <c:v>0.25</c:v>
                </c:pt>
                <c:pt idx="3916">
                  <c:v>0.25</c:v>
                </c:pt>
                <c:pt idx="3917">
                  <c:v>0.25</c:v>
                </c:pt>
                <c:pt idx="3918">
                  <c:v>0.25</c:v>
                </c:pt>
                <c:pt idx="3919">
                  <c:v>0.25</c:v>
                </c:pt>
                <c:pt idx="3920">
                  <c:v>0.25</c:v>
                </c:pt>
                <c:pt idx="3921">
                  <c:v>0.25</c:v>
                </c:pt>
                <c:pt idx="3922">
                  <c:v>0.25</c:v>
                </c:pt>
                <c:pt idx="3923">
                  <c:v>0.25</c:v>
                </c:pt>
                <c:pt idx="3924">
                  <c:v>0.25</c:v>
                </c:pt>
                <c:pt idx="3925">
                  <c:v>0.25</c:v>
                </c:pt>
                <c:pt idx="3926">
                  <c:v>0.25</c:v>
                </c:pt>
                <c:pt idx="3927">
                  <c:v>0.25</c:v>
                </c:pt>
                <c:pt idx="3928">
                  <c:v>0.25</c:v>
                </c:pt>
                <c:pt idx="3929">
                  <c:v>0.25</c:v>
                </c:pt>
                <c:pt idx="3930">
                  <c:v>0.25</c:v>
                </c:pt>
                <c:pt idx="3931">
                  <c:v>0.25</c:v>
                </c:pt>
                <c:pt idx="3932">
                  <c:v>0.25</c:v>
                </c:pt>
                <c:pt idx="3933">
                  <c:v>0.25</c:v>
                </c:pt>
                <c:pt idx="3934">
                  <c:v>0.25</c:v>
                </c:pt>
                <c:pt idx="3935">
                  <c:v>0.25</c:v>
                </c:pt>
                <c:pt idx="3936">
                  <c:v>0.25</c:v>
                </c:pt>
                <c:pt idx="3937">
                  <c:v>0.25</c:v>
                </c:pt>
                <c:pt idx="3938">
                  <c:v>0.25</c:v>
                </c:pt>
                <c:pt idx="3939">
                  <c:v>0.25</c:v>
                </c:pt>
                <c:pt idx="3940">
                  <c:v>0.25</c:v>
                </c:pt>
                <c:pt idx="3941">
                  <c:v>0.25</c:v>
                </c:pt>
                <c:pt idx="3942">
                  <c:v>0.25</c:v>
                </c:pt>
                <c:pt idx="3943">
                  <c:v>0.25</c:v>
                </c:pt>
                <c:pt idx="3944">
                  <c:v>0.25</c:v>
                </c:pt>
                <c:pt idx="3945">
                  <c:v>0.25</c:v>
                </c:pt>
                <c:pt idx="3946">
                  <c:v>0.25</c:v>
                </c:pt>
                <c:pt idx="3947">
                  <c:v>0.25</c:v>
                </c:pt>
                <c:pt idx="3948">
                  <c:v>0.25</c:v>
                </c:pt>
                <c:pt idx="3949">
                  <c:v>0.25</c:v>
                </c:pt>
                <c:pt idx="3950">
                  <c:v>0.25</c:v>
                </c:pt>
                <c:pt idx="3951">
                  <c:v>0.25</c:v>
                </c:pt>
                <c:pt idx="3952">
                  <c:v>0.25</c:v>
                </c:pt>
                <c:pt idx="3953">
                  <c:v>0.25</c:v>
                </c:pt>
                <c:pt idx="3954">
                  <c:v>0.25</c:v>
                </c:pt>
                <c:pt idx="3955">
                  <c:v>0.25</c:v>
                </c:pt>
                <c:pt idx="3956">
                  <c:v>0.25</c:v>
                </c:pt>
                <c:pt idx="3957">
                  <c:v>0.25</c:v>
                </c:pt>
                <c:pt idx="3958">
                  <c:v>0.25</c:v>
                </c:pt>
                <c:pt idx="3959">
                  <c:v>0.25</c:v>
                </c:pt>
                <c:pt idx="3960">
                  <c:v>0.25</c:v>
                </c:pt>
                <c:pt idx="3961">
                  <c:v>0.25</c:v>
                </c:pt>
                <c:pt idx="3962">
                  <c:v>0.25</c:v>
                </c:pt>
                <c:pt idx="3963">
                  <c:v>0.25</c:v>
                </c:pt>
                <c:pt idx="3964">
                  <c:v>0.25</c:v>
                </c:pt>
                <c:pt idx="3965">
                  <c:v>0.25</c:v>
                </c:pt>
                <c:pt idx="3966">
                  <c:v>0.25</c:v>
                </c:pt>
                <c:pt idx="3967">
                  <c:v>0.25</c:v>
                </c:pt>
                <c:pt idx="3968">
                  <c:v>0.25</c:v>
                </c:pt>
                <c:pt idx="3969">
                  <c:v>0.25</c:v>
                </c:pt>
                <c:pt idx="3970">
                  <c:v>0.25</c:v>
                </c:pt>
                <c:pt idx="3971">
                  <c:v>0.25</c:v>
                </c:pt>
                <c:pt idx="3972">
                  <c:v>0.25</c:v>
                </c:pt>
                <c:pt idx="3973">
                  <c:v>0.25</c:v>
                </c:pt>
                <c:pt idx="3974">
                  <c:v>0.25</c:v>
                </c:pt>
                <c:pt idx="3975">
                  <c:v>0.25</c:v>
                </c:pt>
                <c:pt idx="3976">
                  <c:v>0.25</c:v>
                </c:pt>
                <c:pt idx="3977">
                  <c:v>0.25</c:v>
                </c:pt>
                <c:pt idx="3978">
                  <c:v>0.25</c:v>
                </c:pt>
                <c:pt idx="3979">
                  <c:v>0.25</c:v>
                </c:pt>
                <c:pt idx="3980">
                  <c:v>0.25</c:v>
                </c:pt>
                <c:pt idx="3981">
                  <c:v>0.25</c:v>
                </c:pt>
                <c:pt idx="3982">
                  <c:v>0.25</c:v>
                </c:pt>
                <c:pt idx="3983">
                  <c:v>0.25</c:v>
                </c:pt>
                <c:pt idx="3984">
                  <c:v>0.25</c:v>
                </c:pt>
                <c:pt idx="3985">
                  <c:v>0.25</c:v>
                </c:pt>
                <c:pt idx="3986">
                  <c:v>0.25</c:v>
                </c:pt>
                <c:pt idx="3987">
                  <c:v>0.25</c:v>
                </c:pt>
                <c:pt idx="3988">
                  <c:v>0.25</c:v>
                </c:pt>
                <c:pt idx="3989">
                  <c:v>0.25</c:v>
                </c:pt>
                <c:pt idx="3990">
                  <c:v>0.25</c:v>
                </c:pt>
                <c:pt idx="3991">
                  <c:v>0.25</c:v>
                </c:pt>
                <c:pt idx="3992">
                  <c:v>0.25</c:v>
                </c:pt>
                <c:pt idx="3993">
                  <c:v>0.25</c:v>
                </c:pt>
                <c:pt idx="3994">
                  <c:v>0.25</c:v>
                </c:pt>
                <c:pt idx="3995">
                  <c:v>0.25</c:v>
                </c:pt>
                <c:pt idx="3996">
                  <c:v>0.25</c:v>
                </c:pt>
                <c:pt idx="3997">
                  <c:v>0.25</c:v>
                </c:pt>
                <c:pt idx="3998">
                  <c:v>0.25</c:v>
                </c:pt>
                <c:pt idx="3999">
                  <c:v>0.25</c:v>
                </c:pt>
                <c:pt idx="4000">
                  <c:v>0.25</c:v>
                </c:pt>
                <c:pt idx="4001">
                  <c:v>0.25</c:v>
                </c:pt>
                <c:pt idx="4002">
                  <c:v>0.25</c:v>
                </c:pt>
                <c:pt idx="4003">
                  <c:v>0.25</c:v>
                </c:pt>
                <c:pt idx="4004">
                  <c:v>0.25</c:v>
                </c:pt>
                <c:pt idx="4005">
                  <c:v>0.25</c:v>
                </c:pt>
                <c:pt idx="4006">
                  <c:v>0.25</c:v>
                </c:pt>
                <c:pt idx="4007">
                  <c:v>0.25</c:v>
                </c:pt>
                <c:pt idx="4008">
                  <c:v>0.25</c:v>
                </c:pt>
                <c:pt idx="4009">
                  <c:v>0.25</c:v>
                </c:pt>
                <c:pt idx="4010">
                  <c:v>0.25</c:v>
                </c:pt>
                <c:pt idx="4011">
                  <c:v>0.25</c:v>
                </c:pt>
                <c:pt idx="4012">
                  <c:v>0.25</c:v>
                </c:pt>
                <c:pt idx="4013">
                  <c:v>0.25</c:v>
                </c:pt>
                <c:pt idx="4014">
                  <c:v>0.25</c:v>
                </c:pt>
                <c:pt idx="4015">
                  <c:v>0.25</c:v>
                </c:pt>
                <c:pt idx="4016">
                  <c:v>0.25</c:v>
                </c:pt>
                <c:pt idx="4017">
                  <c:v>0.25</c:v>
                </c:pt>
                <c:pt idx="4018">
                  <c:v>0.25</c:v>
                </c:pt>
                <c:pt idx="4019">
                  <c:v>0.25</c:v>
                </c:pt>
                <c:pt idx="4020">
                  <c:v>0.25</c:v>
                </c:pt>
                <c:pt idx="4021">
                  <c:v>0.25</c:v>
                </c:pt>
                <c:pt idx="4022">
                  <c:v>0.25</c:v>
                </c:pt>
                <c:pt idx="4023">
                  <c:v>0.25</c:v>
                </c:pt>
                <c:pt idx="4024">
                  <c:v>0.25</c:v>
                </c:pt>
                <c:pt idx="4025">
                  <c:v>0.25</c:v>
                </c:pt>
                <c:pt idx="4026">
                  <c:v>0.25</c:v>
                </c:pt>
                <c:pt idx="4027">
                  <c:v>0.25</c:v>
                </c:pt>
                <c:pt idx="4028">
                  <c:v>0.25</c:v>
                </c:pt>
                <c:pt idx="4029">
                  <c:v>0.25</c:v>
                </c:pt>
                <c:pt idx="4030">
                  <c:v>0.25</c:v>
                </c:pt>
                <c:pt idx="4031">
                  <c:v>0.25</c:v>
                </c:pt>
                <c:pt idx="4032">
                  <c:v>0.25</c:v>
                </c:pt>
                <c:pt idx="4033">
                  <c:v>0.25</c:v>
                </c:pt>
                <c:pt idx="4034">
                  <c:v>0.25</c:v>
                </c:pt>
                <c:pt idx="4035">
                  <c:v>0.25</c:v>
                </c:pt>
                <c:pt idx="4036">
                  <c:v>0.25</c:v>
                </c:pt>
                <c:pt idx="4037">
                  <c:v>0.25</c:v>
                </c:pt>
                <c:pt idx="4038">
                  <c:v>0.25</c:v>
                </c:pt>
                <c:pt idx="4039">
                  <c:v>0.25</c:v>
                </c:pt>
                <c:pt idx="4040">
                  <c:v>0.25</c:v>
                </c:pt>
                <c:pt idx="4041">
                  <c:v>0.25</c:v>
                </c:pt>
                <c:pt idx="4042">
                  <c:v>0.25</c:v>
                </c:pt>
                <c:pt idx="4043">
                  <c:v>0.25</c:v>
                </c:pt>
                <c:pt idx="4044">
                  <c:v>0.25</c:v>
                </c:pt>
                <c:pt idx="4045">
                  <c:v>0.25</c:v>
                </c:pt>
                <c:pt idx="4046">
                  <c:v>0.25</c:v>
                </c:pt>
                <c:pt idx="4047">
                  <c:v>0.25</c:v>
                </c:pt>
                <c:pt idx="4048">
                  <c:v>0.25</c:v>
                </c:pt>
                <c:pt idx="4049">
                  <c:v>0.25</c:v>
                </c:pt>
                <c:pt idx="4050">
                  <c:v>0.25</c:v>
                </c:pt>
                <c:pt idx="4051">
                  <c:v>0.25</c:v>
                </c:pt>
                <c:pt idx="4052">
                  <c:v>0.25</c:v>
                </c:pt>
                <c:pt idx="4053">
                  <c:v>0.25</c:v>
                </c:pt>
                <c:pt idx="4054">
                  <c:v>0.25</c:v>
                </c:pt>
                <c:pt idx="4055">
                  <c:v>0.25</c:v>
                </c:pt>
                <c:pt idx="4056">
                  <c:v>0.25</c:v>
                </c:pt>
                <c:pt idx="4057">
                  <c:v>0.25</c:v>
                </c:pt>
                <c:pt idx="4058">
                  <c:v>0.25</c:v>
                </c:pt>
                <c:pt idx="4059">
                  <c:v>0.25</c:v>
                </c:pt>
                <c:pt idx="4060">
                  <c:v>0.25</c:v>
                </c:pt>
                <c:pt idx="4061">
                  <c:v>0.25</c:v>
                </c:pt>
                <c:pt idx="4062">
                  <c:v>0.25</c:v>
                </c:pt>
                <c:pt idx="4063">
                  <c:v>0.25</c:v>
                </c:pt>
                <c:pt idx="4064">
                  <c:v>0.25</c:v>
                </c:pt>
                <c:pt idx="4065">
                  <c:v>0.25</c:v>
                </c:pt>
                <c:pt idx="4066">
                  <c:v>0.25</c:v>
                </c:pt>
                <c:pt idx="4067">
                  <c:v>0.25</c:v>
                </c:pt>
                <c:pt idx="4068">
                  <c:v>0.25</c:v>
                </c:pt>
                <c:pt idx="4069">
                  <c:v>0.25</c:v>
                </c:pt>
                <c:pt idx="4070">
                  <c:v>0.25</c:v>
                </c:pt>
                <c:pt idx="4071">
                  <c:v>0.25</c:v>
                </c:pt>
                <c:pt idx="4072">
                  <c:v>0.25</c:v>
                </c:pt>
                <c:pt idx="4073">
                  <c:v>0.25</c:v>
                </c:pt>
                <c:pt idx="4074">
                  <c:v>0.25</c:v>
                </c:pt>
                <c:pt idx="4075">
                  <c:v>0.25</c:v>
                </c:pt>
                <c:pt idx="4076">
                  <c:v>0.25</c:v>
                </c:pt>
                <c:pt idx="4077">
                  <c:v>0.25</c:v>
                </c:pt>
                <c:pt idx="4078">
                  <c:v>0.25</c:v>
                </c:pt>
                <c:pt idx="4079">
                  <c:v>0.25</c:v>
                </c:pt>
                <c:pt idx="4080">
                  <c:v>0.25</c:v>
                </c:pt>
                <c:pt idx="4081">
                  <c:v>0.25</c:v>
                </c:pt>
                <c:pt idx="4082">
                  <c:v>0.25</c:v>
                </c:pt>
                <c:pt idx="4083">
                  <c:v>0.25</c:v>
                </c:pt>
                <c:pt idx="4084">
                  <c:v>0.25</c:v>
                </c:pt>
                <c:pt idx="4085">
                  <c:v>0.25</c:v>
                </c:pt>
                <c:pt idx="4086">
                  <c:v>0.25</c:v>
                </c:pt>
                <c:pt idx="4087">
                  <c:v>0.25</c:v>
                </c:pt>
                <c:pt idx="4088">
                  <c:v>0.25</c:v>
                </c:pt>
                <c:pt idx="4089">
                  <c:v>0.25</c:v>
                </c:pt>
                <c:pt idx="4090">
                  <c:v>0.25</c:v>
                </c:pt>
                <c:pt idx="4091">
                  <c:v>0.25</c:v>
                </c:pt>
                <c:pt idx="4092">
                  <c:v>0.25</c:v>
                </c:pt>
                <c:pt idx="4093">
                  <c:v>0.25</c:v>
                </c:pt>
                <c:pt idx="4094">
                  <c:v>0.25</c:v>
                </c:pt>
                <c:pt idx="4095">
                  <c:v>0.25</c:v>
                </c:pt>
                <c:pt idx="4096">
                  <c:v>0.25</c:v>
                </c:pt>
                <c:pt idx="4097">
                  <c:v>0.25</c:v>
                </c:pt>
                <c:pt idx="4098">
                  <c:v>0.25</c:v>
                </c:pt>
                <c:pt idx="4099">
                  <c:v>0.25</c:v>
                </c:pt>
                <c:pt idx="4100">
                  <c:v>0.25</c:v>
                </c:pt>
                <c:pt idx="4101">
                  <c:v>0.25</c:v>
                </c:pt>
                <c:pt idx="4102">
                  <c:v>0.25</c:v>
                </c:pt>
                <c:pt idx="4103">
                  <c:v>0.25</c:v>
                </c:pt>
                <c:pt idx="4104">
                  <c:v>0.25</c:v>
                </c:pt>
                <c:pt idx="4105">
                  <c:v>0.25</c:v>
                </c:pt>
                <c:pt idx="4106">
                  <c:v>0.25</c:v>
                </c:pt>
                <c:pt idx="4107">
                  <c:v>0.25</c:v>
                </c:pt>
                <c:pt idx="4108">
                  <c:v>0.5</c:v>
                </c:pt>
                <c:pt idx="4109">
                  <c:v>0.5</c:v>
                </c:pt>
                <c:pt idx="4110">
                  <c:v>0.5</c:v>
                </c:pt>
                <c:pt idx="4111">
                  <c:v>0.5</c:v>
                </c:pt>
                <c:pt idx="4112">
                  <c:v>0.5</c:v>
                </c:pt>
                <c:pt idx="4113">
                  <c:v>0.5</c:v>
                </c:pt>
                <c:pt idx="4114">
                  <c:v>0.5</c:v>
                </c:pt>
                <c:pt idx="4115">
                  <c:v>0.5</c:v>
                </c:pt>
                <c:pt idx="4116">
                  <c:v>0.5</c:v>
                </c:pt>
                <c:pt idx="4117">
                  <c:v>0.5</c:v>
                </c:pt>
                <c:pt idx="4118">
                  <c:v>0.5</c:v>
                </c:pt>
                <c:pt idx="4119">
                  <c:v>0.5</c:v>
                </c:pt>
                <c:pt idx="4120">
                  <c:v>0.5</c:v>
                </c:pt>
                <c:pt idx="4121">
                  <c:v>0.5</c:v>
                </c:pt>
                <c:pt idx="4122">
                  <c:v>0.5</c:v>
                </c:pt>
                <c:pt idx="4123">
                  <c:v>0.5</c:v>
                </c:pt>
                <c:pt idx="4124">
                  <c:v>0.5</c:v>
                </c:pt>
                <c:pt idx="4125">
                  <c:v>0.5</c:v>
                </c:pt>
                <c:pt idx="4126">
                  <c:v>0.5</c:v>
                </c:pt>
                <c:pt idx="4127">
                  <c:v>0.5</c:v>
                </c:pt>
                <c:pt idx="4128">
                  <c:v>0.5</c:v>
                </c:pt>
                <c:pt idx="4129">
                  <c:v>0.5</c:v>
                </c:pt>
                <c:pt idx="4130">
                  <c:v>0.5</c:v>
                </c:pt>
                <c:pt idx="4131">
                  <c:v>0.5</c:v>
                </c:pt>
                <c:pt idx="4132">
                  <c:v>0.5</c:v>
                </c:pt>
                <c:pt idx="4133">
                  <c:v>0.5</c:v>
                </c:pt>
                <c:pt idx="4134">
                  <c:v>0.5</c:v>
                </c:pt>
                <c:pt idx="4135">
                  <c:v>0.5</c:v>
                </c:pt>
                <c:pt idx="4136">
                  <c:v>0.5</c:v>
                </c:pt>
                <c:pt idx="4137">
                  <c:v>0.5</c:v>
                </c:pt>
                <c:pt idx="4138">
                  <c:v>0.5</c:v>
                </c:pt>
                <c:pt idx="4139">
                  <c:v>0.5</c:v>
                </c:pt>
                <c:pt idx="4140">
                  <c:v>0.5</c:v>
                </c:pt>
                <c:pt idx="4141">
                  <c:v>0.5</c:v>
                </c:pt>
                <c:pt idx="4142">
                  <c:v>0.5</c:v>
                </c:pt>
                <c:pt idx="4143">
                  <c:v>0.5</c:v>
                </c:pt>
                <c:pt idx="4144">
                  <c:v>0.5</c:v>
                </c:pt>
                <c:pt idx="4145">
                  <c:v>0.5</c:v>
                </c:pt>
                <c:pt idx="4146">
                  <c:v>0.5</c:v>
                </c:pt>
                <c:pt idx="4147">
                  <c:v>0.5</c:v>
                </c:pt>
                <c:pt idx="4148">
                  <c:v>0.5</c:v>
                </c:pt>
                <c:pt idx="4149">
                  <c:v>0.5</c:v>
                </c:pt>
                <c:pt idx="4150">
                  <c:v>0.5</c:v>
                </c:pt>
                <c:pt idx="4151">
                  <c:v>0.5</c:v>
                </c:pt>
                <c:pt idx="4152">
                  <c:v>0.5</c:v>
                </c:pt>
                <c:pt idx="4153">
                  <c:v>0.5</c:v>
                </c:pt>
                <c:pt idx="4154">
                  <c:v>0.5</c:v>
                </c:pt>
                <c:pt idx="4155">
                  <c:v>0.5</c:v>
                </c:pt>
                <c:pt idx="4156">
                  <c:v>0.5</c:v>
                </c:pt>
                <c:pt idx="4157">
                  <c:v>0.5</c:v>
                </c:pt>
                <c:pt idx="4158">
                  <c:v>0.5</c:v>
                </c:pt>
                <c:pt idx="4159">
                  <c:v>0.5</c:v>
                </c:pt>
                <c:pt idx="4160">
                  <c:v>0.5</c:v>
                </c:pt>
                <c:pt idx="4161">
                  <c:v>0.5</c:v>
                </c:pt>
                <c:pt idx="4162">
                  <c:v>0.5</c:v>
                </c:pt>
                <c:pt idx="4163">
                  <c:v>0.5</c:v>
                </c:pt>
                <c:pt idx="4164">
                  <c:v>0.5</c:v>
                </c:pt>
                <c:pt idx="4165">
                  <c:v>0.5</c:v>
                </c:pt>
                <c:pt idx="4166">
                  <c:v>0.5</c:v>
                </c:pt>
                <c:pt idx="4167">
                  <c:v>0.5</c:v>
                </c:pt>
                <c:pt idx="4168">
                  <c:v>0.5</c:v>
                </c:pt>
                <c:pt idx="4169">
                  <c:v>0.5</c:v>
                </c:pt>
                <c:pt idx="4170">
                  <c:v>0.5</c:v>
                </c:pt>
                <c:pt idx="4171">
                  <c:v>0.5</c:v>
                </c:pt>
                <c:pt idx="4172">
                  <c:v>0.5</c:v>
                </c:pt>
                <c:pt idx="4173">
                  <c:v>0.5</c:v>
                </c:pt>
                <c:pt idx="4174">
                  <c:v>0.5</c:v>
                </c:pt>
                <c:pt idx="4175">
                  <c:v>0.5</c:v>
                </c:pt>
                <c:pt idx="4176">
                  <c:v>0.5</c:v>
                </c:pt>
                <c:pt idx="4177">
                  <c:v>0.5</c:v>
                </c:pt>
                <c:pt idx="4178">
                  <c:v>0.5</c:v>
                </c:pt>
                <c:pt idx="4179">
                  <c:v>0.5</c:v>
                </c:pt>
                <c:pt idx="4180">
                  <c:v>0.5</c:v>
                </c:pt>
                <c:pt idx="4181">
                  <c:v>0.5</c:v>
                </c:pt>
                <c:pt idx="4182">
                  <c:v>0.5</c:v>
                </c:pt>
                <c:pt idx="4183">
                  <c:v>0.5</c:v>
                </c:pt>
                <c:pt idx="4184">
                  <c:v>0.5</c:v>
                </c:pt>
                <c:pt idx="4185">
                  <c:v>0.5</c:v>
                </c:pt>
                <c:pt idx="4186">
                  <c:v>0.5</c:v>
                </c:pt>
                <c:pt idx="4187">
                  <c:v>0.5</c:v>
                </c:pt>
                <c:pt idx="4188">
                  <c:v>0.5</c:v>
                </c:pt>
                <c:pt idx="4189">
                  <c:v>0.5</c:v>
                </c:pt>
                <c:pt idx="4190">
                  <c:v>0.5</c:v>
                </c:pt>
                <c:pt idx="4191">
                  <c:v>0.5</c:v>
                </c:pt>
                <c:pt idx="4192">
                  <c:v>0.5</c:v>
                </c:pt>
                <c:pt idx="4193">
                  <c:v>0.5</c:v>
                </c:pt>
                <c:pt idx="4194">
                  <c:v>0.5</c:v>
                </c:pt>
                <c:pt idx="4195">
                  <c:v>0.5</c:v>
                </c:pt>
                <c:pt idx="4196">
                  <c:v>0.5</c:v>
                </c:pt>
                <c:pt idx="4197">
                  <c:v>0.5</c:v>
                </c:pt>
                <c:pt idx="4198">
                  <c:v>0.5</c:v>
                </c:pt>
                <c:pt idx="4199">
                  <c:v>0.5</c:v>
                </c:pt>
                <c:pt idx="4200">
                  <c:v>0.5</c:v>
                </c:pt>
                <c:pt idx="4201">
                  <c:v>0.5</c:v>
                </c:pt>
                <c:pt idx="4202">
                  <c:v>0.5</c:v>
                </c:pt>
                <c:pt idx="4203">
                  <c:v>0.5</c:v>
                </c:pt>
                <c:pt idx="4204">
                  <c:v>0.5</c:v>
                </c:pt>
                <c:pt idx="4205">
                  <c:v>0.5</c:v>
                </c:pt>
                <c:pt idx="4206">
                  <c:v>0.5</c:v>
                </c:pt>
                <c:pt idx="4207">
                  <c:v>0.5</c:v>
                </c:pt>
                <c:pt idx="4208">
                  <c:v>0.5</c:v>
                </c:pt>
                <c:pt idx="4209">
                  <c:v>0.5</c:v>
                </c:pt>
                <c:pt idx="4210">
                  <c:v>0.5</c:v>
                </c:pt>
                <c:pt idx="4211">
                  <c:v>0.5</c:v>
                </c:pt>
                <c:pt idx="4212">
                  <c:v>0.5</c:v>
                </c:pt>
                <c:pt idx="4213">
                  <c:v>0.5</c:v>
                </c:pt>
                <c:pt idx="4214">
                  <c:v>0.5</c:v>
                </c:pt>
                <c:pt idx="4215">
                  <c:v>0.5</c:v>
                </c:pt>
                <c:pt idx="4216">
                  <c:v>0.5</c:v>
                </c:pt>
                <c:pt idx="4217">
                  <c:v>0.5</c:v>
                </c:pt>
                <c:pt idx="4218">
                  <c:v>0.5</c:v>
                </c:pt>
                <c:pt idx="4219">
                  <c:v>0.5</c:v>
                </c:pt>
                <c:pt idx="4220">
                  <c:v>0.5</c:v>
                </c:pt>
                <c:pt idx="4221">
                  <c:v>0.5</c:v>
                </c:pt>
                <c:pt idx="4222">
                  <c:v>0.5</c:v>
                </c:pt>
                <c:pt idx="4223">
                  <c:v>0.5</c:v>
                </c:pt>
                <c:pt idx="4224">
                  <c:v>0.5</c:v>
                </c:pt>
                <c:pt idx="4225">
                  <c:v>0.5</c:v>
                </c:pt>
                <c:pt idx="4226">
                  <c:v>0.5</c:v>
                </c:pt>
                <c:pt idx="4227">
                  <c:v>0.5</c:v>
                </c:pt>
                <c:pt idx="4228">
                  <c:v>0.5</c:v>
                </c:pt>
                <c:pt idx="4229">
                  <c:v>0.5</c:v>
                </c:pt>
                <c:pt idx="4230">
                  <c:v>0.5</c:v>
                </c:pt>
                <c:pt idx="4231">
                  <c:v>0.5</c:v>
                </c:pt>
                <c:pt idx="4232">
                  <c:v>0.5</c:v>
                </c:pt>
                <c:pt idx="4233">
                  <c:v>0.5</c:v>
                </c:pt>
                <c:pt idx="4234">
                  <c:v>0.5</c:v>
                </c:pt>
                <c:pt idx="4235">
                  <c:v>0.5</c:v>
                </c:pt>
                <c:pt idx="4236">
                  <c:v>0.5</c:v>
                </c:pt>
                <c:pt idx="4237">
                  <c:v>0.5</c:v>
                </c:pt>
                <c:pt idx="4238">
                  <c:v>0.5</c:v>
                </c:pt>
                <c:pt idx="4239">
                  <c:v>0.5</c:v>
                </c:pt>
                <c:pt idx="4240">
                  <c:v>0.5</c:v>
                </c:pt>
                <c:pt idx="4241">
                  <c:v>0.5</c:v>
                </c:pt>
                <c:pt idx="4242">
                  <c:v>0.5</c:v>
                </c:pt>
                <c:pt idx="4243">
                  <c:v>0.5</c:v>
                </c:pt>
                <c:pt idx="4244">
                  <c:v>0.5</c:v>
                </c:pt>
                <c:pt idx="4245">
                  <c:v>0.5</c:v>
                </c:pt>
                <c:pt idx="4246">
                  <c:v>0.5</c:v>
                </c:pt>
                <c:pt idx="4247">
                  <c:v>0.5</c:v>
                </c:pt>
                <c:pt idx="4248">
                  <c:v>0.5</c:v>
                </c:pt>
                <c:pt idx="4249">
                  <c:v>0.5</c:v>
                </c:pt>
                <c:pt idx="4250">
                  <c:v>0.5</c:v>
                </c:pt>
                <c:pt idx="4251">
                  <c:v>0.5</c:v>
                </c:pt>
                <c:pt idx="4252">
                  <c:v>0.5</c:v>
                </c:pt>
                <c:pt idx="4253">
                  <c:v>0.5</c:v>
                </c:pt>
                <c:pt idx="4254">
                  <c:v>0.5</c:v>
                </c:pt>
                <c:pt idx="4255">
                  <c:v>0.5</c:v>
                </c:pt>
                <c:pt idx="4256">
                  <c:v>0.5</c:v>
                </c:pt>
                <c:pt idx="4257">
                  <c:v>0.5</c:v>
                </c:pt>
                <c:pt idx="4258">
                  <c:v>0.5</c:v>
                </c:pt>
                <c:pt idx="4259">
                  <c:v>0.5</c:v>
                </c:pt>
                <c:pt idx="4260">
                  <c:v>0.5</c:v>
                </c:pt>
                <c:pt idx="4261">
                  <c:v>0.5</c:v>
                </c:pt>
                <c:pt idx="4262">
                  <c:v>0.5</c:v>
                </c:pt>
                <c:pt idx="4263">
                  <c:v>0.5</c:v>
                </c:pt>
                <c:pt idx="4264">
                  <c:v>0.5</c:v>
                </c:pt>
                <c:pt idx="4265">
                  <c:v>0.5</c:v>
                </c:pt>
                <c:pt idx="4266">
                  <c:v>0.5</c:v>
                </c:pt>
                <c:pt idx="4267">
                  <c:v>0.5</c:v>
                </c:pt>
                <c:pt idx="4268">
                  <c:v>0.5</c:v>
                </c:pt>
                <c:pt idx="4269">
                  <c:v>0.5</c:v>
                </c:pt>
                <c:pt idx="4270">
                  <c:v>0.5</c:v>
                </c:pt>
                <c:pt idx="4271">
                  <c:v>0.5</c:v>
                </c:pt>
                <c:pt idx="4272">
                  <c:v>0.5</c:v>
                </c:pt>
                <c:pt idx="4273">
                  <c:v>0.5</c:v>
                </c:pt>
                <c:pt idx="4274">
                  <c:v>0.5</c:v>
                </c:pt>
                <c:pt idx="4275">
                  <c:v>0.5</c:v>
                </c:pt>
                <c:pt idx="4276">
                  <c:v>0.5</c:v>
                </c:pt>
                <c:pt idx="4277">
                  <c:v>0.5</c:v>
                </c:pt>
                <c:pt idx="4278">
                  <c:v>0.5</c:v>
                </c:pt>
                <c:pt idx="4279">
                  <c:v>0.5</c:v>
                </c:pt>
                <c:pt idx="4280">
                  <c:v>0.5</c:v>
                </c:pt>
                <c:pt idx="4281">
                  <c:v>0.5</c:v>
                </c:pt>
                <c:pt idx="4282">
                  <c:v>0.5</c:v>
                </c:pt>
                <c:pt idx="4283">
                  <c:v>0.5</c:v>
                </c:pt>
                <c:pt idx="4284">
                  <c:v>0.5</c:v>
                </c:pt>
                <c:pt idx="4285">
                  <c:v>0.5</c:v>
                </c:pt>
                <c:pt idx="4286">
                  <c:v>0.5</c:v>
                </c:pt>
                <c:pt idx="4287">
                  <c:v>0.5</c:v>
                </c:pt>
                <c:pt idx="4288">
                  <c:v>0.5</c:v>
                </c:pt>
                <c:pt idx="4289">
                  <c:v>0.5</c:v>
                </c:pt>
                <c:pt idx="4290">
                  <c:v>0.5</c:v>
                </c:pt>
                <c:pt idx="4291">
                  <c:v>0.5</c:v>
                </c:pt>
                <c:pt idx="4292">
                  <c:v>0.5</c:v>
                </c:pt>
                <c:pt idx="4293">
                  <c:v>0.5</c:v>
                </c:pt>
                <c:pt idx="4294">
                  <c:v>0.5</c:v>
                </c:pt>
                <c:pt idx="4295">
                  <c:v>0.5</c:v>
                </c:pt>
                <c:pt idx="4296">
                  <c:v>0.5</c:v>
                </c:pt>
                <c:pt idx="4297">
                  <c:v>0.5</c:v>
                </c:pt>
                <c:pt idx="4298">
                  <c:v>0.5</c:v>
                </c:pt>
                <c:pt idx="4299">
                  <c:v>0.5</c:v>
                </c:pt>
                <c:pt idx="4300">
                  <c:v>0.5</c:v>
                </c:pt>
                <c:pt idx="4301">
                  <c:v>0.5</c:v>
                </c:pt>
                <c:pt idx="4302">
                  <c:v>0.5</c:v>
                </c:pt>
                <c:pt idx="4303">
                  <c:v>0.5</c:v>
                </c:pt>
                <c:pt idx="4304">
                  <c:v>0.5</c:v>
                </c:pt>
                <c:pt idx="4305">
                  <c:v>0.5</c:v>
                </c:pt>
                <c:pt idx="4306">
                  <c:v>0.5</c:v>
                </c:pt>
                <c:pt idx="4307">
                  <c:v>0.5</c:v>
                </c:pt>
                <c:pt idx="4308">
                  <c:v>0.5</c:v>
                </c:pt>
                <c:pt idx="4309">
                  <c:v>0.5</c:v>
                </c:pt>
                <c:pt idx="4310">
                  <c:v>0.5</c:v>
                </c:pt>
                <c:pt idx="4311">
                  <c:v>0.5</c:v>
                </c:pt>
                <c:pt idx="4312">
                  <c:v>0.5</c:v>
                </c:pt>
                <c:pt idx="4313">
                  <c:v>0.5</c:v>
                </c:pt>
                <c:pt idx="4314">
                  <c:v>0.5</c:v>
                </c:pt>
                <c:pt idx="4315">
                  <c:v>0.5</c:v>
                </c:pt>
                <c:pt idx="4316">
                  <c:v>0.5</c:v>
                </c:pt>
                <c:pt idx="4317">
                  <c:v>0.5</c:v>
                </c:pt>
                <c:pt idx="4318">
                  <c:v>0.5</c:v>
                </c:pt>
                <c:pt idx="4319">
                  <c:v>0.5</c:v>
                </c:pt>
                <c:pt idx="4320">
                  <c:v>0.5</c:v>
                </c:pt>
                <c:pt idx="4321">
                  <c:v>0.5</c:v>
                </c:pt>
                <c:pt idx="4322">
                  <c:v>0.5</c:v>
                </c:pt>
                <c:pt idx="4323">
                  <c:v>0.5</c:v>
                </c:pt>
                <c:pt idx="4324">
                  <c:v>0.5</c:v>
                </c:pt>
                <c:pt idx="4325">
                  <c:v>0.5</c:v>
                </c:pt>
                <c:pt idx="4326">
                  <c:v>0.5</c:v>
                </c:pt>
                <c:pt idx="4327">
                  <c:v>0.5</c:v>
                </c:pt>
                <c:pt idx="4328">
                  <c:v>0.5</c:v>
                </c:pt>
                <c:pt idx="4329">
                  <c:v>0.5</c:v>
                </c:pt>
                <c:pt idx="4330">
                  <c:v>0.5</c:v>
                </c:pt>
                <c:pt idx="4331">
                  <c:v>0.5</c:v>
                </c:pt>
                <c:pt idx="4332">
                  <c:v>0.5</c:v>
                </c:pt>
                <c:pt idx="4333">
                  <c:v>0.5</c:v>
                </c:pt>
                <c:pt idx="4334">
                  <c:v>0.5</c:v>
                </c:pt>
                <c:pt idx="4335">
                  <c:v>0.5</c:v>
                </c:pt>
                <c:pt idx="4336">
                  <c:v>0.5</c:v>
                </c:pt>
                <c:pt idx="4337">
                  <c:v>0.5</c:v>
                </c:pt>
                <c:pt idx="4338">
                  <c:v>0.5</c:v>
                </c:pt>
                <c:pt idx="4339">
                  <c:v>0.5</c:v>
                </c:pt>
                <c:pt idx="4340">
                  <c:v>0.5</c:v>
                </c:pt>
                <c:pt idx="4341">
                  <c:v>0.5</c:v>
                </c:pt>
                <c:pt idx="4342">
                  <c:v>0.5</c:v>
                </c:pt>
                <c:pt idx="4343">
                  <c:v>0.5</c:v>
                </c:pt>
                <c:pt idx="4344">
                  <c:v>0.5</c:v>
                </c:pt>
                <c:pt idx="4345">
                  <c:v>0.5</c:v>
                </c:pt>
                <c:pt idx="4346">
                  <c:v>0.5</c:v>
                </c:pt>
                <c:pt idx="4347">
                  <c:v>0.5</c:v>
                </c:pt>
                <c:pt idx="4348">
                  <c:v>0.5</c:v>
                </c:pt>
                <c:pt idx="4349">
                  <c:v>0.5</c:v>
                </c:pt>
                <c:pt idx="4350">
                  <c:v>0.5</c:v>
                </c:pt>
                <c:pt idx="4351">
                  <c:v>0.5</c:v>
                </c:pt>
                <c:pt idx="4352">
                  <c:v>0.5</c:v>
                </c:pt>
                <c:pt idx="4353">
                  <c:v>0.5</c:v>
                </c:pt>
                <c:pt idx="4354">
                  <c:v>0.5</c:v>
                </c:pt>
                <c:pt idx="4355">
                  <c:v>0.5</c:v>
                </c:pt>
                <c:pt idx="4356">
                  <c:v>0.5</c:v>
                </c:pt>
                <c:pt idx="4357">
                  <c:v>0.5</c:v>
                </c:pt>
                <c:pt idx="4358">
                  <c:v>0.5</c:v>
                </c:pt>
                <c:pt idx="4359">
                  <c:v>0.5</c:v>
                </c:pt>
                <c:pt idx="4360">
                  <c:v>0.5</c:v>
                </c:pt>
                <c:pt idx="4361">
                  <c:v>0.5</c:v>
                </c:pt>
                <c:pt idx="4362">
                  <c:v>0.5</c:v>
                </c:pt>
                <c:pt idx="4363">
                  <c:v>0.5</c:v>
                </c:pt>
                <c:pt idx="4364">
                  <c:v>0.5</c:v>
                </c:pt>
                <c:pt idx="4365">
                  <c:v>0.5</c:v>
                </c:pt>
                <c:pt idx="4366">
                  <c:v>0.5</c:v>
                </c:pt>
                <c:pt idx="4367">
                  <c:v>0.5</c:v>
                </c:pt>
                <c:pt idx="4368">
                  <c:v>0.75</c:v>
                </c:pt>
                <c:pt idx="4369">
                  <c:v>0.75</c:v>
                </c:pt>
                <c:pt idx="4370">
                  <c:v>0.75</c:v>
                </c:pt>
                <c:pt idx="4371">
                  <c:v>0.75</c:v>
                </c:pt>
                <c:pt idx="4372">
                  <c:v>0.75</c:v>
                </c:pt>
                <c:pt idx="4373">
                  <c:v>0.75</c:v>
                </c:pt>
                <c:pt idx="4374">
                  <c:v>0.75</c:v>
                </c:pt>
                <c:pt idx="4375">
                  <c:v>0.75</c:v>
                </c:pt>
                <c:pt idx="4376">
                  <c:v>0.75</c:v>
                </c:pt>
                <c:pt idx="4377">
                  <c:v>0.75</c:v>
                </c:pt>
                <c:pt idx="4378">
                  <c:v>0.75</c:v>
                </c:pt>
                <c:pt idx="4379">
                  <c:v>0.75</c:v>
                </c:pt>
                <c:pt idx="4380">
                  <c:v>0.75</c:v>
                </c:pt>
                <c:pt idx="4381">
                  <c:v>0.75</c:v>
                </c:pt>
                <c:pt idx="4382">
                  <c:v>0.75</c:v>
                </c:pt>
                <c:pt idx="4383">
                  <c:v>0.75</c:v>
                </c:pt>
                <c:pt idx="4384">
                  <c:v>0.75</c:v>
                </c:pt>
                <c:pt idx="4385">
                  <c:v>0.75</c:v>
                </c:pt>
                <c:pt idx="4386">
                  <c:v>0.75</c:v>
                </c:pt>
                <c:pt idx="4387">
                  <c:v>0.75</c:v>
                </c:pt>
                <c:pt idx="4388">
                  <c:v>0.75</c:v>
                </c:pt>
                <c:pt idx="4389">
                  <c:v>0.75</c:v>
                </c:pt>
                <c:pt idx="4390">
                  <c:v>0.75</c:v>
                </c:pt>
                <c:pt idx="4391">
                  <c:v>0.75</c:v>
                </c:pt>
                <c:pt idx="4392">
                  <c:v>0.75</c:v>
                </c:pt>
                <c:pt idx="4393">
                  <c:v>0.75</c:v>
                </c:pt>
                <c:pt idx="4394">
                  <c:v>0.75</c:v>
                </c:pt>
                <c:pt idx="4395">
                  <c:v>0.75</c:v>
                </c:pt>
                <c:pt idx="4396">
                  <c:v>0.75</c:v>
                </c:pt>
                <c:pt idx="4397">
                  <c:v>0.75</c:v>
                </c:pt>
                <c:pt idx="4398">
                  <c:v>0.75</c:v>
                </c:pt>
                <c:pt idx="4399">
                  <c:v>0.75</c:v>
                </c:pt>
                <c:pt idx="4400">
                  <c:v>0.75</c:v>
                </c:pt>
                <c:pt idx="4401">
                  <c:v>0.75</c:v>
                </c:pt>
                <c:pt idx="4402">
                  <c:v>0.75</c:v>
                </c:pt>
                <c:pt idx="4403">
                  <c:v>0.75</c:v>
                </c:pt>
                <c:pt idx="4404">
                  <c:v>0.75</c:v>
                </c:pt>
                <c:pt idx="4405">
                  <c:v>0.75</c:v>
                </c:pt>
                <c:pt idx="4406">
                  <c:v>0.75</c:v>
                </c:pt>
                <c:pt idx="4407">
                  <c:v>0.75</c:v>
                </c:pt>
                <c:pt idx="4408">
                  <c:v>0.75</c:v>
                </c:pt>
                <c:pt idx="4409">
                  <c:v>0.75</c:v>
                </c:pt>
                <c:pt idx="4410">
                  <c:v>0.75</c:v>
                </c:pt>
                <c:pt idx="4411">
                  <c:v>0.75</c:v>
                </c:pt>
                <c:pt idx="4412">
                  <c:v>0.75</c:v>
                </c:pt>
                <c:pt idx="4413">
                  <c:v>0.75</c:v>
                </c:pt>
                <c:pt idx="4414">
                  <c:v>0.75</c:v>
                </c:pt>
                <c:pt idx="4415">
                  <c:v>0.75</c:v>
                </c:pt>
                <c:pt idx="4416">
                  <c:v>0.75</c:v>
                </c:pt>
                <c:pt idx="4417">
                  <c:v>0.75</c:v>
                </c:pt>
                <c:pt idx="4418">
                  <c:v>0.75</c:v>
                </c:pt>
                <c:pt idx="4419">
                  <c:v>0.75</c:v>
                </c:pt>
                <c:pt idx="4420">
                  <c:v>0.75</c:v>
                </c:pt>
                <c:pt idx="4421">
                  <c:v>0.75</c:v>
                </c:pt>
                <c:pt idx="4422">
                  <c:v>0.75</c:v>
                </c:pt>
                <c:pt idx="4423">
                  <c:v>0.75</c:v>
                </c:pt>
                <c:pt idx="4424">
                  <c:v>0.75</c:v>
                </c:pt>
                <c:pt idx="4425">
                  <c:v>0.75</c:v>
                </c:pt>
                <c:pt idx="4426">
                  <c:v>0.75</c:v>
                </c:pt>
                <c:pt idx="4427">
                  <c:v>0.75</c:v>
                </c:pt>
                <c:pt idx="4428">
                  <c:v>0.75</c:v>
                </c:pt>
                <c:pt idx="4429">
                  <c:v>0.75</c:v>
                </c:pt>
                <c:pt idx="4430">
                  <c:v>0.75</c:v>
                </c:pt>
                <c:pt idx="4431">
                  <c:v>0.75</c:v>
                </c:pt>
                <c:pt idx="4432">
                  <c:v>0.75</c:v>
                </c:pt>
                <c:pt idx="4433">
                  <c:v>1</c:v>
                </c:pt>
                <c:pt idx="4434">
                  <c:v>1</c:v>
                </c:pt>
                <c:pt idx="4435">
                  <c:v>1</c:v>
                </c:pt>
                <c:pt idx="4436">
                  <c:v>1</c:v>
                </c:pt>
                <c:pt idx="4437">
                  <c:v>1</c:v>
                </c:pt>
                <c:pt idx="4438">
                  <c:v>1</c:v>
                </c:pt>
                <c:pt idx="4439">
                  <c:v>1</c:v>
                </c:pt>
                <c:pt idx="4440">
                  <c:v>1</c:v>
                </c:pt>
                <c:pt idx="4441">
                  <c:v>1</c:v>
                </c:pt>
                <c:pt idx="4442">
                  <c:v>1</c:v>
                </c:pt>
                <c:pt idx="4443">
                  <c:v>1</c:v>
                </c:pt>
                <c:pt idx="4444">
                  <c:v>1</c:v>
                </c:pt>
                <c:pt idx="4445">
                  <c:v>1</c:v>
                </c:pt>
                <c:pt idx="4446">
                  <c:v>1</c:v>
                </c:pt>
                <c:pt idx="4447">
                  <c:v>1</c:v>
                </c:pt>
                <c:pt idx="4448">
                  <c:v>1</c:v>
                </c:pt>
                <c:pt idx="4449">
                  <c:v>1</c:v>
                </c:pt>
                <c:pt idx="4450">
                  <c:v>1</c:v>
                </c:pt>
                <c:pt idx="4451">
                  <c:v>1</c:v>
                </c:pt>
                <c:pt idx="4452">
                  <c:v>1</c:v>
                </c:pt>
                <c:pt idx="4453">
                  <c:v>1</c:v>
                </c:pt>
                <c:pt idx="4454">
                  <c:v>1</c:v>
                </c:pt>
                <c:pt idx="4455">
                  <c:v>1</c:v>
                </c:pt>
                <c:pt idx="4456">
                  <c:v>1</c:v>
                </c:pt>
                <c:pt idx="4457">
                  <c:v>1</c:v>
                </c:pt>
                <c:pt idx="4458">
                  <c:v>1</c:v>
                </c:pt>
                <c:pt idx="4459">
                  <c:v>1</c:v>
                </c:pt>
                <c:pt idx="4460">
                  <c:v>1</c:v>
                </c:pt>
                <c:pt idx="4461">
                  <c:v>1</c:v>
                </c:pt>
                <c:pt idx="4462">
                  <c:v>1</c:v>
                </c:pt>
                <c:pt idx="4463">
                  <c:v>1</c:v>
                </c:pt>
                <c:pt idx="4464">
                  <c:v>1</c:v>
                </c:pt>
                <c:pt idx="4465">
                  <c:v>1</c:v>
                </c:pt>
                <c:pt idx="4466">
                  <c:v>1</c:v>
                </c:pt>
                <c:pt idx="4467">
                  <c:v>1</c:v>
                </c:pt>
                <c:pt idx="4468">
                  <c:v>1</c:v>
                </c:pt>
                <c:pt idx="4469">
                  <c:v>1</c:v>
                </c:pt>
                <c:pt idx="4470">
                  <c:v>1</c:v>
                </c:pt>
                <c:pt idx="4471">
                  <c:v>1</c:v>
                </c:pt>
                <c:pt idx="4472">
                  <c:v>1</c:v>
                </c:pt>
                <c:pt idx="4473">
                  <c:v>1</c:v>
                </c:pt>
                <c:pt idx="4474">
                  <c:v>1</c:v>
                </c:pt>
                <c:pt idx="4475">
                  <c:v>1</c:v>
                </c:pt>
                <c:pt idx="4476">
                  <c:v>1</c:v>
                </c:pt>
                <c:pt idx="4477">
                  <c:v>1</c:v>
                </c:pt>
                <c:pt idx="4478">
                  <c:v>1</c:v>
                </c:pt>
                <c:pt idx="4479">
                  <c:v>1</c:v>
                </c:pt>
                <c:pt idx="4480">
                  <c:v>1</c:v>
                </c:pt>
                <c:pt idx="4481">
                  <c:v>1</c:v>
                </c:pt>
                <c:pt idx="4482">
                  <c:v>1</c:v>
                </c:pt>
                <c:pt idx="4483">
                  <c:v>1</c:v>
                </c:pt>
                <c:pt idx="4484">
                  <c:v>1</c:v>
                </c:pt>
                <c:pt idx="4485">
                  <c:v>1</c:v>
                </c:pt>
                <c:pt idx="4486">
                  <c:v>1</c:v>
                </c:pt>
                <c:pt idx="4487">
                  <c:v>1</c:v>
                </c:pt>
                <c:pt idx="4488">
                  <c:v>1</c:v>
                </c:pt>
                <c:pt idx="4489">
                  <c:v>1</c:v>
                </c:pt>
                <c:pt idx="4490">
                  <c:v>1</c:v>
                </c:pt>
                <c:pt idx="4491">
                  <c:v>1</c:v>
                </c:pt>
                <c:pt idx="4492">
                  <c:v>1</c:v>
                </c:pt>
                <c:pt idx="4493">
                  <c:v>1</c:v>
                </c:pt>
                <c:pt idx="4494">
                  <c:v>1</c:v>
                </c:pt>
                <c:pt idx="4495">
                  <c:v>1</c:v>
                </c:pt>
                <c:pt idx="4496">
                  <c:v>1</c:v>
                </c:pt>
                <c:pt idx="4497">
                  <c:v>1</c:v>
                </c:pt>
                <c:pt idx="4498">
                  <c:v>1.25</c:v>
                </c:pt>
                <c:pt idx="4499">
                  <c:v>1.25</c:v>
                </c:pt>
                <c:pt idx="4500">
                  <c:v>1.25</c:v>
                </c:pt>
                <c:pt idx="4501">
                  <c:v>1.25</c:v>
                </c:pt>
                <c:pt idx="4502">
                  <c:v>1.25</c:v>
                </c:pt>
                <c:pt idx="4503">
                  <c:v>1.25</c:v>
                </c:pt>
                <c:pt idx="4504">
                  <c:v>1.25</c:v>
                </c:pt>
                <c:pt idx="4505">
                  <c:v>1.25</c:v>
                </c:pt>
                <c:pt idx="4506">
                  <c:v>1.25</c:v>
                </c:pt>
                <c:pt idx="4507">
                  <c:v>1.25</c:v>
                </c:pt>
                <c:pt idx="4508">
                  <c:v>1.25</c:v>
                </c:pt>
                <c:pt idx="4509">
                  <c:v>1.25</c:v>
                </c:pt>
                <c:pt idx="4510">
                  <c:v>1.25</c:v>
                </c:pt>
                <c:pt idx="4511">
                  <c:v>1.25</c:v>
                </c:pt>
                <c:pt idx="4512">
                  <c:v>1.25</c:v>
                </c:pt>
                <c:pt idx="4513">
                  <c:v>1.25</c:v>
                </c:pt>
                <c:pt idx="4514">
                  <c:v>1.25</c:v>
                </c:pt>
                <c:pt idx="4515">
                  <c:v>1.25</c:v>
                </c:pt>
                <c:pt idx="4516">
                  <c:v>1.25</c:v>
                </c:pt>
                <c:pt idx="4517">
                  <c:v>1.25</c:v>
                </c:pt>
                <c:pt idx="4518">
                  <c:v>1.25</c:v>
                </c:pt>
                <c:pt idx="4519">
                  <c:v>1.25</c:v>
                </c:pt>
                <c:pt idx="4520">
                  <c:v>1.25</c:v>
                </c:pt>
                <c:pt idx="4521">
                  <c:v>1.25</c:v>
                </c:pt>
                <c:pt idx="4522">
                  <c:v>1.25</c:v>
                </c:pt>
                <c:pt idx="4523">
                  <c:v>1.25</c:v>
                </c:pt>
                <c:pt idx="4524">
                  <c:v>1.25</c:v>
                </c:pt>
                <c:pt idx="4525">
                  <c:v>1.25</c:v>
                </c:pt>
                <c:pt idx="4526">
                  <c:v>1.25</c:v>
                </c:pt>
                <c:pt idx="4527">
                  <c:v>1.25</c:v>
                </c:pt>
                <c:pt idx="4528">
                  <c:v>1.25</c:v>
                </c:pt>
                <c:pt idx="4529">
                  <c:v>1.25</c:v>
                </c:pt>
                <c:pt idx="4530">
                  <c:v>1.25</c:v>
                </c:pt>
                <c:pt idx="4531">
                  <c:v>1.25</c:v>
                </c:pt>
                <c:pt idx="4532">
                  <c:v>1.25</c:v>
                </c:pt>
                <c:pt idx="4533">
                  <c:v>1.25</c:v>
                </c:pt>
                <c:pt idx="4534">
                  <c:v>1.25</c:v>
                </c:pt>
                <c:pt idx="4535">
                  <c:v>1.25</c:v>
                </c:pt>
                <c:pt idx="4536">
                  <c:v>1.25</c:v>
                </c:pt>
                <c:pt idx="4537">
                  <c:v>1.25</c:v>
                </c:pt>
                <c:pt idx="4538">
                  <c:v>1.25</c:v>
                </c:pt>
                <c:pt idx="4539">
                  <c:v>1.25</c:v>
                </c:pt>
                <c:pt idx="4540">
                  <c:v>1.25</c:v>
                </c:pt>
                <c:pt idx="4541">
                  <c:v>1.25</c:v>
                </c:pt>
                <c:pt idx="4542">
                  <c:v>1.25</c:v>
                </c:pt>
                <c:pt idx="4543">
                  <c:v>1.25</c:v>
                </c:pt>
                <c:pt idx="4544">
                  <c:v>1.25</c:v>
                </c:pt>
                <c:pt idx="4545">
                  <c:v>1.25</c:v>
                </c:pt>
                <c:pt idx="4546">
                  <c:v>1.25</c:v>
                </c:pt>
                <c:pt idx="4547">
                  <c:v>1.25</c:v>
                </c:pt>
                <c:pt idx="4548">
                  <c:v>1.25</c:v>
                </c:pt>
                <c:pt idx="4549">
                  <c:v>1.25</c:v>
                </c:pt>
                <c:pt idx="4550">
                  <c:v>1.25</c:v>
                </c:pt>
                <c:pt idx="4551">
                  <c:v>1.25</c:v>
                </c:pt>
                <c:pt idx="4552">
                  <c:v>1.25</c:v>
                </c:pt>
                <c:pt idx="4553">
                  <c:v>1.25</c:v>
                </c:pt>
                <c:pt idx="4554">
                  <c:v>1.25</c:v>
                </c:pt>
                <c:pt idx="4555">
                  <c:v>1.25</c:v>
                </c:pt>
                <c:pt idx="4556">
                  <c:v>1.25</c:v>
                </c:pt>
                <c:pt idx="4557">
                  <c:v>1.25</c:v>
                </c:pt>
                <c:pt idx="4558">
                  <c:v>1.25</c:v>
                </c:pt>
                <c:pt idx="4559">
                  <c:v>1.25</c:v>
                </c:pt>
                <c:pt idx="4560">
                  <c:v>1.25</c:v>
                </c:pt>
                <c:pt idx="4561">
                  <c:v>1.25</c:v>
                </c:pt>
                <c:pt idx="4562">
                  <c:v>1.25</c:v>
                </c:pt>
                <c:pt idx="4563">
                  <c:v>1.25</c:v>
                </c:pt>
                <c:pt idx="4564">
                  <c:v>1.25</c:v>
                </c:pt>
                <c:pt idx="4565">
                  <c:v>1.25</c:v>
                </c:pt>
                <c:pt idx="4566">
                  <c:v>1.25</c:v>
                </c:pt>
                <c:pt idx="4567">
                  <c:v>1.25</c:v>
                </c:pt>
                <c:pt idx="4568">
                  <c:v>1.25</c:v>
                </c:pt>
                <c:pt idx="4569">
                  <c:v>1.25</c:v>
                </c:pt>
                <c:pt idx="4570">
                  <c:v>1.25</c:v>
                </c:pt>
                <c:pt idx="4571">
                  <c:v>1.25</c:v>
                </c:pt>
                <c:pt idx="4572">
                  <c:v>1.25</c:v>
                </c:pt>
                <c:pt idx="4573">
                  <c:v>1.25</c:v>
                </c:pt>
                <c:pt idx="4574">
                  <c:v>1.25</c:v>
                </c:pt>
                <c:pt idx="4575">
                  <c:v>1.25</c:v>
                </c:pt>
                <c:pt idx="4576">
                  <c:v>1.25</c:v>
                </c:pt>
                <c:pt idx="4577">
                  <c:v>1.25</c:v>
                </c:pt>
                <c:pt idx="4578">
                  <c:v>1.25</c:v>
                </c:pt>
                <c:pt idx="4579">
                  <c:v>1.25</c:v>
                </c:pt>
                <c:pt idx="4580">
                  <c:v>1.25</c:v>
                </c:pt>
                <c:pt idx="4581">
                  <c:v>1.25</c:v>
                </c:pt>
                <c:pt idx="4582">
                  <c:v>1.25</c:v>
                </c:pt>
                <c:pt idx="4583">
                  <c:v>1.25</c:v>
                </c:pt>
                <c:pt idx="4584">
                  <c:v>1.25</c:v>
                </c:pt>
                <c:pt idx="4585">
                  <c:v>1.25</c:v>
                </c:pt>
                <c:pt idx="4586">
                  <c:v>1.25</c:v>
                </c:pt>
                <c:pt idx="4587">
                  <c:v>1.25</c:v>
                </c:pt>
                <c:pt idx="4588">
                  <c:v>1.25</c:v>
                </c:pt>
                <c:pt idx="4589">
                  <c:v>1.25</c:v>
                </c:pt>
                <c:pt idx="4590">
                  <c:v>1.25</c:v>
                </c:pt>
                <c:pt idx="4591">
                  <c:v>1.25</c:v>
                </c:pt>
                <c:pt idx="4592">
                  <c:v>1.25</c:v>
                </c:pt>
                <c:pt idx="4593">
                  <c:v>1.25</c:v>
                </c:pt>
                <c:pt idx="4594">
                  <c:v>1.25</c:v>
                </c:pt>
                <c:pt idx="4595">
                  <c:v>1.25</c:v>
                </c:pt>
                <c:pt idx="4596">
                  <c:v>1.25</c:v>
                </c:pt>
                <c:pt idx="4597">
                  <c:v>1.25</c:v>
                </c:pt>
                <c:pt idx="4598">
                  <c:v>1.25</c:v>
                </c:pt>
                <c:pt idx="4599">
                  <c:v>1.25</c:v>
                </c:pt>
                <c:pt idx="4600">
                  <c:v>1.25</c:v>
                </c:pt>
                <c:pt idx="4601">
                  <c:v>1.25</c:v>
                </c:pt>
                <c:pt idx="4602">
                  <c:v>1.25</c:v>
                </c:pt>
                <c:pt idx="4603">
                  <c:v>1.25</c:v>
                </c:pt>
                <c:pt idx="4604">
                  <c:v>1.25</c:v>
                </c:pt>
                <c:pt idx="4605">
                  <c:v>1.25</c:v>
                </c:pt>
                <c:pt idx="4606">
                  <c:v>1.25</c:v>
                </c:pt>
                <c:pt idx="4607">
                  <c:v>1.25</c:v>
                </c:pt>
                <c:pt idx="4608">
                  <c:v>1.25</c:v>
                </c:pt>
                <c:pt idx="4609">
                  <c:v>1.25</c:v>
                </c:pt>
                <c:pt idx="4610">
                  <c:v>1.25</c:v>
                </c:pt>
                <c:pt idx="4611">
                  <c:v>1.25</c:v>
                </c:pt>
                <c:pt idx="4612">
                  <c:v>1.25</c:v>
                </c:pt>
                <c:pt idx="4613">
                  <c:v>1.25</c:v>
                </c:pt>
                <c:pt idx="4614">
                  <c:v>1.25</c:v>
                </c:pt>
                <c:pt idx="4615">
                  <c:v>1.25</c:v>
                </c:pt>
                <c:pt idx="4616">
                  <c:v>1.25</c:v>
                </c:pt>
                <c:pt idx="4617">
                  <c:v>1.25</c:v>
                </c:pt>
                <c:pt idx="4618">
                  <c:v>1.25</c:v>
                </c:pt>
                <c:pt idx="4619">
                  <c:v>1.25</c:v>
                </c:pt>
                <c:pt idx="4620">
                  <c:v>1.25</c:v>
                </c:pt>
                <c:pt idx="4621">
                  <c:v>1.25</c:v>
                </c:pt>
                <c:pt idx="4622">
                  <c:v>1.25</c:v>
                </c:pt>
                <c:pt idx="4623">
                  <c:v>1.25</c:v>
                </c:pt>
                <c:pt idx="4624">
                  <c:v>1.25</c:v>
                </c:pt>
                <c:pt idx="4625">
                  <c:v>1.25</c:v>
                </c:pt>
                <c:pt idx="4626">
                  <c:v>1.25</c:v>
                </c:pt>
                <c:pt idx="4627">
                  <c:v>1.25</c:v>
                </c:pt>
                <c:pt idx="4628">
                  <c:v>1.5</c:v>
                </c:pt>
                <c:pt idx="4629">
                  <c:v>1.5</c:v>
                </c:pt>
                <c:pt idx="4630">
                  <c:v>1.5</c:v>
                </c:pt>
                <c:pt idx="4631">
                  <c:v>1.5</c:v>
                </c:pt>
                <c:pt idx="4632">
                  <c:v>1.5</c:v>
                </c:pt>
                <c:pt idx="4633">
                  <c:v>1.5</c:v>
                </c:pt>
                <c:pt idx="4634">
                  <c:v>1.5</c:v>
                </c:pt>
                <c:pt idx="4635">
                  <c:v>1.5</c:v>
                </c:pt>
                <c:pt idx="4636">
                  <c:v>1.5</c:v>
                </c:pt>
                <c:pt idx="4637">
                  <c:v>1.5</c:v>
                </c:pt>
                <c:pt idx="4638">
                  <c:v>1.5</c:v>
                </c:pt>
                <c:pt idx="4639">
                  <c:v>1.5</c:v>
                </c:pt>
                <c:pt idx="4640">
                  <c:v>1.5</c:v>
                </c:pt>
                <c:pt idx="4641">
                  <c:v>1.5</c:v>
                </c:pt>
                <c:pt idx="4642">
                  <c:v>1.5</c:v>
                </c:pt>
                <c:pt idx="4643">
                  <c:v>1.5</c:v>
                </c:pt>
                <c:pt idx="4644">
                  <c:v>1.5</c:v>
                </c:pt>
                <c:pt idx="4645">
                  <c:v>1.5</c:v>
                </c:pt>
                <c:pt idx="4646">
                  <c:v>1.5</c:v>
                </c:pt>
                <c:pt idx="4647">
                  <c:v>1.5</c:v>
                </c:pt>
                <c:pt idx="4648">
                  <c:v>1.5</c:v>
                </c:pt>
                <c:pt idx="4649">
                  <c:v>1.5</c:v>
                </c:pt>
                <c:pt idx="4650">
                  <c:v>1.5</c:v>
                </c:pt>
                <c:pt idx="4651">
                  <c:v>1.5</c:v>
                </c:pt>
                <c:pt idx="4652">
                  <c:v>1.5</c:v>
                </c:pt>
                <c:pt idx="4653">
                  <c:v>1.5</c:v>
                </c:pt>
                <c:pt idx="4654">
                  <c:v>1.5</c:v>
                </c:pt>
                <c:pt idx="4655">
                  <c:v>1.5</c:v>
                </c:pt>
                <c:pt idx="4656">
                  <c:v>1.5</c:v>
                </c:pt>
                <c:pt idx="4657">
                  <c:v>1.5</c:v>
                </c:pt>
                <c:pt idx="4658">
                  <c:v>1.5</c:v>
                </c:pt>
                <c:pt idx="4659">
                  <c:v>1.5</c:v>
                </c:pt>
                <c:pt idx="4660">
                  <c:v>1.5</c:v>
                </c:pt>
                <c:pt idx="4661">
                  <c:v>1.5</c:v>
                </c:pt>
                <c:pt idx="4662">
                  <c:v>1.5</c:v>
                </c:pt>
                <c:pt idx="4663">
                  <c:v>1.5</c:v>
                </c:pt>
                <c:pt idx="4664">
                  <c:v>1.5</c:v>
                </c:pt>
                <c:pt idx="4665">
                  <c:v>1.5</c:v>
                </c:pt>
                <c:pt idx="4666">
                  <c:v>1.5</c:v>
                </c:pt>
                <c:pt idx="4667">
                  <c:v>1.5</c:v>
                </c:pt>
                <c:pt idx="4668">
                  <c:v>1.5</c:v>
                </c:pt>
                <c:pt idx="4669">
                  <c:v>1.5</c:v>
                </c:pt>
                <c:pt idx="4670">
                  <c:v>1.5</c:v>
                </c:pt>
                <c:pt idx="4671">
                  <c:v>1.5</c:v>
                </c:pt>
                <c:pt idx="4672">
                  <c:v>1.5</c:v>
                </c:pt>
                <c:pt idx="4673">
                  <c:v>1.5</c:v>
                </c:pt>
                <c:pt idx="4674">
                  <c:v>1.5</c:v>
                </c:pt>
                <c:pt idx="4675">
                  <c:v>1.5</c:v>
                </c:pt>
                <c:pt idx="4676">
                  <c:v>1.5</c:v>
                </c:pt>
                <c:pt idx="4677">
                  <c:v>1.5</c:v>
                </c:pt>
                <c:pt idx="4678">
                  <c:v>1.5</c:v>
                </c:pt>
                <c:pt idx="4679">
                  <c:v>1.5</c:v>
                </c:pt>
                <c:pt idx="4680">
                  <c:v>1.5</c:v>
                </c:pt>
                <c:pt idx="4681">
                  <c:v>1.5</c:v>
                </c:pt>
                <c:pt idx="4682">
                  <c:v>1.5</c:v>
                </c:pt>
                <c:pt idx="4683">
                  <c:v>1.5</c:v>
                </c:pt>
                <c:pt idx="4684">
                  <c:v>1.5</c:v>
                </c:pt>
                <c:pt idx="4685">
                  <c:v>1.5</c:v>
                </c:pt>
                <c:pt idx="4686">
                  <c:v>1.5</c:v>
                </c:pt>
                <c:pt idx="4687">
                  <c:v>1.5</c:v>
                </c:pt>
                <c:pt idx="4688">
                  <c:v>1.5</c:v>
                </c:pt>
                <c:pt idx="4689">
                  <c:v>1.5</c:v>
                </c:pt>
                <c:pt idx="4690">
                  <c:v>1.5</c:v>
                </c:pt>
                <c:pt idx="4691">
                  <c:v>1.5</c:v>
                </c:pt>
                <c:pt idx="4692">
                  <c:v>1.5</c:v>
                </c:pt>
                <c:pt idx="4693">
                  <c:v>1.5</c:v>
                </c:pt>
                <c:pt idx="4694">
                  <c:v>1.5</c:v>
                </c:pt>
                <c:pt idx="4695">
                  <c:v>1.5</c:v>
                </c:pt>
                <c:pt idx="4696">
                  <c:v>1.5</c:v>
                </c:pt>
                <c:pt idx="4697">
                  <c:v>1.5</c:v>
                </c:pt>
                <c:pt idx="4698">
                  <c:v>1.75</c:v>
                </c:pt>
                <c:pt idx="4699">
                  <c:v>1.75</c:v>
                </c:pt>
                <c:pt idx="4700">
                  <c:v>1.75</c:v>
                </c:pt>
                <c:pt idx="4701">
                  <c:v>1.75</c:v>
                </c:pt>
                <c:pt idx="4702">
                  <c:v>1.75</c:v>
                </c:pt>
                <c:pt idx="4703">
                  <c:v>1.75</c:v>
                </c:pt>
                <c:pt idx="4704">
                  <c:v>1.75</c:v>
                </c:pt>
                <c:pt idx="4705">
                  <c:v>1.75</c:v>
                </c:pt>
                <c:pt idx="4706">
                  <c:v>1.75</c:v>
                </c:pt>
                <c:pt idx="4707">
                  <c:v>1.75</c:v>
                </c:pt>
                <c:pt idx="4708">
                  <c:v>1.75</c:v>
                </c:pt>
                <c:pt idx="4709">
                  <c:v>1.75</c:v>
                </c:pt>
                <c:pt idx="4710">
                  <c:v>1.75</c:v>
                </c:pt>
                <c:pt idx="4711">
                  <c:v>1.75</c:v>
                </c:pt>
                <c:pt idx="4712">
                  <c:v>1.75</c:v>
                </c:pt>
                <c:pt idx="4713">
                  <c:v>1.75</c:v>
                </c:pt>
                <c:pt idx="4714">
                  <c:v>1.75</c:v>
                </c:pt>
                <c:pt idx="4715">
                  <c:v>1.75</c:v>
                </c:pt>
                <c:pt idx="4716">
                  <c:v>1.75</c:v>
                </c:pt>
                <c:pt idx="4717">
                  <c:v>1.75</c:v>
                </c:pt>
                <c:pt idx="4718">
                  <c:v>1.75</c:v>
                </c:pt>
                <c:pt idx="4719">
                  <c:v>1.75</c:v>
                </c:pt>
                <c:pt idx="4720">
                  <c:v>1.75</c:v>
                </c:pt>
                <c:pt idx="4721">
                  <c:v>1.75</c:v>
                </c:pt>
                <c:pt idx="4722">
                  <c:v>1.75</c:v>
                </c:pt>
                <c:pt idx="4723">
                  <c:v>1.75</c:v>
                </c:pt>
                <c:pt idx="4724">
                  <c:v>1.75</c:v>
                </c:pt>
                <c:pt idx="4725">
                  <c:v>1.75</c:v>
                </c:pt>
                <c:pt idx="4726">
                  <c:v>1.75</c:v>
                </c:pt>
                <c:pt idx="4727">
                  <c:v>1.75</c:v>
                </c:pt>
                <c:pt idx="4728">
                  <c:v>1.75</c:v>
                </c:pt>
                <c:pt idx="4729">
                  <c:v>1.75</c:v>
                </c:pt>
                <c:pt idx="4730">
                  <c:v>1.75</c:v>
                </c:pt>
                <c:pt idx="4731">
                  <c:v>1.75</c:v>
                </c:pt>
                <c:pt idx="4732">
                  <c:v>1.75</c:v>
                </c:pt>
                <c:pt idx="4733">
                  <c:v>1.75</c:v>
                </c:pt>
                <c:pt idx="4734">
                  <c:v>1.75</c:v>
                </c:pt>
                <c:pt idx="4735">
                  <c:v>1.75</c:v>
                </c:pt>
                <c:pt idx="4736">
                  <c:v>1.75</c:v>
                </c:pt>
                <c:pt idx="4737">
                  <c:v>1.75</c:v>
                </c:pt>
                <c:pt idx="4738">
                  <c:v>1.75</c:v>
                </c:pt>
                <c:pt idx="4739">
                  <c:v>1.75</c:v>
                </c:pt>
                <c:pt idx="4740">
                  <c:v>1.75</c:v>
                </c:pt>
                <c:pt idx="4741">
                  <c:v>1.75</c:v>
                </c:pt>
                <c:pt idx="4742">
                  <c:v>1.75</c:v>
                </c:pt>
                <c:pt idx="4743">
                  <c:v>1.75</c:v>
                </c:pt>
                <c:pt idx="4744">
                  <c:v>1.75</c:v>
                </c:pt>
                <c:pt idx="4745">
                  <c:v>1.75</c:v>
                </c:pt>
                <c:pt idx="4746">
                  <c:v>1.75</c:v>
                </c:pt>
                <c:pt idx="4747">
                  <c:v>1.75</c:v>
                </c:pt>
                <c:pt idx="4748">
                  <c:v>1.75</c:v>
                </c:pt>
                <c:pt idx="4749">
                  <c:v>1.75</c:v>
                </c:pt>
                <c:pt idx="4750">
                  <c:v>1.75</c:v>
                </c:pt>
                <c:pt idx="4751">
                  <c:v>1.75</c:v>
                </c:pt>
                <c:pt idx="4752">
                  <c:v>1.75</c:v>
                </c:pt>
                <c:pt idx="4753">
                  <c:v>1.75</c:v>
                </c:pt>
                <c:pt idx="4754">
                  <c:v>1.75</c:v>
                </c:pt>
                <c:pt idx="4755">
                  <c:v>1.75</c:v>
                </c:pt>
                <c:pt idx="4756">
                  <c:v>1.75</c:v>
                </c:pt>
                <c:pt idx="4757">
                  <c:v>1.75</c:v>
                </c:pt>
                <c:pt idx="4758">
                  <c:v>2</c:v>
                </c:pt>
                <c:pt idx="4759">
                  <c:v>2</c:v>
                </c:pt>
                <c:pt idx="4760">
                  <c:v>2</c:v>
                </c:pt>
                <c:pt idx="4761">
                  <c:v>2</c:v>
                </c:pt>
                <c:pt idx="4762">
                  <c:v>2</c:v>
                </c:pt>
                <c:pt idx="4763">
                  <c:v>2</c:v>
                </c:pt>
                <c:pt idx="4764">
                  <c:v>2</c:v>
                </c:pt>
                <c:pt idx="4765">
                  <c:v>2</c:v>
                </c:pt>
                <c:pt idx="4766">
                  <c:v>2</c:v>
                </c:pt>
                <c:pt idx="4767">
                  <c:v>2</c:v>
                </c:pt>
                <c:pt idx="4768">
                  <c:v>2</c:v>
                </c:pt>
                <c:pt idx="4769">
                  <c:v>2</c:v>
                </c:pt>
                <c:pt idx="4770">
                  <c:v>2</c:v>
                </c:pt>
                <c:pt idx="4771">
                  <c:v>2</c:v>
                </c:pt>
                <c:pt idx="4772">
                  <c:v>2</c:v>
                </c:pt>
                <c:pt idx="4773">
                  <c:v>2</c:v>
                </c:pt>
                <c:pt idx="4774">
                  <c:v>2</c:v>
                </c:pt>
                <c:pt idx="4775">
                  <c:v>2</c:v>
                </c:pt>
                <c:pt idx="4776">
                  <c:v>2</c:v>
                </c:pt>
                <c:pt idx="4777">
                  <c:v>2</c:v>
                </c:pt>
                <c:pt idx="4778">
                  <c:v>2</c:v>
                </c:pt>
                <c:pt idx="4779">
                  <c:v>2</c:v>
                </c:pt>
                <c:pt idx="4780">
                  <c:v>2</c:v>
                </c:pt>
                <c:pt idx="4781">
                  <c:v>2</c:v>
                </c:pt>
                <c:pt idx="4782">
                  <c:v>2</c:v>
                </c:pt>
                <c:pt idx="4783">
                  <c:v>2</c:v>
                </c:pt>
                <c:pt idx="4784">
                  <c:v>2</c:v>
                </c:pt>
                <c:pt idx="4785">
                  <c:v>2</c:v>
                </c:pt>
                <c:pt idx="4786">
                  <c:v>2</c:v>
                </c:pt>
                <c:pt idx="4787">
                  <c:v>2</c:v>
                </c:pt>
                <c:pt idx="4788">
                  <c:v>2</c:v>
                </c:pt>
                <c:pt idx="4789">
                  <c:v>2</c:v>
                </c:pt>
                <c:pt idx="4790">
                  <c:v>2</c:v>
                </c:pt>
                <c:pt idx="4791">
                  <c:v>2</c:v>
                </c:pt>
                <c:pt idx="4792">
                  <c:v>2</c:v>
                </c:pt>
                <c:pt idx="4793">
                  <c:v>2</c:v>
                </c:pt>
                <c:pt idx="4794">
                  <c:v>2</c:v>
                </c:pt>
                <c:pt idx="4795">
                  <c:v>2</c:v>
                </c:pt>
                <c:pt idx="4796">
                  <c:v>2</c:v>
                </c:pt>
                <c:pt idx="4797">
                  <c:v>2</c:v>
                </c:pt>
                <c:pt idx="4798">
                  <c:v>2</c:v>
                </c:pt>
                <c:pt idx="4799">
                  <c:v>2</c:v>
                </c:pt>
                <c:pt idx="4800">
                  <c:v>2</c:v>
                </c:pt>
                <c:pt idx="4801">
                  <c:v>2</c:v>
                </c:pt>
                <c:pt idx="4802">
                  <c:v>2</c:v>
                </c:pt>
                <c:pt idx="4803">
                  <c:v>2</c:v>
                </c:pt>
                <c:pt idx="4804">
                  <c:v>2</c:v>
                </c:pt>
                <c:pt idx="4805">
                  <c:v>2</c:v>
                </c:pt>
                <c:pt idx="4806">
                  <c:v>2</c:v>
                </c:pt>
                <c:pt idx="4807">
                  <c:v>2</c:v>
                </c:pt>
                <c:pt idx="4808">
                  <c:v>2</c:v>
                </c:pt>
                <c:pt idx="4809">
                  <c:v>2</c:v>
                </c:pt>
                <c:pt idx="4810">
                  <c:v>2</c:v>
                </c:pt>
                <c:pt idx="4811">
                  <c:v>2</c:v>
                </c:pt>
                <c:pt idx="4812">
                  <c:v>2</c:v>
                </c:pt>
                <c:pt idx="4813">
                  <c:v>2</c:v>
                </c:pt>
                <c:pt idx="4814">
                  <c:v>2</c:v>
                </c:pt>
                <c:pt idx="4815">
                  <c:v>2</c:v>
                </c:pt>
                <c:pt idx="4816">
                  <c:v>2</c:v>
                </c:pt>
                <c:pt idx="4817">
                  <c:v>2</c:v>
                </c:pt>
                <c:pt idx="4818">
                  <c:v>2</c:v>
                </c:pt>
                <c:pt idx="4819">
                  <c:v>2</c:v>
                </c:pt>
                <c:pt idx="4820">
                  <c:v>2</c:v>
                </c:pt>
                <c:pt idx="4821">
                  <c:v>2</c:v>
                </c:pt>
                <c:pt idx="4822">
                  <c:v>2</c:v>
                </c:pt>
                <c:pt idx="4823">
                  <c:v>2</c:v>
                </c:pt>
                <c:pt idx="4824">
                  <c:v>2</c:v>
                </c:pt>
                <c:pt idx="4825">
                  <c:v>2</c:v>
                </c:pt>
                <c:pt idx="4826">
                  <c:v>2</c:v>
                </c:pt>
                <c:pt idx="4827">
                  <c:v>2</c:v>
                </c:pt>
                <c:pt idx="4828">
                  <c:v>2</c:v>
                </c:pt>
                <c:pt idx="4829">
                  <c:v>2</c:v>
                </c:pt>
                <c:pt idx="4830">
                  <c:v>2</c:v>
                </c:pt>
                <c:pt idx="4831">
                  <c:v>2</c:v>
                </c:pt>
                <c:pt idx="4832">
                  <c:v>2</c:v>
                </c:pt>
                <c:pt idx="4833">
                  <c:v>2.25</c:v>
                </c:pt>
                <c:pt idx="4834">
                  <c:v>2.25</c:v>
                </c:pt>
                <c:pt idx="4835">
                  <c:v>2.25</c:v>
                </c:pt>
                <c:pt idx="4836">
                  <c:v>2.25</c:v>
                </c:pt>
                <c:pt idx="4837">
                  <c:v>2.25</c:v>
                </c:pt>
                <c:pt idx="4838">
                  <c:v>2.25</c:v>
                </c:pt>
                <c:pt idx="4839">
                  <c:v>2.25</c:v>
                </c:pt>
                <c:pt idx="4840">
                  <c:v>2.25</c:v>
                </c:pt>
                <c:pt idx="4841">
                  <c:v>2.25</c:v>
                </c:pt>
                <c:pt idx="4842">
                  <c:v>2.25</c:v>
                </c:pt>
                <c:pt idx="4843">
                  <c:v>2.25</c:v>
                </c:pt>
                <c:pt idx="4844">
                  <c:v>2.25</c:v>
                </c:pt>
                <c:pt idx="4845">
                  <c:v>2.25</c:v>
                </c:pt>
                <c:pt idx="4846">
                  <c:v>2.25</c:v>
                </c:pt>
                <c:pt idx="4847">
                  <c:v>2.25</c:v>
                </c:pt>
                <c:pt idx="4848">
                  <c:v>2.25</c:v>
                </c:pt>
                <c:pt idx="4849">
                  <c:v>2.25</c:v>
                </c:pt>
                <c:pt idx="4850">
                  <c:v>2.25</c:v>
                </c:pt>
                <c:pt idx="4851">
                  <c:v>2.25</c:v>
                </c:pt>
                <c:pt idx="4852">
                  <c:v>2.25</c:v>
                </c:pt>
                <c:pt idx="4853">
                  <c:v>2.25</c:v>
                </c:pt>
                <c:pt idx="4854">
                  <c:v>2.25</c:v>
                </c:pt>
                <c:pt idx="4855">
                  <c:v>2.25</c:v>
                </c:pt>
                <c:pt idx="4856">
                  <c:v>2.25</c:v>
                </c:pt>
                <c:pt idx="4857">
                  <c:v>2.25</c:v>
                </c:pt>
                <c:pt idx="4858">
                  <c:v>2.25</c:v>
                </c:pt>
                <c:pt idx="4859">
                  <c:v>2.25</c:v>
                </c:pt>
                <c:pt idx="4860">
                  <c:v>2.25</c:v>
                </c:pt>
                <c:pt idx="4861">
                  <c:v>2.25</c:v>
                </c:pt>
                <c:pt idx="4862">
                  <c:v>2.25</c:v>
                </c:pt>
                <c:pt idx="4863">
                  <c:v>2.25</c:v>
                </c:pt>
                <c:pt idx="4864">
                  <c:v>2.25</c:v>
                </c:pt>
                <c:pt idx="4865">
                  <c:v>2.25</c:v>
                </c:pt>
                <c:pt idx="4866">
                  <c:v>2.25</c:v>
                </c:pt>
                <c:pt idx="4867">
                  <c:v>2.25</c:v>
                </c:pt>
                <c:pt idx="4868">
                  <c:v>2.25</c:v>
                </c:pt>
                <c:pt idx="4869">
                  <c:v>2.25</c:v>
                </c:pt>
                <c:pt idx="4870">
                  <c:v>2.25</c:v>
                </c:pt>
                <c:pt idx="4871">
                  <c:v>2.25</c:v>
                </c:pt>
                <c:pt idx="4872">
                  <c:v>2.25</c:v>
                </c:pt>
                <c:pt idx="4873">
                  <c:v>2.25</c:v>
                </c:pt>
                <c:pt idx="4874">
                  <c:v>2.25</c:v>
                </c:pt>
                <c:pt idx="4875">
                  <c:v>2.25</c:v>
                </c:pt>
                <c:pt idx="4876">
                  <c:v>2.25</c:v>
                </c:pt>
                <c:pt idx="4877">
                  <c:v>2.25</c:v>
                </c:pt>
                <c:pt idx="4878">
                  <c:v>2.25</c:v>
                </c:pt>
                <c:pt idx="4879">
                  <c:v>2.25</c:v>
                </c:pt>
                <c:pt idx="4880">
                  <c:v>2.25</c:v>
                </c:pt>
                <c:pt idx="4881">
                  <c:v>2.25</c:v>
                </c:pt>
                <c:pt idx="4882">
                  <c:v>2.25</c:v>
                </c:pt>
                <c:pt idx="4883">
                  <c:v>2.25</c:v>
                </c:pt>
                <c:pt idx="4884">
                  <c:v>2.25</c:v>
                </c:pt>
                <c:pt idx="4885">
                  <c:v>2.25</c:v>
                </c:pt>
                <c:pt idx="4886">
                  <c:v>2.25</c:v>
                </c:pt>
                <c:pt idx="4887">
                  <c:v>2.25</c:v>
                </c:pt>
                <c:pt idx="4888">
                  <c:v>2.25</c:v>
                </c:pt>
                <c:pt idx="4889">
                  <c:v>2.25</c:v>
                </c:pt>
                <c:pt idx="4890">
                  <c:v>2.25</c:v>
                </c:pt>
                <c:pt idx="4891">
                  <c:v>2.25</c:v>
                </c:pt>
                <c:pt idx="4892">
                  <c:v>2.25</c:v>
                </c:pt>
                <c:pt idx="4893">
                  <c:v>2.5</c:v>
                </c:pt>
                <c:pt idx="4894">
                  <c:v>2.5</c:v>
                </c:pt>
                <c:pt idx="4895">
                  <c:v>2.5</c:v>
                </c:pt>
                <c:pt idx="4896">
                  <c:v>2.5</c:v>
                </c:pt>
                <c:pt idx="4897">
                  <c:v>2.5</c:v>
                </c:pt>
                <c:pt idx="4898">
                  <c:v>2.5</c:v>
                </c:pt>
                <c:pt idx="4899">
                  <c:v>2.5</c:v>
                </c:pt>
                <c:pt idx="4900">
                  <c:v>2.5</c:v>
                </c:pt>
                <c:pt idx="4901">
                  <c:v>2.5</c:v>
                </c:pt>
                <c:pt idx="4902">
                  <c:v>2.5</c:v>
                </c:pt>
                <c:pt idx="4903">
                  <c:v>2.5</c:v>
                </c:pt>
                <c:pt idx="4904">
                  <c:v>2.5</c:v>
                </c:pt>
                <c:pt idx="4905">
                  <c:v>2.5</c:v>
                </c:pt>
                <c:pt idx="4906">
                  <c:v>2.5</c:v>
                </c:pt>
                <c:pt idx="4907">
                  <c:v>2.5</c:v>
                </c:pt>
                <c:pt idx="4908">
                  <c:v>2.5</c:v>
                </c:pt>
                <c:pt idx="4909">
                  <c:v>2.5</c:v>
                </c:pt>
                <c:pt idx="4910">
                  <c:v>2.5</c:v>
                </c:pt>
                <c:pt idx="4911">
                  <c:v>2.5</c:v>
                </c:pt>
                <c:pt idx="4912">
                  <c:v>2.5</c:v>
                </c:pt>
                <c:pt idx="4913">
                  <c:v>2.5</c:v>
                </c:pt>
                <c:pt idx="4914">
                  <c:v>2.5</c:v>
                </c:pt>
                <c:pt idx="4915">
                  <c:v>2.5</c:v>
                </c:pt>
                <c:pt idx="4916">
                  <c:v>2.5</c:v>
                </c:pt>
                <c:pt idx="4917">
                  <c:v>2.5</c:v>
                </c:pt>
                <c:pt idx="4918">
                  <c:v>2.5</c:v>
                </c:pt>
                <c:pt idx="4919">
                  <c:v>2.5</c:v>
                </c:pt>
                <c:pt idx="4920">
                  <c:v>2.5</c:v>
                </c:pt>
                <c:pt idx="4921">
                  <c:v>2.5</c:v>
                </c:pt>
                <c:pt idx="4922">
                  <c:v>2.5</c:v>
                </c:pt>
                <c:pt idx="4923">
                  <c:v>2.5</c:v>
                </c:pt>
                <c:pt idx="4924">
                  <c:v>2.5</c:v>
                </c:pt>
                <c:pt idx="4925">
                  <c:v>2.5</c:v>
                </c:pt>
                <c:pt idx="4926">
                  <c:v>2.5</c:v>
                </c:pt>
                <c:pt idx="4927">
                  <c:v>2.5</c:v>
                </c:pt>
                <c:pt idx="4928">
                  <c:v>2.5</c:v>
                </c:pt>
                <c:pt idx="4929">
                  <c:v>2.5</c:v>
                </c:pt>
                <c:pt idx="4930">
                  <c:v>2.5</c:v>
                </c:pt>
                <c:pt idx="4931">
                  <c:v>2.5</c:v>
                </c:pt>
                <c:pt idx="4932">
                  <c:v>2.5</c:v>
                </c:pt>
                <c:pt idx="4933">
                  <c:v>2.5</c:v>
                </c:pt>
                <c:pt idx="4934">
                  <c:v>2.5</c:v>
                </c:pt>
                <c:pt idx="4935">
                  <c:v>2.5</c:v>
                </c:pt>
                <c:pt idx="4936">
                  <c:v>2.5</c:v>
                </c:pt>
                <c:pt idx="4937">
                  <c:v>2.5</c:v>
                </c:pt>
                <c:pt idx="4938">
                  <c:v>2.5</c:v>
                </c:pt>
                <c:pt idx="4939">
                  <c:v>2.5</c:v>
                </c:pt>
                <c:pt idx="4940">
                  <c:v>2.5</c:v>
                </c:pt>
                <c:pt idx="4941">
                  <c:v>2.5</c:v>
                </c:pt>
                <c:pt idx="4942">
                  <c:v>2.5</c:v>
                </c:pt>
                <c:pt idx="4943">
                  <c:v>2.5</c:v>
                </c:pt>
                <c:pt idx="4944">
                  <c:v>2.5</c:v>
                </c:pt>
                <c:pt idx="4945">
                  <c:v>2.5</c:v>
                </c:pt>
                <c:pt idx="4946">
                  <c:v>2.5</c:v>
                </c:pt>
                <c:pt idx="4947">
                  <c:v>2.5</c:v>
                </c:pt>
                <c:pt idx="4948">
                  <c:v>2.5</c:v>
                </c:pt>
                <c:pt idx="4949">
                  <c:v>2.5</c:v>
                </c:pt>
                <c:pt idx="4950">
                  <c:v>2.5</c:v>
                </c:pt>
                <c:pt idx="4951">
                  <c:v>2.5</c:v>
                </c:pt>
                <c:pt idx="4952">
                  <c:v>2.5</c:v>
                </c:pt>
                <c:pt idx="4953">
                  <c:v>2.5</c:v>
                </c:pt>
                <c:pt idx="4954">
                  <c:v>2.5</c:v>
                </c:pt>
                <c:pt idx="4955">
                  <c:v>2.5</c:v>
                </c:pt>
                <c:pt idx="4956">
                  <c:v>2.5</c:v>
                </c:pt>
                <c:pt idx="4957">
                  <c:v>2.5</c:v>
                </c:pt>
                <c:pt idx="4958">
                  <c:v>2.5</c:v>
                </c:pt>
                <c:pt idx="4959">
                  <c:v>2.5</c:v>
                </c:pt>
                <c:pt idx="4960">
                  <c:v>2.5</c:v>
                </c:pt>
                <c:pt idx="4961">
                  <c:v>2.5</c:v>
                </c:pt>
                <c:pt idx="4962">
                  <c:v>2.5</c:v>
                </c:pt>
                <c:pt idx="4963">
                  <c:v>2.5</c:v>
                </c:pt>
                <c:pt idx="4964">
                  <c:v>2.5</c:v>
                </c:pt>
                <c:pt idx="4965">
                  <c:v>2.5</c:v>
                </c:pt>
                <c:pt idx="4966">
                  <c:v>2.5</c:v>
                </c:pt>
                <c:pt idx="4967">
                  <c:v>2.5</c:v>
                </c:pt>
                <c:pt idx="4968">
                  <c:v>2.5</c:v>
                </c:pt>
                <c:pt idx="4969">
                  <c:v>2.5</c:v>
                </c:pt>
                <c:pt idx="4970">
                  <c:v>2.5</c:v>
                </c:pt>
                <c:pt idx="4971">
                  <c:v>2.5</c:v>
                </c:pt>
                <c:pt idx="4972">
                  <c:v>2.5</c:v>
                </c:pt>
                <c:pt idx="4973">
                  <c:v>2.5</c:v>
                </c:pt>
                <c:pt idx="4974">
                  <c:v>2.5</c:v>
                </c:pt>
                <c:pt idx="4975">
                  <c:v>2.5</c:v>
                </c:pt>
                <c:pt idx="4976">
                  <c:v>2.5</c:v>
                </c:pt>
                <c:pt idx="4977">
                  <c:v>2.5</c:v>
                </c:pt>
                <c:pt idx="4978">
                  <c:v>2.5</c:v>
                </c:pt>
                <c:pt idx="4979">
                  <c:v>2.5</c:v>
                </c:pt>
                <c:pt idx="4980">
                  <c:v>2.5</c:v>
                </c:pt>
                <c:pt idx="4981">
                  <c:v>2.5</c:v>
                </c:pt>
                <c:pt idx="4982">
                  <c:v>2.5</c:v>
                </c:pt>
                <c:pt idx="4983">
                  <c:v>2.5</c:v>
                </c:pt>
                <c:pt idx="4984">
                  <c:v>2.5</c:v>
                </c:pt>
                <c:pt idx="4985">
                  <c:v>2.5</c:v>
                </c:pt>
                <c:pt idx="4986">
                  <c:v>2.5</c:v>
                </c:pt>
                <c:pt idx="4987">
                  <c:v>2.5</c:v>
                </c:pt>
                <c:pt idx="4988">
                  <c:v>2.5</c:v>
                </c:pt>
                <c:pt idx="4989">
                  <c:v>2.5</c:v>
                </c:pt>
                <c:pt idx="4990">
                  <c:v>2.5</c:v>
                </c:pt>
                <c:pt idx="4991">
                  <c:v>2.5</c:v>
                </c:pt>
                <c:pt idx="4992">
                  <c:v>2.5</c:v>
                </c:pt>
                <c:pt idx="4993">
                  <c:v>2.5</c:v>
                </c:pt>
                <c:pt idx="4994">
                  <c:v>2.5</c:v>
                </c:pt>
                <c:pt idx="4995">
                  <c:v>2.5</c:v>
                </c:pt>
                <c:pt idx="4996">
                  <c:v>2.5</c:v>
                </c:pt>
                <c:pt idx="4997">
                  <c:v>2.5</c:v>
                </c:pt>
                <c:pt idx="4998">
                  <c:v>2.5</c:v>
                </c:pt>
                <c:pt idx="4999">
                  <c:v>2.5</c:v>
                </c:pt>
                <c:pt idx="5000">
                  <c:v>2.5</c:v>
                </c:pt>
                <c:pt idx="5001">
                  <c:v>2.5</c:v>
                </c:pt>
                <c:pt idx="5002">
                  <c:v>2.5</c:v>
                </c:pt>
                <c:pt idx="5003">
                  <c:v>2.5</c:v>
                </c:pt>
                <c:pt idx="5004">
                  <c:v>2.5</c:v>
                </c:pt>
                <c:pt idx="5005">
                  <c:v>2.5</c:v>
                </c:pt>
                <c:pt idx="5006">
                  <c:v>2.5</c:v>
                </c:pt>
                <c:pt idx="5007">
                  <c:v>2.5</c:v>
                </c:pt>
                <c:pt idx="5008">
                  <c:v>2.5</c:v>
                </c:pt>
                <c:pt idx="5009">
                  <c:v>2.5</c:v>
                </c:pt>
                <c:pt idx="5010">
                  <c:v>2.5</c:v>
                </c:pt>
                <c:pt idx="5011">
                  <c:v>2.5</c:v>
                </c:pt>
                <c:pt idx="5012">
                  <c:v>2.5</c:v>
                </c:pt>
                <c:pt idx="5013">
                  <c:v>2.5</c:v>
                </c:pt>
                <c:pt idx="5014">
                  <c:v>2.5</c:v>
                </c:pt>
                <c:pt idx="5015">
                  <c:v>2.5</c:v>
                </c:pt>
                <c:pt idx="5016">
                  <c:v>2.5</c:v>
                </c:pt>
                <c:pt idx="5017">
                  <c:v>2.5</c:v>
                </c:pt>
                <c:pt idx="5018">
                  <c:v>2.5</c:v>
                </c:pt>
                <c:pt idx="5019">
                  <c:v>2.5</c:v>
                </c:pt>
                <c:pt idx="5020">
                  <c:v>2.5</c:v>
                </c:pt>
                <c:pt idx="5021">
                  <c:v>2.5</c:v>
                </c:pt>
                <c:pt idx="5022">
                  <c:v>2.5</c:v>
                </c:pt>
                <c:pt idx="5023">
                  <c:v>2.5</c:v>
                </c:pt>
                <c:pt idx="5024">
                  <c:v>2.5</c:v>
                </c:pt>
                <c:pt idx="5025">
                  <c:v>2.5</c:v>
                </c:pt>
                <c:pt idx="5026">
                  <c:v>2.5</c:v>
                </c:pt>
                <c:pt idx="5027">
                  <c:v>2.5</c:v>
                </c:pt>
                <c:pt idx="5028">
                  <c:v>2.5</c:v>
                </c:pt>
                <c:pt idx="5029">
                  <c:v>2.5</c:v>
                </c:pt>
                <c:pt idx="5030">
                  <c:v>2.5</c:v>
                </c:pt>
                <c:pt idx="5031">
                  <c:v>2.5</c:v>
                </c:pt>
                <c:pt idx="5032">
                  <c:v>2.5</c:v>
                </c:pt>
                <c:pt idx="5033">
                  <c:v>2.5</c:v>
                </c:pt>
                <c:pt idx="5034">
                  <c:v>2.5</c:v>
                </c:pt>
                <c:pt idx="5035">
                  <c:v>2.5</c:v>
                </c:pt>
                <c:pt idx="5036">
                  <c:v>2.5</c:v>
                </c:pt>
                <c:pt idx="5037">
                  <c:v>2.5</c:v>
                </c:pt>
                <c:pt idx="5038">
                  <c:v>2.5</c:v>
                </c:pt>
                <c:pt idx="5039">
                  <c:v>2.5</c:v>
                </c:pt>
                <c:pt idx="5040">
                  <c:v>2.5</c:v>
                </c:pt>
                <c:pt idx="5041">
                  <c:v>2.5</c:v>
                </c:pt>
                <c:pt idx="5042">
                  <c:v>2.5</c:v>
                </c:pt>
                <c:pt idx="5043">
                  <c:v>2.5</c:v>
                </c:pt>
                <c:pt idx="5044">
                  <c:v>2.5</c:v>
                </c:pt>
                <c:pt idx="5045">
                  <c:v>2.5</c:v>
                </c:pt>
                <c:pt idx="5046">
                  <c:v>2.5</c:v>
                </c:pt>
                <c:pt idx="5047">
                  <c:v>2.5</c:v>
                </c:pt>
                <c:pt idx="5048">
                  <c:v>2.5</c:v>
                </c:pt>
                <c:pt idx="5049">
                  <c:v>2.5</c:v>
                </c:pt>
                <c:pt idx="5050">
                  <c:v>2.5</c:v>
                </c:pt>
                <c:pt idx="5051">
                  <c:v>2.5</c:v>
                </c:pt>
                <c:pt idx="5052">
                  <c:v>2.5</c:v>
                </c:pt>
                <c:pt idx="5053">
                  <c:v>2.25</c:v>
                </c:pt>
                <c:pt idx="5054">
                  <c:v>2.25</c:v>
                </c:pt>
                <c:pt idx="5055">
                  <c:v>2.25</c:v>
                </c:pt>
                <c:pt idx="5056">
                  <c:v>2.25</c:v>
                </c:pt>
                <c:pt idx="5057">
                  <c:v>2.25</c:v>
                </c:pt>
                <c:pt idx="5058">
                  <c:v>2.25</c:v>
                </c:pt>
                <c:pt idx="5059">
                  <c:v>2.25</c:v>
                </c:pt>
                <c:pt idx="5060">
                  <c:v>2.25</c:v>
                </c:pt>
                <c:pt idx="5061">
                  <c:v>2.25</c:v>
                </c:pt>
                <c:pt idx="5062">
                  <c:v>2.25</c:v>
                </c:pt>
                <c:pt idx="5063">
                  <c:v>2.25</c:v>
                </c:pt>
                <c:pt idx="5064">
                  <c:v>2.25</c:v>
                </c:pt>
                <c:pt idx="5065">
                  <c:v>2.25</c:v>
                </c:pt>
                <c:pt idx="5066">
                  <c:v>2.25</c:v>
                </c:pt>
                <c:pt idx="5067">
                  <c:v>2.25</c:v>
                </c:pt>
                <c:pt idx="5068">
                  <c:v>2.25</c:v>
                </c:pt>
                <c:pt idx="5069">
                  <c:v>2.25</c:v>
                </c:pt>
                <c:pt idx="5070">
                  <c:v>2.25</c:v>
                </c:pt>
                <c:pt idx="5071">
                  <c:v>2.25</c:v>
                </c:pt>
                <c:pt idx="5072">
                  <c:v>2.25</c:v>
                </c:pt>
                <c:pt idx="5073">
                  <c:v>2.25</c:v>
                </c:pt>
                <c:pt idx="5074">
                  <c:v>2.25</c:v>
                </c:pt>
                <c:pt idx="5075">
                  <c:v>2.25</c:v>
                </c:pt>
                <c:pt idx="5076">
                  <c:v>2.25</c:v>
                </c:pt>
                <c:pt idx="5077">
                  <c:v>2.25</c:v>
                </c:pt>
                <c:pt idx="5078">
                  <c:v>2.25</c:v>
                </c:pt>
                <c:pt idx="5079">
                  <c:v>2.25</c:v>
                </c:pt>
                <c:pt idx="5080">
                  <c:v>2.25</c:v>
                </c:pt>
                <c:pt idx="5081">
                  <c:v>2.25</c:v>
                </c:pt>
                <c:pt idx="5082">
                  <c:v>2.25</c:v>
                </c:pt>
                <c:pt idx="5083">
                  <c:v>2.25</c:v>
                </c:pt>
                <c:pt idx="5084">
                  <c:v>2.25</c:v>
                </c:pt>
                <c:pt idx="5085">
                  <c:v>2.25</c:v>
                </c:pt>
                <c:pt idx="5086">
                  <c:v>2.25</c:v>
                </c:pt>
                <c:pt idx="5087">
                  <c:v>2.25</c:v>
                </c:pt>
                <c:pt idx="5088">
                  <c:v>2</c:v>
                </c:pt>
                <c:pt idx="5089">
                  <c:v>2</c:v>
                </c:pt>
                <c:pt idx="5090">
                  <c:v>2</c:v>
                </c:pt>
                <c:pt idx="5091">
                  <c:v>2</c:v>
                </c:pt>
                <c:pt idx="5092">
                  <c:v>2</c:v>
                </c:pt>
                <c:pt idx="5093">
                  <c:v>2</c:v>
                </c:pt>
                <c:pt idx="5094">
                  <c:v>2</c:v>
                </c:pt>
                <c:pt idx="5095">
                  <c:v>2</c:v>
                </c:pt>
                <c:pt idx="5096">
                  <c:v>2</c:v>
                </c:pt>
                <c:pt idx="5097">
                  <c:v>2</c:v>
                </c:pt>
                <c:pt idx="5098">
                  <c:v>2</c:v>
                </c:pt>
                <c:pt idx="5099">
                  <c:v>2</c:v>
                </c:pt>
                <c:pt idx="5100">
                  <c:v>2</c:v>
                </c:pt>
                <c:pt idx="5101">
                  <c:v>2</c:v>
                </c:pt>
                <c:pt idx="5102">
                  <c:v>2</c:v>
                </c:pt>
                <c:pt idx="5103">
                  <c:v>2</c:v>
                </c:pt>
                <c:pt idx="5104">
                  <c:v>2</c:v>
                </c:pt>
                <c:pt idx="5105">
                  <c:v>2</c:v>
                </c:pt>
                <c:pt idx="5106">
                  <c:v>2</c:v>
                </c:pt>
                <c:pt idx="5107">
                  <c:v>2</c:v>
                </c:pt>
                <c:pt idx="5108">
                  <c:v>2</c:v>
                </c:pt>
                <c:pt idx="5109">
                  <c:v>2</c:v>
                </c:pt>
                <c:pt idx="5110">
                  <c:v>2</c:v>
                </c:pt>
                <c:pt idx="5111">
                  <c:v>2</c:v>
                </c:pt>
                <c:pt idx="5112">
                  <c:v>2</c:v>
                </c:pt>
                <c:pt idx="5113">
                  <c:v>2</c:v>
                </c:pt>
                <c:pt idx="5114">
                  <c:v>2</c:v>
                </c:pt>
                <c:pt idx="5115">
                  <c:v>2</c:v>
                </c:pt>
                <c:pt idx="5116">
                  <c:v>2</c:v>
                </c:pt>
                <c:pt idx="5117">
                  <c:v>2</c:v>
                </c:pt>
                <c:pt idx="5118">
                  <c:v>1.75</c:v>
                </c:pt>
                <c:pt idx="5119">
                  <c:v>1.75</c:v>
                </c:pt>
                <c:pt idx="5120">
                  <c:v>1.75</c:v>
                </c:pt>
                <c:pt idx="5121">
                  <c:v>1.75</c:v>
                </c:pt>
                <c:pt idx="5122">
                  <c:v>1.75</c:v>
                </c:pt>
                <c:pt idx="5123">
                  <c:v>1.75</c:v>
                </c:pt>
                <c:pt idx="5124">
                  <c:v>1.75</c:v>
                </c:pt>
                <c:pt idx="5125">
                  <c:v>1.75</c:v>
                </c:pt>
                <c:pt idx="5126">
                  <c:v>1.75</c:v>
                </c:pt>
                <c:pt idx="5127">
                  <c:v>1.75</c:v>
                </c:pt>
                <c:pt idx="5128">
                  <c:v>1.75</c:v>
                </c:pt>
                <c:pt idx="5129">
                  <c:v>1.75</c:v>
                </c:pt>
                <c:pt idx="5130">
                  <c:v>1.75</c:v>
                </c:pt>
                <c:pt idx="5131">
                  <c:v>1.75</c:v>
                </c:pt>
                <c:pt idx="5132">
                  <c:v>1.75</c:v>
                </c:pt>
                <c:pt idx="5133">
                  <c:v>1.75</c:v>
                </c:pt>
                <c:pt idx="5134">
                  <c:v>1.75</c:v>
                </c:pt>
                <c:pt idx="5135">
                  <c:v>1.75</c:v>
                </c:pt>
                <c:pt idx="5136">
                  <c:v>1.75</c:v>
                </c:pt>
                <c:pt idx="5137">
                  <c:v>1.75</c:v>
                </c:pt>
                <c:pt idx="5138">
                  <c:v>1.75</c:v>
                </c:pt>
                <c:pt idx="5139">
                  <c:v>1.75</c:v>
                </c:pt>
                <c:pt idx="5140">
                  <c:v>1.75</c:v>
                </c:pt>
                <c:pt idx="5141">
                  <c:v>1.75</c:v>
                </c:pt>
                <c:pt idx="5142">
                  <c:v>1.75</c:v>
                </c:pt>
                <c:pt idx="5143">
                  <c:v>1.75</c:v>
                </c:pt>
                <c:pt idx="5144">
                  <c:v>1.75</c:v>
                </c:pt>
                <c:pt idx="5145">
                  <c:v>1.75</c:v>
                </c:pt>
                <c:pt idx="5146">
                  <c:v>1.75</c:v>
                </c:pt>
                <c:pt idx="5147">
                  <c:v>1.75</c:v>
                </c:pt>
                <c:pt idx="5148">
                  <c:v>1.75</c:v>
                </c:pt>
                <c:pt idx="5149">
                  <c:v>1.75</c:v>
                </c:pt>
                <c:pt idx="5150">
                  <c:v>1.75</c:v>
                </c:pt>
                <c:pt idx="5151">
                  <c:v>1.75</c:v>
                </c:pt>
                <c:pt idx="5152">
                  <c:v>1.75</c:v>
                </c:pt>
                <c:pt idx="5153">
                  <c:v>1.75</c:v>
                </c:pt>
                <c:pt idx="5154">
                  <c:v>1.75</c:v>
                </c:pt>
                <c:pt idx="5155">
                  <c:v>1.75</c:v>
                </c:pt>
                <c:pt idx="5156">
                  <c:v>1.75</c:v>
                </c:pt>
                <c:pt idx="5157">
                  <c:v>1.75</c:v>
                </c:pt>
                <c:pt idx="5158">
                  <c:v>1.75</c:v>
                </c:pt>
                <c:pt idx="5159">
                  <c:v>1.75</c:v>
                </c:pt>
                <c:pt idx="5160">
                  <c:v>1.75</c:v>
                </c:pt>
                <c:pt idx="5161">
                  <c:v>1.75</c:v>
                </c:pt>
                <c:pt idx="5162">
                  <c:v>1.75</c:v>
                </c:pt>
                <c:pt idx="5163">
                  <c:v>1.75</c:v>
                </c:pt>
                <c:pt idx="5164">
                  <c:v>1.75</c:v>
                </c:pt>
                <c:pt idx="5165">
                  <c:v>1.75</c:v>
                </c:pt>
                <c:pt idx="5166">
                  <c:v>1.75</c:v>
                </c:pt>
                <c:pt idx="5167">
                  <c:v>1.75</c:v>
                </c:pt>
                <c:pt idx="5168">
                  <c:v>1.75</c:v>
                </c:pt>
                <c:pt idx="5169">
                  <c:v>1.75</c:v>
                </c:pt>
                <c:pt idx="5170">
                  <c:v>1.75</c:v>
                </c:pt>
                <c:pt idx="5171">
                  <c:v>1.75</c:v>
                </c:pt>
                <c:pt idx="5172">
                  <c:v>1.75</c:v>
                </c:pt>
                <c:pt idx="5173">
                  <c:v>1.75</c:v>
                </c:pt>
                <c:pt idx="5174">
                  <c:v>1.75</c:v>
                </c:pt>
                <c:pt idx="5175">
                  <c:v>1.75</c:v>
                </c:pt>
                <c:pt idx="5176">
                  <c:v>1.75</c:v>
                </c:pt>
                <c:pt idx="5177">
                  <c:v>1.75</c:v>
                </c:pt>
                <c:pt idx="5178">
                  <c:v>1.75</c:v>
                </c:pt>
                <c:pt idx="5179">
                  <c:v>1.75</c:v>
                </c:pt>
                <c:pt idx="5180">
                  <c:v>1.75</c:v>
                </c:pt>
                <c:pt idx="5181">
                  <c:v>1.75</c:v>
                </c:pt>
                <c:pt idx="5182">
                  <c:v>1.75</c:v>
                </c:pt>
                <c:pt idx="5183">
                  <c:v>1.75</c:v>
                </c:pt>
                <c:pt idx="5184">
                  <c:v>1.75</c:v>
                </c:pt>
                <c:pt idx="5185">
                  <c:v>1.75</c:v>
                </c:pt>
                <c:pt idx="5186">
                  <c:v>1.75</c:v>
                </c:pt>
                <c:pt idx="5187">
                  <c:v>1.75</c:v>
                </c:pt>
                <c:pt idx="5188">
                  <c:v>1.75</c:v>
                </c:pt>
                <c:pt idx="5189">
                  <c:v>1.75</c:v>
                </c:pt>
                <c:pt idx="5190">
                  <c:v>1.75</c:v>
                </c:pt>
                <c:pt idx="5191">
                  <c:v>1.75</c:v>
                </c:pt>
                <c:pt idx="5192">
                  <c:v>1.75</c:v>
                </c:pt>
                <c:pt idx="5193">
                  <c:v>1.75</c:v>
                </c:pt>
                <c:pt idx="5194">
                  <c:v>1.75</c:v>
                </c:pt>
                <c:pt idx="5195">
                  <c:v>1.75</c:v>
                </c:pt>
                <c:pt idx="5196">
                  <c:v>1.75</c:v>
                </c:pt>
                <c:pt idx="5197">
                  <c:v>1.75</c:v>
                </c:pt>
                <c:pt idx="5198">
                  <c:v>1.75</c:v>
                </c:pt>
                <c:pt idx="5199">
                  <c:v>1.75</c:v>
                </c:pt>
                <c:pt idx="5200">
                  <c:v>1.75</c:v>
                </c:pt>
                <c:pt idx="5201">
                  <c:v>1.75</c:v>
                </c:pt>
                <c:pt idx="5202">
                  <c:v>1.75</c:v>
                </c:pt>
                <c:pt idx="5203">
                  <c:v>1.75</c:v>
                </c:pt>
                <c:pt idx="5204">
                  <c:v>1.75</c:v>
                </c:pt>
                <c:pt idx="5205">
                  <c:v>1.75</c:v>
                </c:pt>
                <c:pt idx="5206">
                  <c:v>1.75</c:v>
                </c:pt>
                <c:pt idx="5207">
                  <c:v>1.25</c:v>
                </c:pt>
                <c:pt idx="5208">
                  <c:v>1.25</c:v>
                </c:pt>
                <c:pt idx="5209">
                  <c:v>1.25</c:v>
                </c:pt>
                <c:pt idx="5210">
                  <c:v>1.25</c:v>
                </c:pt>
                <c:pt idx="5211">
                  <c:v>1.25</c:v>
                </c:pt>
                <c:pt idx="5212">
                  <c:v>1.25</c:v>
                </c:pt>
                <c:pt idx="5213">
                  <c:v>1.25</c:v>
                </c:pt>
                <c:pt idx="5214">
                  <c:v>1.25</c:v>
                </c:pt>
                <c:pt idx="5215">
                  <c:v>1.25</c:v>
                </c:pt>
                <c:pt idx="5216">
                  <c:v>0.25</c:v>
                </c:pt>
                <c:pt idx="5217">
                  <c:v>0.25</c:v>
                </c:pt>
                <c:pt idx="5218">
                  <c:v>0.25</c:v>
                </c:pt>
                <c:pt idx="5219">
                  <c:v>0.25</c:v>
                </c:pt>
                <c:pt idx="5220">
                  <c:v>0.25</c:v>
                </c:pt>
                <c:pt idx="5221">
                  <c:v>0.25</c:v>
                </c:pt>
                <c:pt idx="5222">
                  <c:v>0.25</c:v>
                </c:pt>
                <c:pt idx="5223">
                  <c:v>0.25</c:v>
                </c:pt>
                <c:pt idx="5224">
                  <c:v>0.25</c:v>
                </c:pt>
                <c:pt idx="5225">
                  <c:v>0.25</c:v>
                </c:pt>
                <c:pt idx="5226">
                  <c:v>0.25</c:v>
                </c:pt>
                <c:pt idx="5227">
                  <c:v>0.25</c:v>
                </c:pt>
                <c:pt idx="5228">
                  <c:v>0.25</c:v>
                </c:pt>
                <c:pt idx="5229">
                  <c:v>0.25</c:v>
                </c:pt>
                <c:pt idx="5230">
                  <c:v>0.25</c:v>
                </c:pt>
                <c:pt idx="5231">
                  <c:v>0.25</c:v>
                </c:pt>
                <c:pt idx="5232">
                  <c:v>0.25</c:v>
                </c:pt>
                <c:pt idx="5233">
                  <c:v>0.25</c:v>
                </c:pt>
                <c:pt idx="5234">
                  <c:v>0.25</c:v>
                </c:pt>
                <c:pt idx="5235">
                  <c:v>0.25</c:v>
                </c:pt>
                <c:pt idx="5236">
                  <c:v>0.25</c:v>
                </c:pt>
                <c:pt idx="5237">
                  <c:v>0.25</c:v>
                </c:pt>
                <c:pt idx="5238">
                  <c:v>0.25</c:v>
                </c:pt>
                <c:pt idx="5239">
                  <c:v>0.25</c:v>
                </c:pt>
                <c:pt idx="5240">
                  <c:v>0.25</c:v>
                </c:pt>
                <c:pt idx="5241">
                  <c:v>0.25</c:v>
                </c:pt>
                <c:pt idx="5242">
                  <c:v>0.25</c:v>
                </c:pt>
                <c:pt idx="5243">
                  <c:v>0.25</c:v>
                </c:pt>
                <c:pt idx="5244">
                  <c:v>0.25</c:v>
                </c:pt>
                <c:pt idx="5245">
                  <c:v>0.25</c:v>
                </c:pt>
                <c:pt idx="5246">
                  <c:v>0.25</c:v>
                </c:pt>
                <c:pt idx="5247">
                  <c:v>0.25</c:v>
                </c:pt>
                <c:pt idx="5248">
                  <c:v>0.25</c:v>
                </c:pt>
                <c:pt idx="5249">
                  <c:v>0.25</c:v>
                </c:pt>
                <c:pt idx="5250">
                  <c:v>0.25</c:v>
                </c:pt>
                <c:pt idx="5251">
                  <c:v>0.25</c:v>
                </c:pt>
                <c:pt idx="5252">
                  <c:v>0.25</c:v>
                </c:pt>
                <c:pt idx="5253">
                  <c:v>0.25</c:v>
                </c:pt>
                <c:pt idx="5254">
                  <c:v>0.25</c:v>
                </c:pt>
                <c:pt idx="5255">
                  <c:v>0.25</c:v>
                </c:pt>
                <c:pt idx="5256">
                  <c:v>0.25</c:v>
                </c:pt>
                <c:pt idx="5257">
                  <c:v>0.25</c:v>
                </c:pt>
                <c:pt idx="5258">
                  <c:v>0.25</c:v>
                </c:pt>
                <c:pt idx="5259">
                  <c:v>0.25</c:v>
                </c:pt>
                <c:pt idx="5260">
                  <c:v>0.25</c:v>
                </c:pt>
                <c:pt idx="5261">
                  <c:v>0.25</c:v>
                </c:pt>
                <c:pt idx="5262">
                  <c:v>0.25</c:v>
                </c:pt>
                <c:pt idx="5263">
                  <c:v>0.25</c:v>
                </c:pt>
                <c:pt idx="5264">
                  <c:v>0.25</c:v>
                </c:pt>
                <c:pt idx="5265">
                  <c:v>0.25</c:v>
                </c:pt>
                <c:pt idx="5266">
                  <c:v>0.25</c:v>
                </c:pt>
                <c:pt idx="5267">
                  <c:v>0.25</c:v>
                </c:pt>
                <c:pt idx="5268">
                  <c:v>0.25</c:v>
                </c:pt>
                <c:pt idx="5269">
                  <c:v>0.25</c:v>
                </c:pt>
                <c:pt idx="5270">
                  <c:v>0.25</c:v>
                </c:pt>
                <c:pt idx="5271">
                  <c:v>0.25</c:v>
                </c:pt>
                <c:pt idx="5272">
                  <c:v>0.25</c:v>
                </c:pt>
                <c:pt idx="5273">
                  <c:v>0.25</c:v>
                </c:pt>
                <c:pt idx="5274">
                  <c:v>0.25</c:v>
                </c:pt>
                <c:pt idx="5275">
                  <c:v>0.25</c:v>
                </c:pt>
                <c:pt idx="5276">
                  <c:v>0.25</c:v>
                </c:pt>
                <c:pt idx="5277">
                  <c:v>0.25</c:v>
                </c:pt>
                <c:pt idx="5278">
                  <c:v>0.25</c:v>
                </c:pt>
                <c:pt idx="5279">
                  <c:v>0.25</c:v>
                </c:pt>
                <c:pt idx="5280">
                  <c:v>0.25</c:v>
                </c:pt>
                <c:pt idx="5281">
                  <c:v>0.25</c:v>
                </c:pt>
                <c:pt idx="5282">
                  <c:v>0.25</c:v>
                </c:pt>
                <c:pt idx="5283">
                  <c:v>0.25</c:v>
                </c:pt>
                <c:pt idx="5284">
                  <c:v>0.25</c:v>
                </c:pt>
                <c:pt idx="5285">
                  <c:v>0.25</c:v>
                </c:pt>
                <c:pt idx="5286">
                  <c:v>0.25</c:v>
                </c:pt>
                <c:pt idx="5287">
                  <c:v>0.25</c:v>
                </c:pt>
                <c:pt idx="5288">
                  <c:v>0.25</c:v>
                </c:pt>
                <c:pt idx="5289">
                  <c:v>0.25</c:v>
                </c:pt>
                <c:pt idx="5290">
                  <c:v>0.25</c:v>
                </c:pt>
                <c:pt idx="5291">
                  <c:v>0.25</c:v>
                </c:pt>
                <c:pt idx="5292">
                  <c:v>0.25</c:v>
                </c:pt>
                <c:pt idx="5293">
                  <c:v>0.25</c:v>
                </c:pt>
                <c:pt idx="5294">
                  <c:v>0.25</c:v>
                </c:pt>
                <c:pt idx="5295">
                  <c:v>0.25</c:v>
                </c:pt>
                <c:pt idx="5296">
                  <c:v>0.25</c:v>
                </c:pt>
                <c:pt idx="5297">
                  <c:v>0.25</c:v>
                </c:pt>
                <c:pt idx="5298">
                  <c:v>0.25</c:v>
                </c:pt>
                <c:pt idx="5299">
                  <c:v>0.25</c:v>
                </c:pt>
                <c:pt idx="5300">
                  <c:v>0.25</c:v>
                </c:pt>
                <c:pt idx="5301">
                  <c:v>0.25</c:v>
                </c:pt>
                <c:pt idx="5302">
                  <c:v>0.25</c:v>
                </c:pt>
                <c:pt idx="5303">
                  <c:v>0.25</c:v>
                </c:pt>
                <c:pt idx="5304">
                  <c:v>0.25</c:v>
                </c:pt>
                <c:pt idx="5305">
                  <c:v>0.25</c:v>
                </c:pt>
                <c:pt idx="5306">
                  <c:v>0.25</c:v>
                </c:pt>
                <c:pt idx="5307">
                  <c:v>0.25</c:v>
                </c:pt>
                <c:pt idx="5308">
                  <c:v>0.25</c:v>
                </c:pt>
                <c:pt idx="5309">
                  <c:v>0.25</c:v>
                </c:pt>
                <c:pt idx="5310">
                  <c:v>0.25</c:v>
                </c:pt>
                <c:pt idx="5311">
                  <c:v>0.25</c:v>
                </c:pt>
                <c:pt idx="5312">
                  <c:v>0.25</c:v>
                </c:pt>
                <c:pt idx="5313">
                  <c:v>0.25</c:v>
                </c:pt>
                <c:pt idx="5314">
                  <c:v>0.25</c:v>
                </c:pt>
                <c:pt idx="5315">
                  <c:v>0.25</c:v>
                </c:pt>
                <c:pt idx="5316">
                  <c:v>0.25</c:v>
                </c:pt>
                <c:pt idx="5317">
                  <c:v>0.25</c:v>
                </c:pt>
                <c:pt idx="5318">
                  <c:v>0.25</c:v>
                </c:pt>
                <c:pt idx="5319">
                  <c:v>0.25</c:v>
                </c:pt>
                <c:pt idx="5320">
                  <c:v>0.25</c:v>
                </c:pt>
                <c:pt idx="5321">
                  <c:v>0.25</c:v>
                </c:pt>
                <c:pt idx="5322">
                  <c:v>0.25</c:v>
                </c:pt>
                <c:pt idx="5323">
                  <c:v>0.25</c:v>
                </c:pt>
                <c:pt idx="5324">
                  <c:v>0.25</c:v>
                </c:pt>
                <c:pt idx="5325">
                  <c:v>0.25</c:v>
                </c:pt>
                <c:pt idx="5326">
                  <c:v>0.25</c:v>
                </c:pt>
                <c:pt idx="5327">
                  <c:v>0.25</c:v>
                </c:pt>
                <c:pt idx="5328">
                  <c:v>0.25</c:v>
                </c:pt>
                <c:pt idx="5329">
                  <c:v>0.25</c:v>
                </c:pt>
                <c:pt idx="5330">
                  <c:v>0.25</c:v>
                </c:pt>
                <c:pt idx="5331">
                  <c:v>0.25</c:v>
                </c:pt>
                <c:pt idx="5332">
                  <c:v>0.25</c:v>
                </c:pt>
                <c:pt idx="5333">
                  <c:v>0.25</c:v>
                </c:pt>
                <c:pt idx="5334">
                  <c:v>0.25</c:v>
                </c:pt>
                <c:pt idx="5335">
                  <c:v>0.25</c:v>
                </c:pt>
                <c:pt idx="5336">
                  <c:v>0.25</c:v>
                </c:pt>
                <c:pt idx="5337">
                  <c:v>0.25</c:v>
                </c:pt>
                <c:pt idx="5338">
                  <c:v>0.25</c:v>
                </c:pt>
                <c:pt idx="5339">
                  <c:v>0.25</c:v>
                </c:pt>
                <c:pt idx="5340">
                  <c:v>0.25</c:v>
                </c:pt>
                <c:pt idx="5341">
                  <c:v>0.25</c:v>
                </c:pt>
                <c:pt idx="5342">
                  <c:v>0.25</c:v>
                </c:pt>
                <c:pt idx="5343">
                  <c:v>0.25</c:v>
                </c:pt>
                <c:pt idx="5344">
                  <c:v>0.25</c:v>
                </c:pt>
                <c:pt idx="5345">
                  <c:v>0.25</c:v>
                </c:pt>
                <c:pt idx="5346">
                  <c:v>0.25</c:v>
                </c:pt>
                <c:pt idx="5347">
                  <c:v>0.25</c:v>
                </c:pt>
                <c:pt idx="5348">
                  <c:v>0.25</c:v>
                </c:pt>
                <c:pt idx="5349">
                  <c:v>0.25</c:v>
                </c:pt>
                <c:pt idx="5350">
                  <c:v>0.25</c:v>
                </c:pt>
                <c:pt idx="5351">
                  <c:v>0.25</c:v>
                </c:pt>
                <c:pt idx="5352">
                  <c:v>0.25</c:v>
                </c:pt>
                <c:pt idx="5353">
                  <c:v>0.25</c:v>
                </c:pt>
                <c:pt idx="5354">
                  <c:v>0.25</c:v>
                </c:pt>
                <c:pt idx="5355">
                  <c:v>0.25</c:v>
                </c:pt>
                <c:pt idx="5356">
                  <c:v>0.25</c:v>
                </c:pt>
                <c:pt idx="5357">
                  <c:v>0.25</c:v>
                </c:pt>
                <c:pt idx="5358">
                  <c:v>0.25</c:v>
                </c:pt>
                <c:pt idx="5359">
                  <c:v>0.25</c:v>
                </c:pt>
                <c:pt idx="5360">
                  <c:v>0.25</c:v>
                </c:pt>
                <c:pt idx="5361">
                  <c:v>0.25</c:v>
                </c:pt>
                <c:pt idx="5362">
                  <c:v>0.25</c:v>
                </c:pt>
                <c:pt idx="5363">
                  <c:v>0.25</c:v>
                </c:pt>
                <c:pt idx="5364">
                  <c:v>0.25</c:v>
                </c:pt>
                <c:pt idx="5365">
                  <c:v>0.25</c:v>
                </c:pt>
                <c:pt idx="5366">
                  <c:v>0.25</c:v>
                </c:pt>
                <c:pt idx="5367">
                  <c:v>0.25</c:v>
                </c:pt>
                <c:pt idx="5368">
                  <c:v>0.25</c:v>
                </c:pt>
                <c:pt idx="5369">
                  <c:v>0.25</c:v>
                </c:pt>
                <c:pt idx="5370">
                  <c:v>0.25</c:v>
                </c:pt>
                <c:pt idx="5371">
                  <c:v>0.25</c:v>
                </c:pt>
                <c:pt idx="5372">
                  <c:v>0.25</c:v>
                </c:pt>
                <c:pt idx="5373">
                  <c:v>0.25</c:v>
                </c:pt>
                <c:pt idx="5374">
                  <c:v>0.25</c:v>
                </c:pt>
                <c:pt idx="5375">
                  <c:v>0.25</c:v>
                </c:pt>
                <c:pt idx="5376">
                  <c:v>0.25</c:v>
                </c:pt>
                <c:pt idx="5377">
                  <c:v>0.25</c:v>
                </c:pt>
                <c:pt idx="5378">
                  <c:v>0.25</c:v>
                </c:pt>
                <c:pt idx="5379">
                  <c:v>0.25</c:v>
                </c:pt>
                <c:pt idx="5380">
                  <c:v>0.25</c:v>
                </c:pt>
                <c:pt idx="5381">
                  <c:v>0.25</c:v>
                </c:pt>
                <c:pt idx="5382">
                  <c:v>0.25</c:v>
                </c:pt>
                <c:pt idx="5383">
                  <c:v>0.25</c:v>
                </c:pt>
                <c:pt idx="5384">
                  <c:v>0.25</c:v>
                </c:pt>
                <c:pt idx="5385">
                  <c:v>0.25</c:v>
                </c:pt>
                <c:pt idx="5386">
                  <c:v>0.25</c:v>
                </c:pt>
                <c:pt idx="5387">
                  <c:v>0.25</c:v>
                </c:pt>
                <c:pt idx="5388">
                  <c:v>0.25</c:v>
                </c:pt>
                <c:pt idx="5389">
                  <c:v>0.25</c:v>
                </c:pt>
                <c:pt idx="5390">
                  <c:v>0.25</c:v>
                </c:pt>
                <c:pt idx="5391">
                  <c:v>0.25</c:v>
                </c:pt>
                <c:pt idx="5392">
                  <c:v>0.25</c:v>
                </c:pt>
                <c:pt idx="5393">
                  <c:v>0.25</c:v>
                </c:pt>
                <c:pt idx="5394">
                  <c:v>0.25</c:v>
                </c:pt>
                <c:pt idx="5395">
                  <c:v>0.25</c:v>
                </c:pt>
                <c:pt idx="5396">
                  <c:v>0.25</c:v>
                </c:pt>
                <c:pt idx="5397">
                  <c:v>0.25</c:v>
                </c:pt>
                <c:pt idx="5398">
                  <c:v>0.25</c:v>
                </c:pt>
                <c:pt idx="5399">
                  <c:v>0.25</c:v>
                </c:pt>
                <c:pt idx="5400">
                  <c:v>0.25</c:v>
                </c:pt>
                <c:pt idx="5401">
                  <c:v>0.25</c:v>
                </c:pt>
                <c:pt idx="5402">
                  <c:v>0.25</c:v>
                </c:pt>
                <c:pt idx="5403">
                  <c:v>0.25</c:v>
                </c:pt>
                <c:pt idx="5404">
                  <c:v>0.25</c:v>
                </c:pt>
                <c:pt idx="5405">
                  <c:v>0.25</c:v>
                </c:pt>
                <c:pt idx="5406">
                  <c:v>0.25</c:v>
                </c:pt>
                <c:pt idx="5407">
                  <c:v>0.25</c:v>
                </c:pt>
                <c:pt idx="5408">
                  <c:v>0.25</c:v>
                </c:pt>
                <c:pt idx="5409">
                  <c:v>0.25</c:v>
                </c:pt>
                <c:pt idx="5410">
                  <c:v>0.25</c:v>
                </c:pt>
                <c:pt idx="5411">
                  <c:v>0.25</c:v>
                </c:pt>
                <c:pt idx="5412">
                  <c:v>0.25</c:v>
                </c:pt>
                <c:pt idx="5413">
                  <c:v>0.25</c:v>
                </c:pt>
                <c:pt idx="5414">
                  <c:v>0.25</c:v>
                </c:pt>
                <c:pt idx="5415">
                  <c:v>0.25</c:v>
                </c:pt>
                <c:pt idx="5416">
                  <c:v>0.25</c:v>
                </c:pt>
                <c:pt idx="5417">
                  <c:v>0.25</c:v>
                </c:pt>
                <c:pt idx="5418">
                  <c:v>0.25</c:v>
                </c:pt>
                <c:pt idx="5419">
                  <c:v>0.25</c:v>
                </c:pt>
                <c:pt idx="5420">
                  <c:v>0.25</c:v>
                </c:pt>
                <c:pt idx="5421">
                  <c:v>0.25</c:v>
                </c:pt>
                <c:pt idx="5422">
                  <c:v>0.25</c:v>
                </c:pt>
                <c:pt idx="5423">
                  <c:v>0.25</c:v>
                </c:pt>
                <c:pt idx="5424">
                  <c:v>0.25</c:v>
                </c:pt>
                <c:pt idx="5425">
                  <c:v>0.25</c:v>
                </c:pt>
                <c:pt idx="5426">
                  <c:v>0.25</c:v>
                </c:pt>
                <c:pt idx="5427">
                  <c:v>0.25</c:v>
                </c:pt>
                <c:pt idx="5428">
                  <c:v>0.25</c:v>
                </c:pt>
                <c:pt idx="5429">
                  <c:v>0.25</c:v>
                </c:pt>
                <c:pt idx="5430">
                  <c:v>0.25</c:v>
                </c:pt>
                <c:pt idx="5431">
                  <c:v>0.25</c:v>
                </c:pt>
                <c:pt idx="5432">
                  <c:v>0.25</c:v>
                </c:pt>
                <c:pt idx="5433">
                  <c:v>0.25</c:v>
                </c:pt>
                <c:pt idx="5434">
                  <c:v>0.25</c:v>
                </c:pt>
                <c:pt idx="5435">
                  <c:v>0.25</c:v>
                </c:pt>
                <c:pt idx="5436">
                  <c:v>0.25</c:v>
                </c:pt>
                <c:pt idx="5437">
                  <c:v>0.25</c:v>
                </c:pt>
                <c:pt idx="5438">
                  <c:v>0.25</c:v>
                </c:pt>
                <c:pt idx="5439">
                  <c:v>0.25</c:v>
                </c:pt>
                <c:pt idx="5440">
                  <c:v>0.25</c:v>
                </c:pt>
                <c:pt idx="5441">
                  <c:v>0.25</c:v>
                </c:pt>
                <c:pt idx="5442">
                  <c:v>0.25</c:v>
                </c:pt>
                <c:pt idx="5443">
                  <c:v>0.25</c:v>
                </c:pt>
                <c:pt idx="5444">
                  <c:v>0.25</c:v>
                </c:pt>
                <c:pt idx="5445">
                  <c:v>0.25</c:v>
                </c:pt>
                <c:pt idx="5446">
                  <c:v>0.25</c:v>
                </c:pt>
                <c:pt idx="5447">
                  <c:v>0.25</c:v>
                </c:pt>
                <c:pt idx="5448">
                  <c:v>0.25</c:v>
                </c:pt>
                <c:pt idx="5449">
                  <c:v>0.25</c:v>
                </c:pt>
                <c:pt idx="5450">
                  <c:v>0.25</c:v>
                </c:pt>
                <c:pt idx="5451">
                  <c:v>0.25</c:v>
                </c:pt>
                <c:pt idx="5452">
                  <c:v>0.25</c:v>
                </c:pt>
                <c:pt idx="5453">
                  <c:v>0.25</c:v>
                </c:pt>
                <c:pt idx="5454">
                  <c:v>0.25</c:v>
                </c:pt>
                <c:pt idx="5455">
                  <c:v>0.25</c:v>
                </c:pt>
                <c:pt idx="5456">
                  <c:v>0.25</c:v>
                </c:pt>
                <c:pt idx="5457">
                  <c:v>0.25</c:v>
                </c:pt>
                <c:pt idx="5458">
                  <c:v>0.25</c:v>
                </c:pt>
                <c:pt idx="5459">
                  <c:v>0.25</c:v>
                </c:pt>
                <c:pt idx="5460">
                  <c:v>0.25</c:v>
                </c:pt>
                <c:pt idx="5461">
                  <c:v>0.25</c:v>
                </c:pt>
                <c:pt idx="5462">
                  <c:v>0.25</c:v>
                </c:pt>
                <c:pt idx="5463">
                  <c:v>0.25</c:v>
                </c:pt>
                <c:pt idx="5464">
                  <c:v>0.25</c:v>
                </c:pt>
                <c:pt idx="5465">
                  <c:v>0.25</c:v>
                </c:pt>
                <c:pt idx="5466">
                  <c:v>0.25</c:v>
                </c:pt>
                <c:pt idx="5467">
                  <c:v>0.25</c:v>
                </c:pt>
                <c:pt idx="5468">
                  <c:v>0.25</c:v>
                </c:pt>
                <c:pt idx="5469">
                  <c:v>0.25</c:v>
                </c:pt>
                <c:pt idx="5470">
                  <c:v>0.25</c:v>
                </c:pt>
                <c:pt idx="5471">
                  <c:v>0.25</c:v>
                </c:pt>
                <c:pt idx="5472">
                  <c:v>0.25</c:v>
                </c:pt>
                <c:pt idx="5473">
                  <c:v>0.25</c:v>
                </c:pt>
                <c:pt idx="5474">
                  <c:v>0.25</c:v>
                </c:pt>
                <c:pt idx="5475">
                  <c:v>0.25</c:v>
                </c:pt>
                <c:pt idx="5476">
                  <c:v>0.25</c:v>
                </c:pt>
                <c:pt idx="5477">
                  <c:v>0.25</c:v>
                </c:pt>
                <c:pt idx="5478">
                  <c:v>0.25</c:v>
                </c:pt>
                <c:pt idx="5479">
                  <c:v>0.25</c:v>
                </c:pt>
                <c:pt idx="5480">
                  <c:v>0.25</c:v>
                </c:pt>
                <c:pt idx="5481">
                  <c:v>0.25</c:v>
                </c:pt>
                <c:pt idx="5482">
                  <c:v>0.25</c:v>
                </c:pt>
                <c:pt idx="5483">
                  <c:v>0.25</c:v>
                </c:pt>
                <c:pt idx="5484">
                  <c:v>0.25</c:v>
                </c:pt>
                <c:pt idx="5485">
                  <c:v>0.25</c:v>
                </c:pt>
                <c:pt idx="5486">
                  <c:v>0.25</c:v>
                </c:pt>
                <c:pt idx="5487">
                  <c:v>0.25</c:v>
                </c:pt>
                <c:pt idx="5488">
                  <c:v>0.25</c:v>
                </c:pt>
                <c:pt idx="5489">
                  <c:v>0.25</c:v>
                </c:pt>
                <c:pt idx="5490">
                  <c:v>0.25</c:v>
                </c:pt>
                <c:pt idx="5491">
                  <c:v>0.25</c:v>
                </c:pt>
                <c:pt idx="5492">
                  <c:v>0.25</c:v>
                </c:pt>
                <c:pt idx="5493">
                  <c:v>0.25</c:v>
                </c:pt>
                <c:pt idx="5494">
                  <c:v>0.25</c:v>
                </c:pt>
                <c:pt idx="5495">
                  <c:v>0.25</c:v>
                </c:pt>
                <c:pt idx="5496">
                  <c:v>0.25</c:v>
                </c:pt>
                <c:pt idx="5497">
                  <c:v>0.25</c:v>
                </c:pt>
                <c:pt idx="5498">
                  <c:v>0.25</c:v>
                </c:pt>
                <c:pt idx="5499">
                  <c:v>0.25</c:v>
                </c:pt>
                <c:pt idx="5500">
                  <c:v>0.25</c:v>
                </c:pt>
                <c:pt idx="5501">
                  <c:v>0.25</c:v>
                </c:pt>
                <c:pt idx="5502">
                  <c:v>0.25</c:v>
                </c:pt>
                <c:pt idx="5503">
                  <c:v>0.25</c:v>
                </c:pt>
                <c:pt idx="5504">
                  <c:v>0.25</c:v>
                </c:pt>
                <c:pt idx="5505">
                  <c:v>0.25</c:v>
                </c:pt>
                <c:pt idx="5506">
                  <c:v>0.25</c:v>
                </c:pt>
                <c:pt idx="5507">
                  <c:v>0.25</c:v>
                </c:pt>
                <c:pt idx="5508">
                  <c:v>0.25</c:v>
                </c:pt>
                <c:pt idx="5509">
                  <c:v>0.25</c:v>
                </c:pt>
                <c:pt idx="5510">
                  <c:v>0.25</c:v>
                </c:pt>
                <c:pt idx="5511">
                  <c:v>0.25</c:v>
                </c:pt>
                <c:pt idx="5512">
                  <c:v>0.25</c:v>
                </c:pt>
                <c:pt idx="5513">
                  <c:v>0.25</c:v>
                </c:pt>
                <c:pt idx="5514">
                  <c:v>0.25</c:v>
                </c:pt>
                <c:pt idx="5515">
                  <c:v>0.25</c:v>
                </c:pt>
                <c:pt idx="5516">
                  <c:v>0.25</c:v>
                </c:pt>
                <c:pt idx="5517">
                  <c:v>0.25</c:v>
                </c:pt>
                <c:pt idx="5518">
                  <c:v>0.25</c:v>
                </c:pt>
                <c:pt idx="5519">
                  <c:v>0.25</c:v>
                </c:pt>
                <c:pt idx="5520">
                  <c:v>0.25</c:v>
                </c:pt>
                <c:pt idx="5521">
                  <c:v>0.25</c:v>
                </c:pt>
                <c:pt idx="5522">
                  <c:v>0.25</c:v>
                </c:pt>
                <c:pt idx="5523">
                  <c:v>0.25</c:v>
                </c:pt>
                <c:pt idx="5524">
                  <c:v>0.25</c:v>
                </c:pt>
                <c:pt idx="5525">
                  <c:v>0.25</c:v>
                </c:pt>
                <c:pt idx="5526">
                  <c:v>0.25</c:v>
                </c:pt>
                <c:pt idx="5527">
                  <c:v>0.25</c:v>
                </c:pt>
                <c:pt idx="5528">
                  <c:v>0.25</c:v>
                </c:pt>
                <c:pt idx="5529">
                  <c:v>0.25</c:v>
                </c:pt>
                <c:pt idx="5530">
                  <c:v>0.25</c:v>
                </c:pt>
                <c:pt idx="5531">
                  <c:v>0.25</c:v>
                </c:pt>
                <c:pt idx="5532">
                  <c:v>0.25</c:v>
                </c:pt>
                <c:pt idx="5533">
                  <c:v>0.25</c:v>
                </c:pt>
                <c:pt idx="5534">
                  <c:v>0.25</c:v>
                </c:pt>
                <c:pt idx="5535">
                  <c:v>0.25</c:v>
                </c:pt>
                <c:pt idx="5536">
                  <c:v>0.25</c:v>
                </c:pt>
                <c:pt idx="5537">
                  <c:v>0.25</c:v>
                </c:pt>
                <c:pt idx="5538">
                  <c:v>0.25</c:v>
                </c:pt>
                <c:pt idx="5539">
                  <c:v>0.25</c:v>
                </c:pt>
                <c:pt idx="5540">
                  <c:v>0.25</c:v>
                </c:pt>
                <c:pt idx="5541">
                  <c:v>0.25</c:v>
                </c:pt>
                <c:pt idx="5542">
                  <c:v>0.25</c:v>
                </c:pt>
                <c:pt idx="5543">
                  <c:v>0.25</c:v>
                </c:pt>
                <c:pt idx="5544">
                  <c:v>0.25</c:v>
                </c:pt>
                <c:pt idx="5545">
                  <c:v>0.25</c:v>
                </c:pt>
                <c:pt idx="5546">
                  <c:v>0.25</c:v>
                </c:pt>
                <c:pt idx="5547">
                  <c:v>0.25</c:v>
                </c:pt>
                <c:pt idx="5548">
                  <c:v>0.25</c:v>
                </c:pt>
                <c:pt idx="5549">
                  <c:v>0.25</c:v>
                </c:pt>
                <c:pt idx="5550">
                  <c:v>0.25</c:v>
                </c:pt>
                <c:pt idx="5551">
                  <c:v>0.25</c:v>
                </c:pt>
                <c:pt idx="5552">
                  <c:v>0.25</c:v>
                </c:pt>
                <c:pt idx="5553">
                  <c:v>0.25</c:v>
                </c:pt>
                <c:pt idx="5554">
                  <c:v>0.25</c:v>
                </c:pt>
                <c:pt idx="5555">
                  <c:v>0.25</c:v>
                </c:pt>
                <c:pt idx="5556">
                  <c:v>0.25</c:v>
                </c:pt>
                <c:pt idx="5557">
                  <c:v>0.25</c:v>
                </c:pt>
                <c:pt idx="5558">
                  <c:v>0.25</c:v>
                </c:pt>
                <c:pt idx="5559">
                  <c:v>0.25</c:v>
                </c:pt>
                <c:pt idx="5560">
                  <c:v>0.25</c:v>
                </c:pt>
                <c:pt idx="5561">
                  <c:v>0.25</c:v>
                </c:pt>
                <c:pt idx="5562">
                  <c:v>0.25</c:v>
                </c:pt>
                <c:pt idx="5563">
                  <c:v>0.25</c:v>
                </c:pt>
                <c:pt idx="5564">
                  <c:v>0.25</c:v>
                </c:pt>
                <c:pt idx="5565">
                  <c:v>0.25</c:v>
                </c:pt>
                <c:pt idx="5566">
                  <c:v>0.25</c:v>
                </c:pt>
                <c:pt idx="5567">
                  <c:v>0.25</c:v>
                </c:pt>
                <c:pt idx="5568">
                  <c:v>0.25</c:v>
                </c:pt>
                <c:pt idx="5569">
                  <c:v>0.25</c:v>
                </c:pt>
                <c:pt idx="5570">
                  <c:v>0.25</c:v>
                </c:pt>
                <c:pt idx="5571">
                  <c:v>0.25</c:v>
                </c:pt>
                <c:pt idx="5572">
                  <c:v>0.25</c:v>
                </c:pt>
                <c:pt idx="5573">
                  <c:v>0.25</c:v>
                </c:pt>
                <c:pt idx="5574">
                  <c:v>0.25</c:v>
                </c:pt>
                <c:pt idx="5575">
                  <c:v>0.25</c:v>
                </c:pt>
                <c:pt idx="5576">
                  <c:v>0.25</c:v>
                </c:pt>
                <c:pt idx="5577">
                  <c:v>0.25</c:v>
                </c:pt>
                <c:pt idx="5578">
                  <c:v>0.25</c:v>
                </c:pt>
                <c:pt idx="5579">
                  <c:v>0.25</c:v>
                </c:pt>
                <c:pt idx="5580">
                  <c:v>0.25</c:v>
                </c:pt>
                <c:pt idx="5581">
                  <c:v>0.25</c:v>
                </c:pt>
                <c:pt idx="5582">
                  <c:v>0.25</c:v>
                </c:pt>
                <c:pt idx="5583">
                  <c:v>0.25</c:v>
                </c:pt>
                <c:pt idx="5584">
                  <c:v>0.25</c:v>
                </c:pt>
                <c:pt idx="5585">
                  <c:v>0.25</c:v>
                </c:pt>
                <c:pt idx="5586">
                  <c:v>0.25</c:v>
                </c:pt>
                <c:pt idx="5587">
                  <c:v>0.25</c:v>
                </c:pt>
                <c:pt idx="5588">
                  <c:v>0.25</c:v>
                </c:pt>
                <c:pt idx="5589">
                  <c:v>0.25</c:v>
                </c:pt>
                <c:pt idx="5590">
                  <c:v>0.25</c:v>
                </c:pt>
                <c:pt idx="5591">
                  <c:v>0.25</c:v>
                </c:pt>
                <c:pt idx="5592">
                  <c:v>0.25</c:v>
                </c:pt>
                <c:pt idx="5593">
                  <c:v>0.25</c:v>
                </c:pt>
                <c:pt idx="5594">
                  <c:v>0.25</c:v>
                </c:pt>
                <c:pt idx="5595">
                  <c:v>0.25</c:v>
                </c:pt>
                <c:pt idx="5596">
                  <c:v>0.25</c:v>
                </c:pt>
                <c:pt idx="5597">
                  <c:v>0.25</c:v>
                </c:pt>
                <c:pt idx="5598">
                  <c:v>0.25</c:v>
                </c:pt>
                <c:pt idx="5599">
                  <c:v>0.25</c:v>
                </c:pt>
                <c:pt idx="5600">
                  <c:v>0.25</c:v>
                </c:pt>
                <c:pt idx="5601">
                  <c:v>0.25</c:v>
                </c:pt>
                <c:pt idx="5602">
                  <c:v>0.25</c:v>
                </c:pt>
                <c:pt idx="5603">
                  <c:v>0.25</c:v>
                </c:pt>
                <c:pt idx="5604">
                  <c:v>0.25</c:v>
                </c:pt>
                <c:pt idx="5605">
                  <c:v>0.25</c:v>
                </c:pt>
                <c:pt idx="5606">
                  <c:v>0.25</c:v>
                </c:pt>
                <c:pt idx="5607">
                  <c:v>0.25</c:v>
                </c:pt>
                <c:pt idx="5608">
                  <c:v>0.25</c:v>
                </c:pt>
                <c:pt idx="5609">
                  <c:v>0.25</c:v>
                </c:pt>
                <c:pt idx="5610">
                  <c:v>0.25</c:v>
                </c:pt>
                <c:pt idx="5611">
                  <c:v>0.25</c:v>
                </c:pt>
                <c:pt idx="5612">
                  <c:v>0.25</c:v>
                </c:pt>
                <c:pt idx="5613">
                  <c:v>0.25</c:v>
                </c:pt>
                <c:pt idx="5614">
                  <c:v>0.25</c:v>
                </c:pt>
                <c:pt idx="5615">
                  <c:v>0.25</c:v>
                </c:pt>
                <c:pt idx="5616">
                  <c:v>0.25</c:v>
                </c:pt>
                <c:pt idx="5617">
                  <c:v>0.25</c:v>
                </c:pt>
                <c:pt idx="5618">
                  <c:v>0.25</c:v>
                </c:pt>
                <c:pt idx="5619">
                  <c:v>0.25</c:v>
                </c:pt>
                <c:pt idx="5620">
                  <c:v>0.25</c:v>
                </c:pt>
                <c:pt idx="5621">
                  <c:v>0.25</c:v>
                </c:pt>
                <c:pt idx="5622">
                  <c:v>0.25</c:v>
                </c:pt>
                <c:pt idx="5623">
                  <c:v>0.25</c:v>
                </c:pt>
                <c:pt idx="5624">
                  <c:v>0.25</c:v>
                </c:pt>
                <c:pt idx="5625">
                  <c:v>0.25</c:v>
                </c:pt>
                <c:pt idx="5626">
                  <c:v>0.25</c:v>
                </c:pt>
                <c:pt idx="5627">
                  <c:v>0.25</c:v>
                </c:pt>
                <c:pt idx="5628">
                  <c:v>0.25</c:v>
                </c:pt>
                <c:pt idx="5629">
                  <c:v>0.25</c:v>
                </c:pt>
                <c:pt idx="5630">
                  <c:v>0.25</c:v>
                </c:pt>
                <c:pt idx="5631">
                  <c:v>0.25</c:v>
                </c:pt>
                <c:pt idx="5632">
                  <c:v>0.25</c:v>
                </c:pt>
                <c:pt idx="5633">
                  <c:v>0.25</c:v>
                </c:pt>
                <c:pt idx="5634">
                  <c:v>0.25</c:v>
                </c:pt>
                <c:pt idx="5635">
                  <c:v>0.25</c:v>
                </c:pt>
                <c:pt idx="5636">
                  <c:v>0.25</c:v>
                </c:pt>
                <c:pt idx="5637">
                  <c:v>0.25</c:v>
                </c:pt>
                <c:pt idx="5638">
                  <c:v>0.25</c:v>
                </c:pt>
                <c:pt idx="5639">
                  <c:v>0.25</c:v>
                </c:pt>
                <c:pt idx="5640">
                  <c:v>0.25</c:v>
                </c:pt>
                <c:pt idx="5641">
                  <c:v>0.25</c:v>
                </c:pt>
                <c:pt idx="5642">
                  <c:v>0.25</c:v>
                </c:pt>
                <c:pt idx="5643">
                  <c:v>0.25</c:v>
                </c:pt>
                <c:pt idx="5644">
                  <c:v>0.25</c:v>
                </c:pt>
                <c:pt idx="5645">
                  <c:v>0.25</c:v>
                </c:pt>
                <c:pt idx="5646">
                  <c:v>0.25</c:v>
                </c:pt>
                <c:pt idx="5647">
                  <c:v>0.25</c:v>
                </c:pt>
                <c:pt idx="5648">
                  <c:v>0.25</c:v>
                </c:pt>
                <c:pt idx="5649">
                  <c:v>0.25</c:v>
                </c:pt>
                <c:pt idx="5650">
                  <c:v>0.25</c:v>
                </c:pt>
                <c:pt idx="5651">
                  <c:v>0.25</c:v>
                </c:pt>
                <c:pt idx="5652">
                  <c:v>0.25</c:v>
                </c:pt>
                <c:pt idx="5653">
                  <c:v>0.25</c:v>
                </c:pt>
                <c:pt idx="5654">
                  <c:v>0.25</c:v>
                </c:pt>
                <c:pt idx="5655">
                  <c:v>0.25</c:v>
                </c:pt>
                <c:pt idx="5656">
                  <c:v>0.25</c:v>
                </c:pt>
                <c:pt idx="5657">
                  <c:v>0.25</c:v>
                </c:pt>
                <c:pt idx="5658">
                  <c:v>0.25</c:v>
                </c:pt>
                <c:pt idx="5659">
                  <c:v>0.25</c:v>
                </c:pt>
                <c:pt idx="5660">
                  <c:v>0.25</c:v>
                </c:pt>
                <c:pt idx="5661">
                  <c:v>0.25</c:v>
                </c:pt>
                <c:pt idx="5662">
                  <c:v>0.25</c:v>
                </c:pt>
                <c:pt idx="5663">
                  <c:v>0.25</c:v>
                </c:pt>
                <c:pt idx="5664">
                  <c:v>0.25</c:v>
                </c:pt>
                <c:pt idx="5665">
                  <c:v>0.25</c:v>
                </c:pt>
                <c:pt idx="5666">
                  <c:v>0.25</c:v>
                </c:pt>
                <c:pt idx="5667">
                  <c:v>0.25</c:v>
                </c:pt>
                <c:pt idx="5668">
                  <c:v>0.25</c:v>
                </c:pt>
                <c:pt idx="5669">
                  <c:v>0.25</c:v>
                </c:pt>
                <c:pt idx="5670">
                  <c:v>0.25</c:v>
                </c:pt>
                <c:pt idx="5671">
                  <c:v>0.25</c:v>
                </c:pt>
                <c:pt idx="5672">
                  <c:v>0.25</c:v>
                </c:pt>
                <c:pt idx="5673">
                  <c:v>0.25</c:v>
                </c:pt>
                <c:pt idx="5674">
                  <c:v>0.25</c:v>
                </c:pt>
                <c:pt idx="5675">
                  <c:v>0.25</c:v>
                </c:pt>
                <c:pt idx="5676">
                  <c:v>0.25</c:v>
                </c:pt>
                <c:pt idx="5677">
                  <c:v>0.25</c:v>
                </c:pt>
                <c:pt idx="5678">
                  <c:v>0.25</c:v>
                </c:pt>
                <c:pt idx="5679">
                  <c:v>0.25</c:v>
                </c:pt>
                <c:pt idx="5680">
                  <c:v>0.25</c:v>
                </c:pt>
                <c:pt idx="5681">
                  <c:v>0.25</c:v>
                </c:pt>
                <c:pt idx="5682">
                  <c:v>0.25</c:v>
                </c:pt>
                <c:pt idx="5683">
                  <c:v>0.25</c:v>
                </c:pt>
                <c:pt idx="5684">
                  <c:v>0.25</c:v>
                </c:pt>
                <c:pt idx="5685">
                  <c:v>0.25</c:v>
                </c:pt>
                <c:pt idx="5686">
                  <c:v>0.25</c:v>
                </c:pt>
                <c:pt idx="5687">
                  <c:v>0.25</c:v>
                </c:pt>
                <c:pt idx="5688">
                  <c:v>0.25</c:v>
                </c:pt>
                <c:pt idx="5689">
                  <c:v>0.25</c:v>
                </c:pt>
                <c:pt idx="5690">
                  <c:v>0.25</c:v>
                </c:pt>
                <c:pt idx="5691">
                  <c:v>0.25</c:v>
                </c:pt>
                <c:pt idx="5692">
                  <c:v>0.25</c:v>
                </c:pt>
                <c:pt idx="5693">
                  <c:v>0.25</c:v>
                </c:pt>
                <c:pt idx="5694">
                  <c:v>0.25</c:v>
                </c:pt>
                <c:pt idx="5695">
                  <c:v>0.25</c:v>
                </c:pt>
                <c:pt idx="5696">
                  <c:v>0.25</c:v>
                </c:pt>
                <c:pt idx="5697">
                  <c:v>0.25</c:v>
                </c:pt>
                <c:pt idx="5698">
                  <c:v>0.25</c:v>
                </c:pt>
                <c:pt idx="5699">
                  <c:v>0.25</c:v>
                </c:pt>
                <c:pt idx="5700">
                  <c:v>0.25</c:v>
                </c:pt>
                <c:pt idx="5701">
                  <c:v>0.25</c:v>
                </c:pt>
                <c:pt idx="5702">
                  <c:v>0.25</c:v>
                </c:pt>
                <c:pt idx="5703">
                  <c:v>0.25</c:v>
                </c:pt>
                <c:pt idx="5704">
                  <c:v>0.25</c:v>
                </c:pt>
                <c:pt idx="5705">
                  <c:v>0.25</c:v>
                </c:pt>
                <c:pt idx="5706">
                  <c:v>0.25</c:v>
                </c:pt>
                <c:pt idx="5707">
                  <c:v>0.25</c:v>
                </c:pt>
                <c:pt idx="5708">
                  <c:v>0.25</c:v>
                </c:pt>
                <c:pt idx="5709">
                  <c:v>0.25</c:v>
                </c:pt>
                <c:pt idx="5710">
                  <c:v>0.25</c:v>
                </c:pt>
                <c:pt idx="5711">
                  <c:v>0.25</c:v>
                </c:pt>
                <c:pt idx="5712">
                  <c:v>0.25</c:v>
                </c:pt>
                <c:pt idx="5713">
                  <c:v>0.25</c:v>
                </c:pt>
                <c:pt idx="5714">
                  <c:v>0.25</c:v>
                </c:pt>
                <c:pt idx="5715">
                  <c:v>0.25</c:v>
                </c:pt>
                <c:pt idx="5716">
                  <c:v>0.25</c:v>
                </c:pt>
                <c:pt idx="5717">
                  <c:v>0.25</c:v>
                </c:pt>
                <c:pt idx="5718">
                  <c:v>0.25</c:v>
                </c:pt>
                <c:pt idx="5719">
                  <c:v>0.25</c:v>
                </c:pt>
                <c:pt idx="5720">
                  <c:v>0.25</c:v>
                </c:pt>
                <c:pt idx="5721">
                  <c:v>0.25</c:v>
                </c:pt>
                <c:pt idx="5722">
                  <c:v>0.25</c:v>
                </c:pt>
                <c:pt idx="5723">
                  <c:v>0.25</c:v>
                </c:pt>
                <c:pt idx="5724">
                  <c:v>0.25</c:v>
                </c:pt>
                <c:pt idx="5725">
                  <c:v>0.25</c:v>
                </c:pt>
                <c:pt idx="5726">
                  <c:v>0.25</c:v>
                </c:pt>
                <c:pt idx="5727">
                  <c:v>0.25</c:v>
                </c:pt>
                <c:pt idx="5728">
                  <c:v>0.25</c:v>
                </c:pt>
                <c:pt idx="5729">
                  <c:v>0.25</c:v>
                </c:pt>
                <c:pt idx="5730">
                  <c:v>0.25</c:v>
                </c:pt>
                <c:pt idx="5731">
                  <c:v>0.25</c:v>
                </c:pt>
                <c:pt idx="5732">
                  <c:v>0.25</c:v>
                </c:pt>
                <c:pt idx="5733">
                  <c:v>0.25</c:v>
                </c:pt>
                <c:pt idx="5734">
                  <c:v>0.25</c:v>
                </c:pt>
                <c:pt idx="5735">
                  <c:v>0.25</c:v>
                </c:pt>
                <c:pt idx="5736">
                  <c:v>0.25</c:v>
                </c:pt>
                <c:pt idx="5737">
                  <c:v>0.25</c:v>
                </c:pt>
                <c:pt idx="5738">
                  <c:v>0.5</c:v>
                </c:pt>
                <c:pt idx="5739">
                  <c:v>0.5</c:v>
                </c:pt>
                <c:pt idx="5740">
                  <c:v>0.5</c:v>
                </c:pt>
                <c:pt idx="5741">
                  <c:v>0.5</c:v>
                </c:pt>
                <c:pt idx="5742">
                  <c:v>0.5</c:v>
                </c:pt>
                <c:pt idx="5743">
                  <c:v>0.5</c:v>
                </c:pt>
                <c:pt idx="5744">
                  <c:v>0.5</c:v>
                </c:pt>
                <c:pt idx="5745">
                  <c:v>0.5</c:v>
                </c:pt>
                <c:pt idx="5746">
                  <c:v>0.5</c:v>
                </c:pt>
                <c:pt idx="5747">
                  <c:v>0.5</c:v>
                </c:pt>
                <c:pt idx="5748">
                  <c:v>0.5</c:v>
                </c:pt>
                <c:pt idx="5749">
                  <c:v>0.5</c:v>
                </c:pt>
                <c:pt idx="5750">
                  <c:v>0.5</c:v>
                </c:pt>
                <c:pt idx="5751">
                  <c:v>0.5</c:v>
                </c:pt>
                <c:pt idx="5752">
                  <c:v>0.5</c:v>
                </c:pt>
                <c:pt idx="5753">
                  <c:v>0.5</c:v>
                </c:pt>
                <c:pt idx="5754">
                  <c:v>0.5</c:v>
                </c:pt>
                <c:pt idx="5755">
                  <c:v>0.5</c:v>
                </c:pt>
                <c:pt idx="5756">
                  <c:v>0.5</c:v>
                </c:pt>
                <c:pt idx="5757">
                  <c:v>0.5</c:v>
                </c:pt>
                <c:pt idx="5758">
                  <c:v>0.5</c:v>
                </c:pt>
                <c:pt idx="5759">
                  <c:v>0.5</c:v>
                </c:pt>
                <c:pt idx="5760">
                  <c:v>0.5</c:v>
                </c:pt>
                <c:pt idx="5761">
                  <c:v>0.5</c:v>
                </c:pt>
                <c:pt idx="5762">
                  <c:v>0.5</c:v>
                </c:pt>
                <c:pt idx="5763">
                  <c:v>0.5</c:v>
                </c:pt>
                <c:pt idx="5764">
                  <c:v>0.5</c:v>
                </c:pt>
                <c:pt idx="5765">
                  <c:v>0.5</c:v>
                </c:pt>
                <c:pt idx="5766">
                  <c:v>0.5</c:v>
                </c:pt>
                <c:pt idx="5767">
                  <c:v>0.5</c:v>
                </c:pt>
                <c:pt idx="5768">
                  <c:v>0.5</c:v>
                </c:pt>
                <c:pt idx="5769">
                  <c:v>0.5</c:v>
                </c:pt>
                <c:pt idx="5770">
                  <c:v>0.5</c:v>
                </c:pt>
                <c:pt idx="5771">
                  <c:v>0.5</c:v>
                </c:pt>
                <c:pt idx="5772">
                  <c:v>0.5</c:v>
                </c:pt>
                <c:pt idx="5773">
                  <c:v>1</c:v>
                </c:pt>
                <c:pt idx="5774">
                  <c:v>1</c:v>
                </c:pt>
                <c:pt idx="5775">
                  <c:v>1</c:v>
                </c:pt>
                <c:pt idx="5776">
                  <c:v>1</c:v>
                </c:pt>
                <c:pt idx="5777">
                  <c:v>1</c:v>
                </c:pt>
                <c:pt idx="5778">
                  <c:v>1</c:v>
                </c:pt>
                <c:pt idx="5779">
                  <c:v>1</c:v>
                </c:pt>
                <c:pt idx="5780">
                  <c:v>1</c:v>
                </c:pt>
                <c:pt idx="5781">
                  <c:v>1</c:v>
                </c:pt>
                <c:pt idx="5782">
                  <c:v>1</c:v>
                </c:pt>
                <c:pt idx="5783">
                  <c:v>1</c:v>
                </c:pt>
                <c:pt idx="5784">
                  <c:v>1</c:v>
                </c:pt>
                <c:pt idx="5785">
                  <c:v>1</c:v>
                </c:pt>
                <c:pt idx="5786">
                  <c:v>1</c:v>
                </c:pt>
                <c:pt idx="5787">
                  <c:v>1</c:v>
                </c:pt>
                <c:pt idx="5788">
                  <c:v>1</c:v>
                </c:pt>
                <c:pt idx="5789">
                  <c:v>1</c:v>
                </c:pt>
                <c:pt idx="5790">
                  <c:v>1</c:v>
                </c:pt>
                <c:pt idx="5791">
                  <c:v>1</c:v>
                </c:pt>
                <c:pt idx="5792">
                  <c:v>1</c:v>
                </c:pt>
                <c:pt idx="5793">
                  <c:v>1</c:v>
                </c:pt>
                <c:pt idx="5794">
                  <c:v>1</c:v>
                </c:pt>
                <c:pt idx="5795">
                  <c:v>1</c:v>
                </c:pt>
                <c:pt idx="5796">
                  <c:v>1</c:v>
                </c:pt>
                <c:pt idx="5797">
                  <c:v>1</c:v>
                </c:pt>
                <c:pt idx="5798">
                  <c:v>1</c:v>
                </c:pt>
                <c:pt idx="5799">
                  <c:v>1</c:v>
                </c:pt>
                <c:pt idx="5800">
                  <c:v>1</c:v>
                </c:pt>
                <c:pt idx="5801">
                  <c:v>1</c:v>
                </c:pt>
                <c:pt idx="5802">
                  <c:v>1</c:v>
                </c:pt>
                <c:pt idx="5803">
                  <c:v>1.75</c:v>
                </c:pt>
                <c:pt idx="5804">
                  <c:v>1.75</c:v>
                </c:pt>
                <c:pt idx="5805">
                  <c:v>1.75</c:v>
                </c:pt>
                <c:pt idx="5806">
                  <c:v>1.75</c:v>
                </c:pt>
                <c:pt idx="5807">
                  <c:v>1.75</c:v>
                </c:pt>
                <c:pt idx="5808">
                  <c:v>1.75</c:v>
                </c:pt>
                <c:pt idx="5809">
                  <c:v>1.75</c:v>
                </c:pt>
                <c:pt idx="5810">
                  <c:v>1.75</c:v>
                </c:pt>
                <c:pt idx="5811">
                  <c:v>1.75</c:v>
                </c:pt>
                <c:pt idx="5812">
                  <c:v>1.75</c:v>
                </c:pt>
                <c:pt idx="5813">
                  <c:v>1.75</c:v>
                </c:pt>
                <c:pt idx="5814">
                  <c:v>1.75</c:v>
                </c:pt>
                <c:pt idx="5815">
                  <c:v>1.75</c:v>
                </c:pt>
                <c:pt idx="5816">
                  <c:v>1.75</c:v>
                </c:pt>
                <c:pt idx="5817">
                  <c:v>1.75</c:v>
                </c:pt>
                <c:pt idx="5818">
                  <c:v>1.75</c:v>
                </c:pt>
                <c:pt idx="5819">
                  <c:v>1.75</c:v>
                </c:pt>
                <c:pt idx="5820">
                  <c:v>1.75</c:v>
                </c:pt>
                <c:pt idx="5821">
                  <c:v>1.75</c:v>
                </c:pt>
                <c:pt idx="5822">
                  <c:v>1.75</c:v>
                </c:pt>
                <c:pt idx="5823">
                  <c:v>1.75</c:v>
                </c:pt>
                <c:pt idx="5824">
                  <c:v>1.75</c:v>
                </c:pt>
                <c:pt idx="5825">
                  <c:v>1.75</c:v>
                </c:pt>
                <c:pt idx="5826">
                  <c:v>1.75</c:v>
                </c:pt>
                <c:pt idx="5827">
                  <c:v>1.75</c:v>
                </c:pt>
                <c:pt idx="5828">
                  <c:v>1.75</c:v>
                </c:pt>
                <c:pt idx="5829">
                  <c:v>1.75</c:v>
                </c:pt>
                <c:pt idx="5830">
                  <c:v>1.75</c:v>
                </c:pt>
                <c:pt idx="5831">
                  <c:v>1.75</c:v>
                </c:pt>
                <c:pt idx="5832">
                  <c:v>1.75</c:v>
                </c:pt>
                <c:pt idx="5833">
                  <c:v>2.5</c:v>
                </c:pt>
                <c:pt idx="5834">
                  <c:v>2.5</c:v>
                </c:pt>
                <c:pt idx="5835">
                  <c:v>2.5</c:v>
                </c:pt>
                <c:pt idx="5836">
                  <c:v>2.5</c:v>
                </c:pt>
                <c:pt idx="5837">
                  <c:v>2.5</c:v>
                </c:pt>
                <c:pt idx="5838">
                  <c:v>2.5</c:v>
                </c:pt>
                <c:pt idx="5839">
                  <c:v>2.5</c:v>
                </c:pt>
                <c:pt idx="5840">
                  <c:v>2.5</c:v>
                </c:pt>
                <c:pt idx="5841">
                  <c:v>2.5</c:v>
                </c:pt>
                <c:pt idx="5842">
                  <c:v>2.5</c:v>
                </c:pt>
                <c:pt idx="5843">
                  <c:v>2.5</c:v>
                </c:pt>
                <c:pt idx="5844">
                  <c:v>2.5</c:v>
                </c:pt>
                <c:pt idx="5845">
                  <c:v>2.5</c:v>
                </c:pt>
                <c:pt idx="5846">
                  <c:v>2.5</c:v>
                </c:pt>
                <c:pt idx="5847">
                  <c:v>2.5</c:v>
                </c:pt>
                <c:pt idx="5848">
                  <c:v>2.5</c:v>
                </c:pt>
                <c:pt idx="5849">
                  <c:v>2.5</c:v>
                </c:pt>
                <c:pt idx="5850">
                  <c:v>2.5</c:v>
                </c:pt>
                <c:pt idx="5851">
                  <c:v>2.5</c:v>
                </c:pt>
                <c:pt idx="5852">
                  <c:v>2.5</c:v>
                </c:pt>
                <c:pt idx="5853">
                  <c:v>2.5</c:v>
                </c:pt>
                <c:pt idx="5854">
                  <c:v>2.5</c:v>
                </c:pt>
                <c:pt idx="5855">
                  <c:v>2.5</c:v>
                </c:pt>
                <c:pt idx="5856">
                  <c:v>2.5</c:v>
                </c:pt>
                <c:pt idx="5857">
                  <c:v>2.5</c:v>
                </c:pt>
                <c:pt idx="5858">
                  <c:v>2.5</c:v>
                </c:pt>
                <c:pt idx="5859">
                  <c:v>2.5</c:v>
                </c:pt>
                <c:pt idx="5860">
                  <c:v>2.5</c:v>
                </c:pt>
                <c:pt idx="5861">
                  <c:v>2.5</c:v>
                </c:pt>
                <c:pt idx="5862">
                  <c:v>2.5</c:v>
                </c:pt>
                <c:pt idx="5863">
                  <c:v>2.5</c:v>
                </c:pt>
                <c:pt idx="5864">
                  <c:v>2.5</c:v>
                </c:pt>
                <c:pt idx="5865">
                  <c:v>2.5</c:v>
                </c:pt>
                <c:pt idx="5866">
                  <c:v>2.5</c:v>
                </c:pt>
                <c:pt idx="5867">
                  <c:v>2.5</c:v>
                </c:pt>
                <c:pt idx="5868">
                  <c:v>2.5</c:v>
                </c:pt>
                <c:pt idx="5869">
                  <c:v>2.5</c:v>
                </c:pt>
                <c:pt idx="5870">
                  <c:v>2.5</c:v>
                </c:pt>
                <c:pt idx="5871">
                  <c:v>2.5</c:v>
                </c:pt>
                <c:pt idx="5872">
                  <c:v>2.5</c:v>
                </c:pt>
                <c:pt idx="5873">
                  <c:v>3.25</c:v>
                </c:pt>
                <c:pt idx="5874">
                  <c:v>3.25</c:v>
                </c:pt>
                <c:pt idx="5875">
                  <c:v>3.25</c:v>
                </c:pt>
                <c:pt idx="5876">
                  <c:v>3.25</c:v>
                </c:pt>
                <c:pt idx="5877">
                  <c:v>3.25</c:v>
                </c:pt>
                <c:pt idx="5878">
                  <c:v>3.25</c:v>
                </c:pt>
                <c:pt idx="5879">
                  <c:v>3.25</c:v>
                </c:pt>
                <c:pt idx="5880">
                  <c:v>3.25</c:v>
                </c:pt>
                <c:pt idx="5881">
                  <c:v>3.25</c:v>
                </c:pt>
                <c:pt idx="5882">
                  <c:v>3.25</c:v>
                </c:pt>
                <c:pt idx="5883">
                  <c:v>3.25</c:v>
                </c:pt>
                <c:pt idx="5884">
                  <c:v>3.25</c:v>
                </c:pt>
                <c:pt idx="5885">
                  <c:v>3.25</c:v>
                </c:pt>
                <c:pt idx="5886">
                  <c:v>3.25</c:v>
                </c:pt>
                <c:pt idx="5887">
                  <c:v>3.25</c:v>
                </c:pt>
                <c:pt idx="5888">
                  <c:v>3.25</c:v>
                </c:pt>
                <c:pt idx="5889">
                  <c:v>3.25</c:v>
                </c:pt>
                <c:pt idx="5890">
                  <c:v>3.25</c:v>
                </c:pt>
                <c:pt idx="5891">
                  <c:v>3.25</c:v>
                </c:pt>
                <c:pt idx="5892">
                  <c:v>3.25</c:v>
                </c:pt>
                <c:pt idx="5893">
                  <c:v>3.25</c:v>
                </c:pt>
                <c:pt idx="5894">
                  <c:v>3.25</c:v>
                </c:pt>
                <c:pt idx="5895">
                  <c:v>3.25</c:v>
                </c:pt>
                <c:pt idx="5896">
                  <c:v>3.25</c:v>
                </c:pt>
                <c:pt idx="5897">
                  <c:v>3.25</c:v>
                </c:pt>
                <c:pt idx="5898">
                  <c:v>3.25</c:v>
                </c:pt>
                <c:pt idx="5899">
                  <c:v>3.25</c:v>
                </c:pt>
                <c:pt idx="5900">
                  <c:v>3.25</c:v>
                </c:pt>
                <c:pt idx="5901">
                  <c:v>3.25</c:v>
                </c:pt>
                <c:pt idx="5902">
                  <c:v>3.25</c:v>
                </c:pt>
                <c:pt idx="5903">
                  <c:v>4</c:v>
                </c:pt>
                <c:pt idx="5904">
                  <c:v>4</c:v>
                </c:pt>
                <c:pt idx="5905">
                  <c:v>4</c:v>
                </c:pt>
                <c:pt idx="5906">
                  <c:v>4</c:v>
                </c:pt>
                <c:pt idx="5907">
                  <c:v>4</c:v>
                </c:pt>
                <c:pt idx="5908">
                  <c:v>4</c:v>
                </c:pt>
                <c:pt idx="5909">
                  <c:v>4</c:v>
                </c:pt>
                <c:pt idx="5910">
                  <c:v>4</c:v>
                </c:pt>
                <c:pt idx="5911">
                  <c:v>4</c:v>
                </c:pt>
                <c:pt idx="5912">
                  <c:v>4</c:v>
                </c:pt>
                <c:pt idx="5913">
                  <c:v>4</c:v>
                </c:pt>
                <c:pt idx="5914">
                  <c:v>4</c:v>
                </c:pt>
                <c:pt idx="5915">
                  <c:v>4</c:v>
                </c:pt>
                <c:pt idx="5916">
                  <c:v>4</c:v>
                </c:pt>
                <c:pt idx="5917">
                  <c:v>4</c:v>
                </c:pt>
                <c:pt idx="5918">
                  <c:v>4</c:v>
                </c:pt>
                <c:pt idx="5919">
                  <c:v>4</c:v>
                </c:pt>
                <c:pt idx="5920">
                  <c:v>4</c:v>
                </c:pt>
                <c:pt idx="5921">
                  <c:v>4</c:v>
                </c:pt>
                <c:pt idx="5922">
                  <c:v>4</c:v>
                </c:pt>
                <c:pt idx="5923">
                  <c:v>4</c:v>
                </c:pt>
                <c:pt idx="5924">
                  <c:v>4</c:v>
                </c:pt>
                <c:pt idx="5925">
                  <c:v>4</c:v>
                </c:pt>
                <c:pt idx="5926">
                  <c:v>4</c:v>
                </c:pt>
                <c:pt idx="5927">
                  <c:v>4</c:v>
                </c:pt>
                <c:pt idx="5928">
                  <c:v>4</c:v>
                </c:pt>
                <c:pt idx="5929">
                  <c:v>4</c:v>
                </c:pt>
                <c:pt idx="5930">
                  <c:v>4</c:v>
                </c:pt>
                <c:pt idx="5931">
                  <c:v>4</c:v>
                </c:pt>
                <c:pt idx="5932">
                  <c:v>4</c:v>
                </c:pt>
                <c:pt idx="5933">
                  <c:v>4.5</c:v>
                </c:pt>
                <c:pt idx="5934">
                  <c:v>4.5</c:v>
                </c:pt>
                <c:pt idx="5935">
                  <c:v>4.5</c:v>
                </c:pt>
                <c:pt idx="5936">
                  <c:v>4.5</c:v>
                </c:pt>
                <c:pt idx="5937">
                  <c:v>4.5</c:v>
                </c:pt>
                <c:pt idx="5938">
                  <c:v>4.5</c:v>
                </c:pt>
                <c:pt idx="5939">
                  <c:v>4.5</c:v>
                </c:pt>
                <c:pt idx="5940">
                  <c:v>4.5</c:v>
                </c:pt>
                <c:pt idx="5941">
                  <c:v>4.5</c:v>
                </c:pt>
                <c:pt idx="5942">
                  <c:v>4.5</c:v>
                </c:pt>
                <c:pt idx="5943">
                  <c:v>4.5</c:v>
                </c:pt>
                <c:pt idx="5944">
                  <c:v>4.5</c:v>
                </c:pt>
                <c:pt idx="5945">
                  <c:v>4.5</c:v>
                </c:pt>
                <c:pt idx="5946">
                  <c:v>4.5</c:v>
                </c:pt>
                <c:pt idx="5947">
                  <c:v>4.5</c:v>
                </c:pt>
                <c:pt idx="5948">
                  <c:v>4.5</c:v>
                </c:pt>
                <c:pt idx="5949">
                  <c:v>4.5</c:v>
                </c:pt>
                <c:pt idx="5950">
                  <c:v>4.5</c:v>
                </c:pt>
                <c:pt idx="5951">
                  <c:v>4.5</c:v>
                </c:pt>
                <c:pt idx="5952">
                  <c:v>4.5</c:v>
                </c:pt>
                <c:pt idx="5953">
                  <c:v>4.5</c:v>
                </c:pt>
                <c:pt idx="5954">
                  <c:v>4.5</c:v>
                </c:pt>
                <c:pt idx="5955">
                  <c:v>4.5</c:v>
                </c:pt>
                <c:pt idx="5956">
                  <c:v>4.5</c:v>
                </c:pt>
                <c:pt idx="5957">
                  <c:v>4.5</c:v>
                </c:pt>
                <c:pt idx="5958">
                  <c:v>4.5</c:v>
                </c:pt>
                <c:pt idx="5959">
                  <c:v>4.5</c:v>
                </c:pt>
                <c:pt idx="5960">
                  <c:v>4.5</c:v>
                </c:pt>
                <c:pt idx="5961">
                  <c:v>4.5</c:v>
                </c:pt>
                <c:pt idx="5962">
                  <c:v>4.5</c:v>
                </c:pt>
                <c:pt idx="5963">
                  <c:v>4.5</c:v>
                </c:pt>
                <c:pt idx="5964">
                  <c:v>4.5</c:v>
                </c:pt>
                <c:pt idx="5965">
                  <c:v>4.5</c:v>
                </c:pt>
                <c:pt idx="5966">
                  <c:v>4.5</c:v>
                </c:pt>
                <c:pt idx="5967">
                  <c:v>4.5</c:v>
                </c:pt>
                <c:pt idx="5968">
                  <c:v>4.75</c:v>
                </c:pt>
                <c:pt idx="5969">
                  <c:v>4.75</c:v>
                </c:pt>
                <c:pt idx="5970">
                  <c:v>4.75</c:v>
                </c:pt>
                <c:pt idx="5971">
                  <c:v>4.75</c:v>
                </c:pt>
                <c:pt idx="5972">
                  <c:v>4.75</c:v>
                </c:pt>
                <c:pt idx="5973">
                  <c:v>4.75</c:v>
                </c:pt>
                <c:pt idx="5974">
                  <c:v>4.75</c:v>
                </c:pt>
                <c:pt idx="5975">
                  <c:v>4.75</c:v>
                </c:pt>
                <c:pt idx="5976">
                  <c:v>4.75</c:v>
                </c:pt>
                <c:pt idx="5977">
                  <c:v>4.75</c:v>
                </c:pt>
                <c:pt idx="5978">
                  <c:v>4.75</c:v>
                </c:pt>
                <c:pt idx="5979">
                  <c:v>4.75</c:v>
                </c:pt>
                <c:pt idx="5980">
                  <c:v>4.75</c:v>
                </c:pt>
                <c:pt idx="5981">
                  <c:v>4.75</c:v>
                </c:pt>
                <c:pt idx="5982">
                  <c:v>4.75</c:v>
                </c:pt>
                <c:pt idx="5983">
                  <c:v>4.75</c:v>
                </c:pt>
                <c:pt idx="5984">
                  <c:v>4.75</c:v>
                </c:pt>
                <c:pt idx="5985">
                  <c:v>4.75</c:v>
                </c:pt>
                <c:pt idx="5986">
                  <c:v>4.75</c:v>
                </c:pt>
                <c:pt idx="5987">
                  <c:v>4.75</c:v>
                </c:pt>
                <c:pt idx="5988">
                  <c:v>4.75</c:v>
                </c:pt>
                <c:pt idx="5989">
                  <c:v>4.75</c:v>
                </c:pt>
                <c:pt idx="5990">
                  <c:v>4.75</c:v>
                </c:pt>
                <c:pt idx="5991">
                  <c:v>4.75</c:v>
                </c:pt>
                <c:pt idx="5992">
                  <c:v>4.75</c:v>
                </c:pt>
                <c:pt idx="5993">
                  <c:v>4.75</c:v>
                </c:pt>
                <c:pt idx="5994">
                  <c:v>4.75</c:v>
                </c:pt>
                <c:pt idx="5995">
                  <c:v>4.75</c:v>
                </c:pt>
                <c:pt idx="5996">
                  <c:v>4.75</c:v>
                </c:pt>
                <c:pt idx="5997">
                  <c:v>4.75</c:v>
                </c:pt>
                <c:pt idx="5998">
                  <c:v>4.75</c:v>
                </c:pt>
                <c:pt idx="5999">
                  <c:v>4.75</c:v>
                </c:pt>
                <c:pt idx="6000">
                  <c:v>4.75</c:v>
                </c:pt>
                <c:pt idx="6001">
                  <c:v>4.75</c:v>
                </c:pt>
                <c:pt idx="6002">
                  <c:v>4.75</c:v>
                </c:pt>
                <c:pt idx="6003">
                  <c:v>5</c:v>
                </c:pt>
                <c:pt idx="6004">
                  <c:v>5</c:v>
                </c:pt>
                <c:pt idx="6005">
                  <c:v>5</c:v>
                </c:pt>
                <c:pt idx="6006">
                  <c:v>5</c:v>
                </c:pt>
                <c:pt idx="6007">
                  <c:v>5</c:v>
                </c:pt>
                <c:pt idx="6008">
                  <c:v>5</c:v>
                </c:pt>
                <c:pt idx="6009">
                  <c:v>5</c:v>
                </c:pt>
                <c:pt idx="6010">
                  <c:v>5</c:v>
                </c:pt>
                <c:pt idx="6011">
                  <c:v>5</c:v>
                </c:pt>
                <c:pt idx="6012">
                  <c:v>5</c:v>
                </c:pt>
                <c:pt idx="6013">
                  <c:v>5</c:v>
                </c:pt>
                <c:pt idx="6014">
                  <c:v>5</c:v>
                </c:pt>
                <c:pt idx="6015">
                  <c:v>5</c:v>
                </c:pt>
                <c:pt idx="6016">
                  <c:v>5</c:v>
                </c:pt>
                <c:pt idx="6017">
                  <c:v>5</c:v>
                </c:pt>
                <c:pt idx="6018">
                  <c:v>5</c:v>
                </c:pt>
                <c:pt idx="6019">
                  <c:v>5</c:v>
                </c:pt>
                <c:pt idx="6020">
                  <c:v>5</c:v>
                </c:pt>
                <c:pt idx="6021">
                  <c:v>5</c:v>
                </c:pt>
                <c:pt idx="6022">
                  <c:v>5</c:v>
                </c:pt>
                <c:pt idx="6023">
                  <c:v>5</c:v>
                </c:pt>
                <c:pt idx="6024">
                  <c:v>5</c:v>
                </c:pt>
                <c:pt idx="6025">
                  <c:v>5</c:v>
                </c:pt>
                <c:pt idx="6026">
                  <c:v>5</c:v>
                </c:pt>
                <c:pt idx="6027">
                  <c:v>5</c:v>
                </c:pt>
                <c:pt idx="6028">
                  <c:v>5</c:v>
                </c:pt>
                <c:pt idx="6029">
                  <c:v>5</c:v>
                </c:pt>
                <c:pt idx="6030">
                  <c:v>5</c:v>
                </c:pt>
                <c:pt idx="6031">
                  <c:v>5</c:v>
                </c:pt>
                <c:pt idx="6032">
                  <c:v>5</c:v>
                </c:pt>
                <c:pt idx="6033">
                  <c:v>5.25</c:v>
                </c:pt>
                <c:pt idx="6034">
                  <c:v>5.25</c:v>
                </c:pt>
                <c:pt idx="6035">
                  <c:v>5.25</c:v>
                </c:pt>
                <c:pt idx="6036">
                  <c:v>5.25</c:v>
                </c:pt>
                <c:pt idx="6037">
                  <c:v>5.25</c:v>
                </c:pt>
                <c:pt idx="6038">
                  <c:v>5.25</c:v>
                </c:pt>
                <c:pt idx="6039">
                  <c:v>5.25</c:v>
                </c:pt>
                <c:pt idx="6040">
                  <c:v>5.25</c:v>
                </c:pt>
                <c:pt idx="6041">
                  <c:v>5.25</c:v>
                </c:pt>
                <c:pt idx="6042">
                  <c:v>5.25</c:v>
                </c:pt>
                <c:pt idx="6043">
                  <c:v>5.25</c:v>
                </c:pt>
                <c:pt idx="6044">
                  <c:v>5.25</c:v>
                </c:pt>
                <c:pt idx="6045">
                  <c:v>5.25</c:v>
                </c:pt>
                <c:pt idx="6046">
                  <c:v>5.25</c:v>
                </c:pt>
                <c:pt idx="6047">
                  <c:v>5.25</c:v>
                </c:pt>
                <c:pt idx="6048">
                  <c:v>5.25</c:v>
                </c:pt>
                <c:pt idx="6049">
                  <c:v>5.25</c:v>
                </c:pt>
                <c:pt idx="6050">
                  <c:v>5.25</c:v>
                </c:pt>
                <c:pt idx="6051">
                  <c:v>5.25</c:v>
                </c:pt>
                <c:pt idx="6052">
                  <c:v>5.25</c:v>
                </c:pt>
                <c:pt idx="6053">
                  <c:v>5.25</c:v>
                </c:pt>
                <c:pt idx="6054">
                  <c:v>5.25</c:v>
                </c:pt>
                <c:pt idx="6055">
                  <c:v>5.25</c:v>
                </c:pt>
                <c:pt idx="6056">
                  <c:v>5.25</c:v>
                </c:pt>
                <c:pt idx="6057">
                  <c:v>5.25</c:v>
                </c:pt>
                <c:pt idx="6058">
                  <c:v>5.25</c:v>
                </c:pt>
                <c:pt idx="6059">
                  <c:v>5.25</c:v>
                </c:pt>
                <c:pt idx="6060">
                  <c:v>5.25</c:v>
                </c:pt>
                <c:pt idx="6061">
                  <c:v>5.25</c:v>
                </c:pt>
                <c:pt idx="6062">
                  <c:v>5.25</c:v>
                </c:pt>
                <c:pt idx="6063">
                  <c:v>5.25</c:v>
                </c:pt>
                <c:pt idx="6064">
                  <c:v>5.25</c:v>
                </c:pt>
                <c:pt idx="6065">
                  <c:v>5.25</c:v>
                </c:pt>
                <c:pt idx="6066">
                  <c:v>5.25</c:v>
                </c:pt>
                <c:pt idx="6067">
                  <c:v>5.25</c:v>
                </c:pt>
                <c:pt idx="6068">
                  <c:v>5.25</c:v>
                </c:pt>
                <c:pt idx="6069">
                  <c:v>5.25</c:v>
                </c:pt>
                <c:pt idx="6070">
                  <c:v>5.25</c:v>
                </c:pt>
                <c:pt idx="6071">
                  <c:v>5.25</c:v>
                </c:pt>
                <c:pt idx="6072">
                  <c:v>5.25</c:v>
                </c:pt>
                <c:pt idx="6073">
                  <c:v>5.25</c:v>
                </c:pt>
                <c:pt idx="6074">
                  <c:v>5.25</c:v>
                </c:pt>
                <c:pt idx="6075">
                  <c:v>5.25</c:v>
                </c:pt>
                <c:pt idx="6076">
                  <c:v>5.25</c:v>
                </c:pt>
                <c:pt idx="6077">
                  <c:v>5.25</c:v>
                </c:pt>
                <c:pt idx="6078">
                  <c:v>5.25</c:v>
                </c:pt>
                <c:pt idx="6079">
                  <c:v>5.25</c:v>
                </c:pt>
                <c:pt idx="6080">
                  <c:v>5.25</c:v>
                </c:pt>
                <c:pt idx="6081">
                  <c:v>5.25</c:v>
                </c:pt>
                <c:pt idx="6082">
                  <c:v>5.25</c:v>
                </c:pt>
                <c:pt idx="6083">
                  <c:v>5.25</c:v>
                </c:pt>
                <c:pt idx="6084">
                  <c:v>5.25</c:v>
                </c:pt>
                <c:pt idx="6085">
                  <c:v>5.25</c:v>
                </c:pt>
                <c:pt idx="6086">
                  <c:v>5.25</c:v>
                </c:pt>
                <c:pt idx="6087">
                  <c:v>5.25</c:v>
                </c:pt>
                <c:pt idx="6088">
                  <c:v>5.25</c:v>
                </c:pt>
                <c:pt idx="6089">
                  <c:v>5.25</c:v>
                </c:pt>
                <c:pt idx="6090">
                  <c:v>5.25</c:v>
                </c:pt>
                <c:pt idx="6091">
                  <c:v>5.25</c:v>
                </c:pt>
                <c:pt idx="6092">
                  <c:v>5.25</c:v>
                </c:pt>
                <c:pt idx="6093">
                  <c:v>5.5</c:v>
                </c:pt>
                <c:pt idx="6094">
                  <c:v>5.5</c:v>
                </c:pt>
                <c:pt idx="6095">
                  <c:v>5.5</c:v>
                </c:pt>
                <c:pt idx="6096">
                  <c:v>5.5</c:v>
                </c:pt>
                <c:pt idx="6097">
                  <c:v>5.5</c:v>
                </c:pt>
                <c:pt idx="6098">
                  <c:v>5.5</c:v>
                </c:pt>
                <c:pt idx="6099">
                  <c:v>5.5</c:v>
                </c:pt>
                <c:pt idx="6100">
                  <c:v>5.5</c:v>
                </c:pt>
                <c:pt idx="6101">
                  <c:v>5.5</c:v>
                </c:pt>
                <c:pt idx="6102">
                  <c:v>5.5</c:v>
                </c:pt>
                <c:pt idx="6103">
                  <c:v>5.5</c:v>
                </c:pt>
                <c:pt idx="6104">
                  <c:v>5.5</c:v>
                </c:pt>
                <c:pt idx="6105">
                  <c:v>5.5</c:v>
                </c:pt>
                <c:pt idx="6106">
                  <c:v>5.5</c:v>
                </c:pt>
                <c:pt idx="6107">
                  <c:v>5.5</c:v>
                </c:pt>
                <c:pt idx="6108">
                  <c:v>5.5</c:v>
                </c:pt>
                <c:pt idx="6109">
                  <c:v>5.5</c:v>
                </c:pt>
                <c:pt idx="6110">
                  <c:v>5.5</c:v>
                </c:pt>
                <c:pt idx="6111">
                  <c:v>5.5</c:v>
                </c:pt>
                <c:pt idx="6112">
                  <c:v>5.5</c:v>
                </c:pt>
                <c:pt idx="6113">
                  <c:v>5.5</c:v>
                </c:pt>
                <c:pt idx="6114">
                  <c:v>5.5</c:v>
                </c:pt>
                <c:pt idx="6115">
                  <c:v>5.5</c:v>
                </c:pt>
                <c:pt idx="6116">
                  <c:v>5.5</c:v>
                </c:pt>
                <c:pt idx="6117">
                  <c:v>5.5</c:v>
                </c:pt>
                <c:pt idx="6118">
                  <c:v>5.5</c:v>
                </c:pt>
                <c:pt idx="6119">
                  <c:v>5.5</c:v>
                </c:pt>
                <c:pt idx="6120">
                  <c:v>5.5</c:v>
                </c:pt>
                <c:pt idx="6121">
                  <c:v>5.5</c:v>
                </c:pt>
                <c:pt idx="6122">
                  <c:v>5.5</c:v>
                </c:pt>
                <c:pt idx="6123">
                  <c:v>5.5</c:v>
                </c:pt>
                <c:pt idx="6124">
                  <c:v>5.5</c:v>
                </c:pt>
                <c:pt idx="6125">
                  <c:v>5.5</c:v>
                </c:pt>
                <c:pt idx="6126">
                  <c:v>5.5</c:v>
                </c:pt>
                <c:pt idx="6127">
                  <c:v>5.5</c:v>
                </c:pt>
                <c:pt idx="6128">
                  <c:v>5.5</c:v>
                </c:pt>
                <c:pt idx="6129">
                  <c:v>5.5</c:v>
                </c:pt>
                <c:pt idx="6130">
                  <c:v>5.5</c:v>
                </c:pt>
                <c:pt idx="6131">
                  <c:v>5.5</c:v>
                </c:pt>
                <c:pt idx="6132">
                  <c:v>5.5</c:v>
                </c:pt>
                <c:pt idx="6133">
                  <c:v>5.5</c:v>
                </c:pt>
                <c:pt idx="6134">
                  <c:v>5.5</c:v>
                </c:pt>
                <c:pt idx="6135">
                  <c:v>5.5</c:v>
                </c:pt>
                <c:pt idx="6136">
                  <c:v>5.5</c:v>
                </c:pt>
                <c:pt idx="6137">
                  <c:v>5.5</c:v>
                </c:pt>
                <c:pt idx="6138">
                  <c:v>5.5</c:v>
                </c:pt>
                <c:pt idx="6139">
                  <c:v>5.5</c:v>
                </c:pt>
                <c:pt idx="6140">
                  <c:v>5.5</c:v>
                </c:pt>
                <c:pt idx="6141">
                  <c:v>5.5</c:v>
                </c:pt>
                <c:pt idx="6142">
                  <c:v>5.5</c:v>
                </c:pt>
                <c:pt idx="6143">
                  <c:v>5.5</c:v>
                </c:pt>
                <c:pt idx="6144">
                  <c:v>5.5</c:v>
                </c:pt>
                <c:pt idx="6145">
                  <c:v>5.5</c:v>
                </c:pt>
                <c:pt idx="6146">
                  <c:v>5.5</c:v>
                </c:pt>
                <c:pt idx="6147">
                  <c:v>5.5</c:v>
                </c:pt>
                <c:pt idx="6148">
                  <c:v>5.5</c:v>
                </c:pt>
                <c:pt idx="6149">
                  <c:v>5.5</c:v>
                </c:pt>
                <c:pt idx="6150">
                  <c:v>5.5</c:v>
                </c:pt>
                <c:pt idx="6151">
                  <c:v>5.5</c:v>
                </c:pt>
                <c:pt idx="6152">
                  <c:v>5.5</c:v>
                </c:pt>
                <c:pt idx="6153">
                  <c:v>5.5</c:v>
                </c:pt>
                <c:pt idx="6154">
                  <c:v>5.5</c:v>
                </c:pt>
                <c:pt idx="6155">
                  <c:v>5.5</c:v>
                </c:pt>
                <c:pt idx="6156">
                  <c:v>5.5</c:v>
                </c:pt>
                <c:pt idx="6157">
                  <c:v>5.5</c:v>
                </c:pt>
                <c:pt idx="6158">
                  <c:v>5.5</c:v>
                </c:pt>
                <c:pt idx="6159">
                  <c:v>5.5</c:v>
                </c:pt>
                <c:pt idx="6160">
                  <c:v>5.5</c:v>
                </c:pt>
                <c:pt idx="6161">
                  <c:v>5.5</c:v>
                </c:pt>
                <c:pt idx="6162">
                  <c:v>5.5</c:v>
                </c:pt>
                <c:pt idx="6163">
                  <c:v>5.5</c:v>
                </c:pt>
                <c:pt idx="6164">
                  <c:v>5.5</c:v>
                </c:pt>
                <c:pt idx="6165">
                  <c:v>5.5</c:v>
                </c:pt>
                <c:pt idx="6166">
                  <c:v>5.5</c:v>
                </c:pt>
                <c:pt idx="6167">
                  <c:v>5.5</c:v>
                </c:pt>
                <c:pt idx="6168">
                  <c:v>5.5</c:v>
                </c:pt>
                <c:pt idx="6169">
                  <c:v>5.5</c:v>
                </c:pt>
                <c:pt idx="6170">
                  <c:v>5.5</c:v>
                </c:pt>
                <c:pt idx="6171">
                  <c:v>5.5</c:v>
                </c:pt>
                <c:pt idx="6172">
                  <c:v>5.5</c:v>
                </c:pt>
                <c:pt idx="6173">
                  <c:v>5.5</c:v>
                </c:pt>
                <c:pt idx="6174">
                  <c:v>5.5</c:v>
                </c:pt>
                <c:pt idx="6175">
                  <c:v>5.5</c:v>
                </c:pt>
                <c:pt idx="6176">
                  <c:v>5.5</c:v>
                </c:pt>
                <c:pt idx="6177">
                  <c:v>5.5</c:v>
                </c:pt>
                <c:pt idx="6178">
                  <c:v>5.5</c:v>
                </c:pt>
                <c:pt idx="6179">
                  <c:v>5.5</c:v>
                </c:pt>
                <c:pt idx="6180">
                  <c:v>5.5</c:v>
                </c:pt>
                <c:pt idx="6181">
                  <c:v>5.5</c:v>
                </c:pt>
                <c:pt idx="6182">
                  <c:v>5.5</c:v>
                </c:pt>
                <c:pt idx="6183">
                  <c:v>5.5</c:v>
                </c:pt>
                <c:pt idx="6184">
                  <c:v>5.5</c:v>
                </c:pt>
                <c:pt idx="6185">
                  <c:v>5.5</c:v>
                </c:pt>
                <c:pt idx="6186">
                  <c:v>5.5</c:v>
                </c:pt>
                <c:pt idx="6187">
                  <c:v>5.5</c:v>
                </c:pt>
                <c:pt idx="6188">
                  <c:v>5.5</c:v>
                </c:pt>
                <c:pt idx="6189">
                  <c:v>5.5</c:v>
                </c:pt>
                <c:pt idx="6190">
                  <c:v>5.5</c:v>
                </c:pt>
                <c:pt idx="6191">
                  <c:v>5.5</c:v>
                </c:pt>
                <c:pt idx="6192">
                  <c:v>5.5</c:v>
                </c:pt>
                <c:pt idx="6193">
                  <c:v>5.5</c:v>
                </c:pt>
                <c:pt idx="6194">
                  <c:v>5.5</c:v>
                </c:pt>
                <c:pt idx="6195">
                  <c:v>5.5</c:v>
                </c:pt>
                <c:pt idx="6196">
                  <c:v>5.5</c:v>
                </c:pt>
                <c:pt idx="6197">
                  <c:v>5.5</c:v>
                </c:pt>
                <c:pt idx="6198">
                  <c:v>5.5</c:v>
                </c:pt>
                <c:pt idx="6199">
                  <c:v>5.5</c:v>
                </c:pt>
                <c:pt idx="6200">
                  <c:v>5.5</c:v>
                </c:pt>
                <c:pt idx="6201">
                  <c:v>5.5</c:v>
                </c:pt>
                <c:pt idx="6202">
                  <c:v>5.5</c:v>
                </c:pt>
                <c:pt idx="6203">
                  <c:v>5.5</c:v>
                </c:pt>
                <c:pt idx="6204">
                  <c:v>5.5</c:v>
                </c:pt>
                <c:pt idx="6205">
                  <c:v>5.5</c:v>
                </c:pt>
                <c:pt idx="6206">
                  <c:v>5.5</c:v>
                </c:pt>
                <c:pt idx="6207">
                  <c:v>5.5</c:v>
                </c:pt>
                <c:pt idx="6208">
                  <c:v>5.5</c:v>
                </c:pt>
                <c:pt idx="6209">
                  <c:v>5.5</c:v>
                </c:pt>
                <c:pt idx="6210">
                  <c:v>5.5</c:v>
                </c:pt>
                <c:pt idx="6211">
                  <c:v>5.5</c:v>
                </c:pt>
                <c:pt idx="6212">
                  <c:v>5.5</c:v>
                </c:pt>
                <c:pt idx="6213">
                  <c:v>5.5</c:v>
                </c:pt>
                <c:pt idx="6214">
                  <c:v>5.5</c:v>
                </c:pt>
                <c:pt idx="6215">
                  <c:v>5.5</c:v>
                </c:pt>
                <c:pt idx="6216">
                  <c:v>5.5</c:v>
                </c:pt>
                <c:pt idx="6217">
                  <c:v>5.5</c:v>
                </c:pt>
                <c:pt idx="6218">
                  <c:v>5.5</c:v>
                </c:pt>
                <c:pt idx="6219">
                  <c:v>5.5</c:v>
                </c:pt>
                <c:pt idx="6220">
                  <c:v>5.5</c:v>
                </c:pt>
                <c:pt idx="6221">
                  <c:v>5.5</c:v>
                </c:pt>
                <c:pt idx="6222">
                  <c:v>5.5</c:v>
                </c:pt>
                <c:pt idx="6223">
                  <c:v>5.5</c:v>
                </c:pt>
                <c:pt idx="6224">
                  <c:v>5.5</c:v>
                </c:pt>
                <c:pt idx="6225">
                  <c:v>5.5</c:v>
                </c:pt>
                <c:pt idx="6226">
                  <c:v>5.5</c:v>
                </c:pt>
                <c:pt idx="6227">
                  <c:v>5.5</c:v>
                </c:pt>
                <c:pt idx="6228">
                  <c:v>5.5</c:v>
                </c:pt>
                <c:pt idx="6229">
                  <c:v>5.5</c:v>
                </c:pt>
                <c:pt idx="6230">
                  <c:v>5.5</c:v>
                </c:pt>
                <c:pt idx="6231">
                  <c:v>5.5</c:v>
                </c:pt>
                <c:pt idx="6232">
                  <c:v>5.5</c:v>
                </c:pt>
                <c:pt idx="6233">
                  <c:v>5.5</c:v>
                </c:pt>
                <c:pt idx="6234">
                  <c:v>5.5</c:v>
                </c:pt>
                <c:pt idx="6235">
                  <c:v>5.5</c:v>
                </c:pt>
                <c:pt idx="6236">
                  <c:v>5.5</c:v>
                </c:pt>
                <c:pt idx="6237">
                  <c:v>5.5</c:v>
                </c:pt>
                <c:pt idx="6238">
                  <c:v>5.5</c:v>
                </c:pt>
                <c:pt idx="6239">
                  <c:v>5.5</c:v>
                </c:pt>
                <c:pt idx="6240">
                  <c:v>5.5</c:v>
                </c:pt>
                <c:pt idx="6241">
                  <c:v>5.5</c:v>
                </c:pt>
                <c:pt idx="6242">
                  <c:v>5.5</c:v>
                </c:pt>
                <c:pt idx="6243">
                  <c:v>5.5</c:v>
                </c:pt>
                <c:pt idx="6244">
                  <c:v>5.5</c:v>
                </c:pt>
                <c:pt idx="6245">
                  <c:v>5.5</c:v>
                </c:pt>
                <c:pt idx="6246">
                  <c:v>5.5</c:v>
                </c:pt>
                <c:pt idx="6247">
                  <c:v>5.5</c:v>
                </c:pt>
                <c:pt idx="6248">
                  <c:v>5.5</c:v>
                </c:pt>
                <c:pt idx="6249">
                  <c:v>5.5</c:v>
                </c:pt>
                <c:pt idx="6250">
                  <c:v>5.5</c:v>
                </c:pt>
                <c:pt idx="6251">
                  <c:v>5.5</c:v>
                </c:pt>
                <c:pt idx="6252">
                  <c:v>5.5</c:v>
                </c:pt>
                <c:pt idx="6253">
                  <c:v>5.5</c:v>
                </c:pt>
                <c:pt idx="6254">
                  <c:v>5.5</c:v>
                </c:pt>
                <c:pt idx="6255">
                  <c:v>5.5</c:v>
                </c:pt>
                <c:pt idx="6256">
                  <c:v>5.5</c:v>
                </c:pt>
                <c:pt idx="6257">
                  <c:v>5.5</c:v>
                </c:pt>
                <c:pt idx="6258">
                  <c:v>5.5</c:v>
                </c:pt>
                <c:pt idx="6259">
                  <c:v>5.5</c:v>
                </c:pt>
                <c:pt idx="6260">
                  <c:v>5.5</c:v>
                </c:pt>
                <c:pt idx="6261">
                  <c:v>5.5</c:v>
                </c:pt>
                <c:pt idx="6262">
                  <c:v>5.5</c:v>
                </c:pt>
                <c:pt idx="6263">
                  <c:v>5.5</c:v>
                </c:pt>
                <c:pt idx="6264">
                  <c:v>5.5</c:v>
                </c:pt>
                <c:pt idx="6265">
                  <c:v>5.5</c:v>
                </c:pt>
                <c:pt idx="6266">
                  <c:v>5.5</c:v>
                </c:pt>
                <c:pt idx="6267">
                  <c:v>5.5</c:v>
                </c:pt>
                <c:pt idx="6268">
                  <c:v>5.5</c:v>
                </c:pt>
                <c:pt idx="6269">
                  <c:v>5.5</c:v>
                </c:pt>
                <c:pt idx="6270">
                  <c:v>5.5</c:v>
                </c:pt>
                <c:pt idx="6271">
                  <c:v>5.5</c:v>
                </c:pt>
                <c:pt idx="6272">
                  <c:v>5.5</c:v>
                </c:pt>
                <c:pt idx="6273">
                  <c:v>5.5</c:v>
                </c:pt>
                <c:pt idx="6274">
                  <c:v>5.5</c:v>
                </c:pt>
                <c:pt idx="6275">
                  <c:v>5.5</c:v>
                </c:pt>
                <c:pt idx="6276">
                  <c:v>5.5</c:v>
                </c:pt>
                <c:pt idx="6277">
                  <c:v>5.5</c:v>
                </c:pt>
                <c:pt idx="6278">
                  <c:v>5.5</c:v>
                </c:pt>
                <c:pt idx="6279">
                  <c:v>5.5</c:v>
                </c:pt>
                <c:pt idx="6280">
                  <c:v>5.5</c:v>
                </c:pt>
                <c:pt idx="6281">
                  <c:v>5.5</c:v>
                </c:pt>
                <c:pt idx="6282">
                  <c:v>5.5</c:v>
                </c:pt>
                <c:pt idx="6283">
                  <c:v>5.5</c:v>
                </c:pt>
                <c:pt idx="6284">
                  <c:v>5.5</c:v>
                </c:pt>
                <c:pt idx="6285">
                  <c:v>5.5</c:v>
                </c:pt>
                <c:pt idx="6286">
                  <c:v>5.5</c:v>
                </c:pt>
                <c:pt idx="6287">
                  <c:v>5.5</c:v>
                </c:pt>
                <c:pt idx="6288">
                  <c:v>5.5</c:v>
                </c:pt>
                <c:pt idx="6289">
                  <c:v>5.5</c:v>
                </c:pt>
                <c:pt idx="6290">
                  <c:v>5.5</c:v>
                </c:pt>
                <c:pt idx="6291">
                  <c:v>5.5</c:v>
                </c:pt>
                <c:pt idx="6292">
                  <c:v>5.5</c:v>
                </c:pt>
                <c:pt idx="6293">
                  <c:v>5.5</c:v>
                </c:pt>
                <c:pt idx="6294">
                  <c:v>5.5</c:v>
                </c:pt>
                <c:pt idx="6295">
                  <c:v>5.5</c:v>
                </c:pt>
                <c:pt idx="6296">
                  <c:v>5.5</c:v>
                </c:pt>
                <c:pt idx="6297">
                  <c:v>5.5</c:v>
                </c:pt>
                <c:pt idx="6298">
                  <c:v>5.5</c:v>
                </c:pt>
                <c:pt idx="6299">
                  <c:v>5.5</c:v>
                </c:pt>
                <c:pt idx="6300">
                  <c:v>5.5</c:v>
                </c:pt>
                <c:pt idx="6301">
                  <c:v>5.5</c:v>
                </c:pt>
                <c:pt idx="6302">
                  <c:v>5.5</c:v>
                </c:pt>
                <c:pt idx="6303">
                  <c:v>5.5</c:v>
                </c:pt>
                <c:pt idx="6304">
                  <c:v>5.5</c:v>
                </c:pt>
                <c:pt idx="6305">
                  <c:v>5.5</c:v>
                </c:pt>
                <c:pt idx="6306">
                  <c:v>5.5</c:v>
                </c:pt>
                <c:pt idx="6307">
                  <c:v>5.5</c:v>
                </c:pt>
                <c:pt idx="6308">
                  <c:v>5.5</c:v>
                </c:pt>
                <c:pt idx="6309">
                  <c:v>5.5</c:v>
                </c:pt>
                <c:pt idx="6310">
                  <c:v>5.5</c:v>
                </c:pt>
                <c:pt idx="6311">
                  <c:v>5.5</c:v>
                </c:pt>
                <c:pt idx="6312">
                  <c:v>5.5</c:v>
                </c:pt>
                <c:pt idx="6313">
                  <c:v>5.5</c:v>
                </c:pt>
                <c:pt idx="6314">
                  <c:v>5.5</c:v>
                </c:pt>
                <c:pt idx="6315">
                  <c:v>5.5</c:v>
                </c:pt>
                <c:pt idx="6316">
                  <c:v>5.5</c:v>
                </c:pt>
                <c:pt idx="6317">
                  <c:v>5.5</c:v>
                </c:pt>
                <c:pt idx="6318">
                  <c:v>5.5</c:v>
                </c:pt>
                <c:pt idx="6319">
                  <c:v>5.5</c:v>
                </c:pt>
                <c:pt idx="6320">
                  <c:v>5.5</c:v>
                </c:pt>
                <c:pt idx="6321">
                  <c:v>5.5</c:v>
                </c:pt>
                <c:pt idx="6322">
                  <c:v>5.5</c:v>
                </c:pt>
                <c:pt idx="6323">
                  <c:v>5.5</c:v>
                </c:pt>
                <c:pt idx="6324">
                  <c:v>5.5</c:v>
                </c:pt>
                <c:pt idx="6325">
                  <c:v>5.5</c:v>
                </c:pt>
                <c:pt idx="6326">
                  <c:v>5.5</c:v>
                </c:pt>
                <c:pt idx="6327">
                  <c:v>5.5</c:v>
                </c:pt>
                <c:pt idx="6328">
                  <c:v>5.5</c:v>
                </c:pt>
                <c:pt idx="6329">
                  <c:v>5.5</c:v>
                </c:pt>
                <c:pt idx="6330">
                  <c:v>5.5</c:v>
                </c:pt>
                <c:pt idx="6331">
                  <c:v>5.5</c:v>
                </c:pt>
                <c:pt idx="6332">
                  <c:v>5.5</c:v>
                </c:pt>
                <c:pt idx="6333">
                  <c:v>5.5</c:v>
                </c:pt>
                <c:pt idx="6334">
                  <c:v>5.5</c:v>
                </c:pt>
                <c:pt idx="6335">
                  <c:v>5.5</c:v>
                </c:pt>
                <c:pt idx="6336">
                  <c:v>5.5</c:v>
                </c:pt>
                <c:pt idx="6337">
                  <c:v>5.5</c:v>
                </c:pt>
                <c:pt idx="6338">
                  <c:v>5.5</c:v>
                </c:pt>
                <c:pt idx="6339">
                  <c:v>5.5</c:v>
                </c:pt>
                <c:pt idx="6340">
                  <c:v>5.5</c:v>
                </c:pt>
                <c:pt idx="6341">
                  <c:v>5.5</c:v>
                </c:pt>
                <c:pt idx="6342">
                  <c:v>5.5</c:v>
                </c:pt>
                <c:pt idx="6343">
                  <c:v>5.5</c:v>
                </c:pt>
                <c:pt idx="6344">
                  <c:v>5.5</c:v>
                </c:pt>
                <c:pt idx="6345">
                  <c:v>5.5</c:v>
                </c:pt>
                <c:pt idx="6346">
                  <c:v>5.5</c:v>
                </c:pt>
                <c:pt idx="6347">
                  <c:v>5.5</c:v>
                </c:pt>
                <c:pt idx="6348">
                  <c:v>5.5</c:v>
                </c:pt>
                <c:pt idx="6349">
                  <c:v>5.5</c:v>
                </c:pt>
                <c:pt idx="6350">
                  <c:v>5.5</c:v>
                </c:pt>
                <c:pt idx="6351">
                  <c:v>5.5</c:v>
                </c:pt>
                <c:pt idx="6352">
                  <c:v>5.5</c:v>
                </c:pt>
                <c:pt idx="6353">
                  <c:v>5.5</c:v>
                </c:pt>
                <c:pt idx="6354">
                  <c:v>5.5</c:v>
                </c:pt>
                <c:pt idx="6355">
                  <c:v>5.5</c:v>
                </c:pt>
                <c:pt idx="6356">
                  <c:v>5.5</c:v>
                </c:pt>
                <c:pt idx="6357">
                  <c:v>5.5</c:v>
                </c:pt>
                <c:pt idx="6358">
                  <c:v>5.5</c:v>
                </c:pt>
                <c:pt idx="6359">
                  <c:v>5.5</c:v>
                </c:pt>
                <c:pt idx="6360">
                  <c:v>5.5</c:v>
                </c:pt>
                <c:pt idx="6361">
                  <c:v>5.5</c:v>
                </c:pt>
                <c:pt idx="6362">
                  <c:v>5.5</c:v>
                </c:pt>
                <c:pt idx="6363">
                  <c:v>5.5</c:v>
                </c:pt>
                <c:pt idx="6364">
                  <c:v>5.5</c:v>
                </c:pt>
                <c:pt idx="6365">
                  <c:v>5.5</c:v>
                </c:pt>
                <c:pt idx="6366">
                  <c:v>5.5</c:v>
                </c:pt>
                <c:pt idx="6367">
                  <c:v>5.5</c:v>
                </c:pt>
                <c:pt idx="6368">
                  <c:v>5.5</c:v>
                </c:pt>
                <c:pt idx="6369">
                  <c:v>5.5</c:v>
                </c:pt>
                <c:pt idx="6370">
                  <c:v>5.5</c:v>
                </c:pt>
                <c:pt idx="6371">
                  <c:v>5.5</c:v>
                </c:pt>
                <c:pt idx="6372">
                  <c:v>5.5</c:v>
                </c:pt>
                <c:pt idx="6373">
                  <c:v>5.5</c:v>
                </c:pt>
                <c:pt idx="6374">
                  <c:v>5.5</c:v>
                </c:pt>
                <c:pt idx="6375">
                  <c:v>5.5</c:v>
                </c:pt>
                <c:pt idx="6376">
                  <c:v>5.5</c:v>
                </c:pt>
                <c:pt idx="6377">
                  <c:v>5.5</c:v>
                </c:pt>
                <c:pt idx="6378">
                  <c:v>5.5</c:v>
                </c:pt>
                <c:pt idx="6379">
                  <c:v>5.5</c:v>
                </c:pt>
                <c:pt idx="6380">
                  <c:v>5.5</c:v>
                </c:pt>
                <c:pt idx="6381">
                  <c:v>5.5</c:v>
                </c:pt>
                <c:pt idx="6382">
                  <c:v>5.5</c:v>
                </c:pt>
                <c:pt idx="6383">
                  <c:v>5.5</c:v>
                </c:pt>
                <c:pt idx="6384">
                  <c:v>5.5</c:v>
                </c:pt>
                <c:pt idx="6385">
                  <c:v>5.5</c:v>
                </c:pt>
                <c:pt idx="6386">
                  <c:v>5.5</c:v>
                </c:pt>
                <c:pt idx="6387">
                  <c:v>5.5</c:v>
                </c:pt>
                <c:pt idx="6388">
                  <c:v>5.5</c:v>
                </c:pt>
                <c:pt idx="6389">
                  <c:v>5.5</c:v>
                </c:pt>
                <c:pt idx="6390">
                  <c:v>5.5</c:v>
                </c:pt>
                <c:pt idx="6391">
                  <c:v>5.5</c:v>
                </c:pt>
                <c:pt idx="6392">
                  <c:v>5.5</c:v>
                </c:pt>
                <c:pt idx="6393">
                  <c:v>5</c:v>
                </c:pt>
                <c:pt idx="6394">
                  <c:v>5</c:v>
                </c:pt>
                <c:pt idx="6395">
                  <c:v>5</c:v>
                </c:pt>
                <c:pt idx="6396">
                  <c:v>5</c:v>
                </c:pt>
                <c:pt idx="6397">
                  <c:v>5</c:v>
                </c:pt>
                <c:pt idx="6398">
                  <c:v>5</c:v>
                </c:pt>
                <c:pt idx="6399">
                  <c:v>5</c:v>
                </c:pt>
                <c:pt idx="6400">
                  <c:v>5</c:v>
                </c:pt>
                <c:pt idx="6401">
                  <c:v>5</c:v>
                </c:pt>
                <c:pt idx="6402">
                  <c:v>5</c:v>
                </c:pt>
                <c:pt idx="6403">
                  <c:v>5</c:v>
                </c:pt>
                <c:pt idx="6404">
                  <c:v>5</c:v>
                </c:pt>
                <c:pt idx="6405">
                  <c:v>5</c:v>
                </c:pt>
                <c:pt idx="6406">
                  <c:v>5</c:v>
                </c:pt>
                <c:pt idx="6407">
                  <c:v>5</c:v>
                </c:pt>
                <c:pt idx="6408">
                  <c:v>5</c:v>
                </c:pt>
                <c:pt idx="6409">
                  <c:v>5</c:v>
                </c:pt>
                <c:pt idx="6410">
                  <c:v>5</c:v>
                </c:pt>
                <c:pt idx="6411">
                  <c:v>5</c:v>
                </c:pt>
                <c:pt idx="6412">
                  <c:v>5</c:v>
                </c:pt>
                <c:pt idx="6413">
                  <c:v>5</c:v>
                </c:pt>
                <c:pt idx="6414">
                  <c:v>5</c:v>
                </c:pt>
                <c:pt idx="6415">
                  <c:v>5</c:v>
                </c:pt>
                <c:pt idx="6416">
                  <c:v>5</c:v>
                </c:pt>
                <c:pt idx="6417">
                  <c:v>5</c:v>
                </c:pt>
                <c:pt idx="6418">
                  <c:v>5</c:v>
                </c:pt>
                <c:pt idx="6419">
                  <c:v>5</c:v>
                </c:pt>
                <c:pt idx="6420">
                  <c:v>5</c:v>
                </c:pt>
                <c:pt idx="6421">
                  <c:v>5</c:v>
                </c:pt>
                <c:pt idx="6422">
                  <c:v>5</c:v>
                </c:pt>
                <c:pt idx="6423">
                  <c:v>5</c:v>
                </c:pt>
                <c:pt idx="6424">
                  <c:v>5</c:v>
                </c:pt>
                <c:pt idx="6425">
                  <c:v>5</c:v>
                </c:pt>
                <c:pt idx="6426">
                  <c:v>5</c:v>
                </c:pt>
                <c:pt idx="6427">
                  <c:v>5</c:v>
                </c:pt>
                <c:pt idx="6428">
                  <c:v>5</c:v>
                </c:pt>
                <c:pt idx="6429">
                  <c:v>4.75</c:v>
                </c:pt>
                <c:pt idx="6430">
                  <c:v>4.75</c:v>
                </c:pt>
                <c:pt idx="6431">
                  <c:v>4.75</c:v>
                </c:pt>
                <c:pt idx="6432">
                  <c:v>4.75</c:v>
                </c:pt>
                <c:pt idx="6433">
                  <c:v>4.75</c:v>
                </c:pt>
                <c:pt idx="6434">
                  <c:v>4.75</c:v>
                </c:pt>
                <c:pt idx="6435">
                  <c:v>4.75</c:v>
                </c:pt>
                <c:pt idx="6436">
                  <c:v>4.75</c:v>
                </c:pt>
                <c:pt idx="6437">
                  <c:v>4.75</c:v>
                </c:pt>
                <c:pt idx="6438">
                  <c:v>4.75</c:v>
                </c:pt>
                <c:pt idx="6439">
                  <c:v>4.75</c:v>
                </c:pt>
                <c:pt idx="6440">
                  <c:v>4.75</c:v>
                </c:pt>
                <c:pt idx="6441">
                  <c:v>4.75</c:v>
                </c:pt>
                <c:pt idx="6442">
                  <c:v>4.75</c:v>
                </c:pt>
                <c:pt idx="6443">
                  <c:v>4.75</c:v>
                </c:pt>
                <c:pt idx="6444">
                  <c:v>4.75</c:v>
                </c:pt>
                <c:pt idx="6445">
                  <c:v>4.75</c:v>
                </c:pt>
                <c:pt idx="6446">
                  <c:v>4.75</c:v>
                </c:pt>
                <c:pt idx="6447">
                  <c:v>4.75</c:v>
                </c:pt>
                <c:pt idx="6448">
                  <c:v>4.75</c:v>
                </c:pt>
                <c:pt idx="6449">
                  <c:v>4.75</c:v>
                </c:pt>
                <c:pt idx="6450">
                  <c:v>4.75</c:v>
                </c:pt>
                <c:pt idx="6451">
                  <c:v>4.75</c:v>
                </c:pt>
                <c:pt idx="6452">
                  <c:v>4.75</c:v>
                </c:pt>
                <c:pt idx="6453">
                  <c:v>4.75</c:v>
                </c:pt>
                <c:pt idx="6454">
                  <c:v>4.75</c:v>
                </c:pt>
                <c:pt idx="6455">
                  <c:v>4.75</c:v>
                </c:pt>
                <c:pt idx="6456">
                  <c:v>4.75</c:v>
                </c:pt>
                <c:pt idx="6457">
                  <c:v>4.75</c:v>
                </c:pt>
                <c:pt idx="6458">
                  <c:v>4.5</c:v>
                </c:pt>
                <c:pt idx="6459">
                  <c:v>4.5</c:v>
                </c:pt>
                <c:pt idx="6460">
                  <c:v>4.5</c:v>
                </c:pt>
                <c:pt idx="6461">
                  <c:v>4.5</c:v>
                </c:pt>
                <c:pt idx="6462">
                  <c:v>4.5</c:v>
                </c:pt>
                <c:pt idx="6463">
                  <c:v>4.5</c:v>
                </c:pt>
                <c:pt idx="6464">
                  <c:v>4.5</c:v>
                </c:pt>
                <c:pt idx="6465">
                  <c:v>4.5</c:v>
                </c:pt>
                <c:pt idx="6466">
                  <c:v>4.5</c:v>
                </c:pt>
                <c:pt idx="6467">
                  <c:v>4.5</c:v>
                </c:pt>
                <c:pt idx="6468">
                  <c:v>4.5</c:v>
                </c:pt>
                <c:pt idx="6469">
                  <c:v>4.5</c:v>
                </c:pt>
                <c:pt idx="6470">
                  <c:v>4.5</c:v>
                </c:pt>
                <c:pt idx="6471">
                  <c:v>4.5</c:v>
                </c:pt>
                <c:pt idx="6472">
                  <c:v>4.5</c:v>
                </c:pt>
                <c:pt idx="6473">
                  <c:v>4.5</c:v>
                </c:pt>
                <c:pt idx="6474">
                  <c:v>4.5</c:v>
                </c:pt>
                <c:pt idx="6475">
                  <c:v>4.5</c:v>
                </c:pt>
                <c:pt idx="6476">
                  <c:v>4.5</c:v>
                </c:pt>
                <c:pt idx="6477">
                  <c:v>4.5</c:v>
                </c:pt>
                <c:pt idx="6478">
                  <c:v>4.5</c:v>
                </c:pt>
                <c:pt idx="6479">
                  <c:v>4.5</c:v>
                </c:pt>
                <c:pt idx="6480">
                  <c:v>4.5</c:v>
                </c:pt>
                <c:pt idx="6481">
                  <c:v>4.5</c:v>
                </c:pt>
                <c:pt idx="6482">
                  <c:v>4.5</c:v>
                </c:pt>
                <c:pt idx="6483">
                  <c:v>4.5</c:v>
                </c:pt>
                <c:pt idx="6484">
                  <c:v>4.5</c:v>
                </c:pt>
                <c:pt idx="6485">
                  <c:v>4.5</c:v>
                </c:pt>
                <c:pt idx="6486">
                  <c:v>4.5</c:v>
                </c:pt>
                <c:pt idx="6487">
                  <c:v>4.5</c:v>
                </c:pt>
                <c:pt idx="6488">
                  <c:v>4.5</c:v>
                </c:pt>
                <c:pt idx="6489">
                  <c:v>4.5</c:v>
                </c:pt>
                <c:pt idx="6490">
                  <c:v>4.5</c:v>
                </c:pt>
                <c:pt idx="6491">
                  <c:v>4.5</c:v>
                </c:pt>
                <c:pt idx="6492">
                  <c:v>4.5</c:v>
                </c:pt>
                <c:pt idx="6493">
                  <c:v>4.5</c:v>
                </c:pt>
                <c:pt idx="6494">
                  <c:v>4.5</c:v>
                </c:pt>
                <c:pt idx="6495">
                  <c:v>4.5</c:v>
                </c:pt>
                <c:pt idx="6496">
                  <c:v>4.5</c:v>
                </c:pt>
                <c:pt idx="6497">
                  <c:v>4.5</c:v>
                </c:pt>
                <c:pt idx="6498">
                  <c:v>4.5</c:v>
                </c:pt>
                <c:pt idx="6499">
                  <c:v>4.5</c:v>
                </c:pt>
                <c:pt idx="6500">
                  <c:v>4.5</c:v>
                </c:pt>
                <c:pt idx="6501">
                  <c:v>4.5</c:v>
                </c:pt>
                <c:pt idx="6502">
                  <c:v>4.5</c:v>
                </c:pt>
                <c:pt idx="6503">
                  <c:v>4.5</c:v>
                </c:pt>
                <c:pt idx="6504">
                  <c:v>4.5</c:v>
                </c:pt>
                <c:pt idx="6505">
                  <c:v>4.5</c:v>
                </c:pt>
                <c:pt idx="6506">
                  <c:v>4.5</c:v>
                </c:pt>
                <c:pt idx="6507">
                  <c:v>4.5</c:v>
                </c:pt>
                <c:pt idx="6508">
                  <c:v>4.5</c:v>
                </c:pt>
                <c:pt idx="6509">
                  <c:v>4.5</c:v>
                </c:pt>
                <c:pt idx="6510">
                  <c:v>4.5</c:v>
                </c:pt>
                <c:pt idx="6511">
                  <c:v>4.5</c:v>
                </c:pt>
                <c:pt idx="6512">
                  <c:v>4.5</c:v>
                </c:pt>
                <c:pt idx="6513">
                  <c:v>4.5</c:v>
                </c:pt>
                <c:pt idx="6514">
                  <c:v>4.5</c:v>
                </c:pt>
                <c:pt idx="6515">
                  <c:v>4.5</c:v>
                </c:pt>
                <c:pt idx="6516">
                  <c:v>4.5</c:v>
                </c:pt>
                <c:pt idx="6517">
                  <c:v>4.5</c:v>
                </c:pt>
                <c:pt idx="6518">
                  <c:v>4.5</c:v>
                </c:pt>
                <c:pt idx="6519">
                  <c:v>4.5</c:v>
                </c:pt>
                <c:pt idx="6520">
                  <c:v>4.5</c:v>
                </c:pt>
                <c:pt idx="6521">
                  <c:v>4.5</c:v>
                </c:pt>
                <c:pt idx="6522">
                  <c:v>4.5</c:v>
                </c:pt>
                <c:pt idx="6523">
                  <c:v>4.5</c:v>
                </c:pt>
                <c:pt idx="6524">
                  <c:v>4.5</c:v>
                </c:pt>
                <c:pt idx="6525">
                  <c:v>4.5</c:v>
                </c:pt>
                <c:pt idx="6526">
                  <c:v>4.5</c:v>
                </c:pt>
                <c:pt idx="6527">
                  <c:v>4.5</c:v>
                </c:pt>
                <c:pt idx="6528">
                  <c:v>4.5</c:v>
                </c:pt>
                <c:pt idx="6529">
                  <c:v>4.5</c:v>
                </c:pt>
                <c:pt idx="6530">
                  <c:v>4.5</c:v>
                </c:pt>
                <c:pt idx="6531">
                  <c:v>4.5</c:v>
                </c:pt>
                <c:pt idx="6532">
                  <c:v>4.5</c:v>
                </c:pt>
                <c:pt idx="6533">
                  <c:v>4.5</c:v>
                </c:pt>
                <c:pt idx="6534">
                  <c:v>4.5</c:v>
                </c:pt>
                <c:pt idx="6535">
                  <c:v>4.5</c:v>
                </c:pt>
                <c:pt idx="6536">
                  <c:v>4.5</c:v>
                </c:pt>
                <c:pt idx="6537">
                  <c:v>4.5</c:v>
                </c:pt>
                <c:pt idx="6538">
                  <c:v>4.5</c:v>
                </c:pt>
                <c:pt idx="6539">
                  <c:v>4.5</c:v>
                </c:pt>
                <c:pt idx="6540">
                  <c:v>4.5</c:v>
                </c:pt>
                <c:pt idx="6541">
                  <c:v>4.5</c:v>
                </c:pt>
                <c:pt idx="6542">
                  <c:v>4.5</c:v>
                </c:pt>
                <c:pt idx="6543">
                  <c:v>4.5</c:v>
                </c:pt>
                <c:pt idx="6544">
                  <c:v>4.5</c:v>
                </c:pt>
                <c:pt idx="6545">
                  <c:v>4.5</c:v>
                </c:pt>
                <c:pt idx="6546">
                  <c:v>4.5</c:v>
                </c:pt>
                <c:pt idx="6547">
                  <c:v>4.5</c:v>
                </c:pt>
                <c:pt idx="6548">
                  <c:v>4.5</c:v>
                </c:pt>
                <c:pt idx="6549">
                  <c:v>4.5</c:v>
                </c:pt>
                <c:pt idx="6550">
                  <c:v>4.5</c:v>
                </c:pt>
                <c:pt idx="6551">
                  <c:v>4.5</c:v>
                </c:pt>
                <c:pt idx="6552">
                  <c:v>4.5</c:v>
                </c:pt>
                <c:pt idx="6553">
                  <c:v>4.5</c:v>
                </c:pt>
                <c:pt idx="6554">
                  <c:v>4.5</c:v>
                </c:pt>
                <c:pt idx="6555">
                  <c:v>4.5</c:v>
                </c:pt>
                <c:pt idx="6556">
                  <c:v>4.5</c:v>
                </c:pt>
                <c:pt idx="6557">
                  <c:v>4.5</c:v>
                </c:pt>
                <c:pt idx="6558">
                  <c:v>4.5</c:v>
                </c:pt>
                <c:pt idx="6559">
                  <c:v>4.5</c:v>
                </c:pt>
                <c:pt idx="6560">
                  <c:v>4.5</c:v>
                </c:pt>
                <c:pt idx="6561">
                  <c:v>4.5</c:v>
                </c:pt>
                <c:pt idx="6562">
                  <c:v>4.5</c:v>
                </c:pt>
                <c:pt idx="6563">
                  <c:v>4.5</c:v>
                </c:pt>
                <c:pt idx="6564">
                  <c:v>4.5</c:v>
                </c:pt>
                <c:pt idx="6565">
                  <c:v>4.5</c:v>
                </c:pt>
                <c:pt idx="6566">
                  <c:v>4.5</c:v>
                </c:pt>
                <c:pt idx="6567">
                  <c:v>4.5</c:v>
                </c:pt>
                <c:pt idx="6568">
                  <c:v>4.5</c:v>
                </c:pt>
                <c:pt idx="6569">
                  <c:v>4.5</c:v>
                </c:pt>
                <c:pt idx="6570">
                  <c:v>4.5</c:v>
                </c:pt>
                <c:pt idx="6571">
                  <c:v>4.5</c:v>
                </c:pt>
                <c:pt idx="6572">
                  <c:v>4.5</c:v>
                </c:pt>
                <c:pt idx="6573">
                  <c:v>4.5</c:v>
                </c:pt>
                <c:pt idx="6574">
                  <c:v>4.5</c:v>
                </c:pt>
                <c:pt idx="6575">
                  <c:v>4.5</c:v>
                </c:pt>
                <c:pt idx="6576">
                  <c:v>4.5</c:v>
                </c:pt>
                <c:pt idx="6577">
                  <c:v>4.5</c:v>
                </c:pt>
                <c:pt idx="6578">
                  <c:v>4.5</c:v>
                </c:pt>
                <c:pt idx="6579">
                  <c:v>4.5</c:v>
                </c:pt>
                <c:pt idx="6580">
                  <c:v>4.5</c:v>
                </c:pt>
                <c:pt idx="6581">
                  <c:v>4.5</c:v>
                </c:pt>
                <c:pt idx="6582">
                  <c:v>4.5</c:v>
                </c:pt>
                <c:pt idx="6583">
                  <c:v>4.5</c:v>
                </c:pt>
                <c:pt idx="6584">
                  <c:v>4.5</c:v>
                </c:pt>
                <c:pt idx="6585">
                  <c:v>4.5</c:v>
                </c:pt>
                <c:pt idx="6586">
                  <c:v>4.5</c:v>
                </c:pt>
                <c:pt idx="6587">
                  <c:v>4.5</c:v>
                </c:pt>
                <c:pt idx="6588">
                  <c:v>4.5</c:v>
                </c:pt>
                <c:pt idx="6589">
                  <c:v>4.5</c:v>
                </c:pt>
                <c:pt idx="6590">
                  <c:v>4.5</c:v>
                </c:pt>
                <c:pt idx="6591">
                  <c:v>4.5</c:v>
                </c:pt>
                <c:pt idx="6592">
                  <c:v>4.5</c:v>
                </c:pt>
                <c:pt idx="6593">
                  <c:v>4.5</c:v>
                </c:pt>
                <c:pt idx="6594">
                  <c:v>4.5</c:v>
                </c:pt>
                <c:pt idx="6595">
                  <c:v>4.5</c:v>
                </c:pt>
                <c:pt idx="6596">
                  <c:v>4.5</c:v>
                </c:pt>
                <c:pt idx="6597">
                  <c:v>4.5</c:v>
                </c:pt>
                <c:pt idx="6598">
                  <c:v>4.5</c:v>
                </c:pt>
                <c:pt idx="6599">
                  <c:v>4.5</c:v>
                </c:pt>
                <c:pt idx="6600">
                  <c:v>4.5</c:v>
                </c:pt>
                <c:pt idx="6601">
                  <c:v>4.5</c:v>
                </c:pt>
                <c:pt idx="6602">
                  <c:v>4.5</c:v>
                </c:pt>
                <c:pt idx="6603">
                  <c:v>4.5</c:v>
                </c:pt>
                <c:pt idx="6604">
                  <c:v>4.5</c:v>
                </c:pt>
                <c:pt idx="6605">
                  <c:v>4.5</c:v>
                </c:pt>
                <c:pt idx="6606">
                  <c:v>4.5</c:v>
                </c:pt>
                <c:pt idx="6607">
                  <c:v>4.5</c:v>
                </c:pt>
                <c:pt idx="6608">
                  <c:v>4.5</c:v>
                </c:pt>
                <c:pt idx="6609">
                  <c:v>4.5</c:v>
                </c:pt>
                <c:pt idx="6610">
                  <c:v>4.5</c:v>
                </c:pt>
                <c:pt idx="6611">
                  <c:v>4.5</c:v>
                </c:pt>
                <c:pt idx="6612">
                  <c:v>4.5</c:v>
                </c:pt>
                <c:pt idx="6613">
                  <c:v>4.5</c:v>
                </c:pt>
                <c:pt idx="6614">
                  <c:v>4.5</c:v>
                </c:pt>
                <c:pt idx="6615">
                  <c:v>4.5</c:v>
                </c:pt>
                <c:pt idx="6616">
                  <c:v>4.5</c:v>
                </c:pt>
                <c:pt idx="6617">
                  <c:v>4.5</c:v>
                </c:pt>
                <c:pt idx="6618">
                  <c:v>4.5</c:v>
                </c:pt>
                <c:pt idx="6619">
                  <c:v>4.5</c:v>
                </c:pt>
                <c:pt idx="6620">
                  <c:v>4.5</c:v>
                </c:pt>
                <c:pt idx="6621">
                  <c:v>4.5</c:v>
                </c:pt>
                <c:pt idx="6622">
                  <c:v>4.5</c:v>
                </c:pt>
                <c:pt idx="6623">
                  <c:v>4.5</c:v>
                </c:pt>
                <c:pt idx="6624">
                  <c:v>4.5</c:v>
                </c:pt>
                <c:pt idx="6625">
                  <c:v>4.5</c:v>
                </c:pt>
                <c:pt idx="6626">
                  <c:v>4.5</c:v>
                </c:pt>
                <c:pt idx="6627">
                  <c:v>4.5</c:v>
                </c:pt>
                <c:pt idx="6628">
                  <c:v>4.5</c:v>
                </c:pt>
                <c:pt idx="6629">
                  <c:v>4.5</c:v>
                </c:pt>
                <c:pt idx="6630">
                  <c:v>4.5</c:v>
                </c:pt>
                <c:pt idx="6631">
                  <c:v>4.5</c:v>
                </c:pt>
                <c:pt idx="6632">
                  <c:v>4.5</c:v>
                </c:pt>
                <c:pt idx="6633">
                  <c:v>4.5</c:v>
                </c:pt>
                <c:pt idx="6634">
                  <c:v>4.5</c:v>
                </c:pt>
                <c:pt idx="6635">
                  <c:v>4.5</c:v>
                </c:pt>
                <c:pt idx="6636">
                  <c:v>4.5</c:v>
                </c:pt>
                <c:pt idx="6637">
                  <c:v>4.5</c:v>
                </c:pt>
                <c:pt idx="6638">
                  <c:v>4.5</c:v>
                </c:pt>
                <c:pt idx="6639">
                  <c:v>4.5</c:v>
                </c:pt>
                <c:pt idx="6640">
                  <c:v>4.5</c:v>
                </c:pt>
                <c:pt idx="6641">
                  <c:v>4.5</c:v>
                </c:pt>
                <c:pt idx="6642">
                  <c:v>4.5</c:v>
                </c:pt>
                <c:pt idx="6643">
                  <c:v>4.5</c:v>
                </c:pt>
                <c:pt idx="6644">
                  <c:v>4.5</c:v>
                </c:pt>
                <c:pt idx="6645">
                  <c:v>4.5</c:v>
                </c:pt>
                <c:pt idx="6646">
                  <c:v>4.5</c:v>
                </c:pt>
                <c:pt idx="6647">
                  <c:v>4.5</c:v>
                </c:pt>
                <c:pt idx="6648">
                  <c:v>4.5</c:v>
                </c:pt>
                <c:pt idx="6649">
                  <c:v>4.5</c:v>
                </c:pt>
                <c:pt idx="6650">
                  <c:v>4.5</c:v>
                </c:pt>
                <c:pt idx="6651">
                  <c:v>4.5</c:v>
                </c:pt>
                <c:pt idx="6652">
                  <c:v>4.5</c:v>
                </c:pt>
                <c:pt idx="6653">
                  <c:v>4.25</c:v>
                </c:pt>
                <c:pt idx="6654">
                  <c:v>4.25</c:v>
                </c:pt>
                <c:pt idx="6655">
                  <c:v>4.25</c:v>
                </c:pt>
                <c:pt idx="6656">
                  <c:v>4.25</c:v>
                </c:pt>
                <c:pt idx="6657">
                  <c:v>4.25</c:v>
                </c:pt>
                <c:pt idx="6658">
                  <c:v>4.25</c:v>
                </c:pt>
                <c:pt idx="6659">
                  <c:v>4.25</c:v>
                </c:pt>
                <c:pt idx="6660">
                  <c:v>4.25</c:v>
                </c:pt>
                <c:pt idx="6661">
                  <c:v>4.25</c:v>
                </c:pt>
                <c:pt idx="6662">
                  <c:v>4.25</c:v>
                </c:pt>
                <c:pt idx="6663">
                  <c:v>4.25</c:v>
                </c:pt>
                <c:pt idx="6664">
                  <c:v>4.25</c:v>
                </c:pt>
                <c:pt idx="6665">
                  <c:v>4.25</c:v>
                </c:pt>
                <c:pt idx="6666">
                  <c:v>4.25</c:v>
                </c:pt>
                <c:pt idx="6667">
                  <c:v>4.25</c:v>
                </c:pt>
                <c:pt idx="6668">
                  <c:v>4.25</c:v>
                </c:pt>
                <c:pt idx="6669">
                  <c:v>4.25</c:v>
                </c:pt>
                <c:pt idx="6670">
                  <c:v>4.25</c:v>
                </c:pt>
                <c:pt idx="6671">
                  <c:v>4.25</c:v>
                </c:pt>
                <c:pt idx="6672">
                  <c:v>4.25</c:v>
                </c:pt>
                <c:pt idx="6673">
                  <c:v>4.25</c:v>
                </c:pt>
                <c:pt idx="6674">
                  <c:v>4.25</c:v>
                </c:pt>
                <c:pt idx="6675">
                  <c:v>4.25</c:v>
                </c:pt>
                <c:pt idx="6676">
                  <c:v>4.25</c:v>
                </c:pt>
                <c:pt idx="6677">
                  <c:v>4.25</c:v>
                </c:pt>
                <c:pt idx="6678">
                  <c:v>4.25</c:v>
                </c:pt>
                <c:pt idx="6679">
                  <c:v>4.25</c:v>
                </c:pt>
                <c:pt idx="6680">
                  <c:v>4.25</c:v>
                </c:pt>
                <c:pt idx="6681">
                  <c:v>4.25</c:v>
                </c:pt>
                <c:pt idx="6682">
                  <c:v>4.25</c:v>
                </c:pt>
                <c:pt idx="6683">
                  <c:v>4</c:v>
                </c:pt>
                <c:pt idx="6684">
                  <c:v>4</c:v>
                </c:pt>
                <c:pt idx="6685">
                  <c:v>4</c:v>
                </c:pt>
                <c:pt idx="6686">
                  <c:v>4</c:v>
                </c:pt>
                <c:pt idx="6687">
                  <c:v>4</c:v>
                </c:pt>
                <c:pt idx="6688">
                  <c:v>4</c:v>
                </c:pt>
                <c:pt idx="6689">
                  <c:v>4</c:v>
                </c:pt>
                <c:pt idx="6690">
                  <c:v>4</c:v>
                </c:pt>
                <c:pt idx="6691">
                  <c:v>4</c:v>
                </c:pt>
                <c:pt idx="6692">
                  <c:v>4</c:v>
                </c:pt>
                <c:pt idx="6693">
                  <c:v>4</c:v>
                </c:pt>
                <c:pt idx="6694">
                  <c:v>4</c:v>
                </c:pt>
                <c:pt idx="6695">
                  <c:v>4</c:v>
                </c:pt>
                <c:pt idx="6696">
                  <c:v>4</c:v>
                </c:pt>
                <c:pt idx="6697">
                  <c:v>4</c:v>
                </c:pt>
                <c:pt idx="6698">
                  <c:v>4</c:v>
                </c:pt>
                <c:pt idx="6699">
                  <c:v>4</c:v>
                </c:pt>
                <c:pt idx="6700">
                  <c:v>4</c:v>
                </c:pt>
                <c:pt idx="6701">
                  <c:v>4</c:v>
                </c:pt>
                <c:pt idx="6702">
                  <c:v>4</c:v>
                </c:pt>
                <c:pt idx="6703">
                  <c:v>4</c:v>
                </c:pt>
                <c:pt idx="6704">
                  <c:v>4</c:v>
                </c:pt>
                <c:pt idx="6705">
                  <c:v>4</c:v>
                </c:pt>
                <c:pt idx="6706">
                  <c:v>4</c:v>
                </c:pt>
                <c:pt idx="6707">
                  <c:v>4</c:v>
                </c:pt>
                <c:pt idx="6708">
                  <c:v>4</c:v>
                </c:pt>
                <c:pt idx="6709">
                  <c:v>4</c:v>
                </c:pt>
                <c:pt idx="6710">
                  <c:v>4</c:v>
                </c:pt>
                <c:pt idx="6711">
                  <c:v>4</c:v>
                </c:pt>
                <c:pt idx="6712">
                  <c:v>4</c:v>
                </c:pt>
                <c:pt idx="6713">
                  <c:v>3.75</c:v>
                </c:pt>
                <c:pt idx="6714">
                  <c:v>3.75</c:v>
                </c:pt>
                <c:pt idx="6715">
                  <c:v>3.75</c:v>
                </c:pt>
                <c:pt idx="6716">
                  <c:v>3.75</c:v>
                </c:pt>
                <c:pt idx="6717">
                  <c:v>3.75</c:v>
                </c:pt>
                <c:pt idx="6718">
                  <c:v>3.75</c:v>
                </c:pt>
                <c:pt idx="6719">
                  <c:v>3.75</c:v>
                </c:pt>
                <c:pt idx="6720">
                  <c:v>3.75</c:v>
                </c:pt>
                <c:pt idx="6721">
                  <c:v>3.75</c:v>
                </c:pt>
                <c:pt idx="6722">
                  <c:v>3.75</c:v>
                </c:pt>
                <c:pt idx="6723">
                  <c:v>3.75</c:v>
                </c:pt>
                <c:pt idx="6724">
                  <c:v>3.75</c:v>
                </c:pt>
                <c:pt idx="6725">
                  <c:v>3.75</c:v>
                </c:pt>
                <c:pt idx="6726">
                  <c:v>3.75</c:v>
                </c:pt>
                <c:pt idx="6727">
                  <c:v>3.75</c:v>
                </c:pt>
                <c:pt idx="6728">
                  <c:v>3.75</c:v>
                </c:pt>
                <c:pt idx="6729">
                  <c:v>3.75</c:v>
                </c:pt>
                <c:pt idx="6730">
                  <c:v>3.75</c:v>
                </c:pt>
                <c:pt idx="6731">
                  <c:v>3.75</c:v>
                </c:pt>
                <c:pt idx="6732">
                  <c:v>3.75</c:v>
                </c:pt>
                <c:pt idx="6733">
                  <c:v>3.75</c:v>
                </c:pt>
                <c:pt idx="6734">
                  <c:v>3.75</c:v>
                </c:pt>
                <c:pt idx="6735">
                  <c:v>3.75</c:v>
                </c:pt>
                <c:pt idx="6736">
                  <c:v>3.75</c:v>
                </c:pt>
                <c:pt idx="6737">
                  <c:v>3.75</c:v>
                </c:pt>
                <c:pt idx="6738">
                  <c:v>3.75</c:v>
                </c:pt>
                <c:pt idx="6739">
                  <c:v>3.75</c:v>
                </c:pt>
                <c:pt idx="6740">
                  <c:v>3.75</c:v>
                </c:pt>
                <c:pt idx="6741">
                  <c:v>3.75</c:v>
                </c:pt>
                <c:pt idx="6742">
                  <c:v>3.75</c:v>
                </c:pt>
                <c:pt idx="6743">
                  <c:v>3.75</c:v>
                </c:pt>
                <c:pt idx="6744">
                  <c:v>3.75</c:v>
                </c:pt>
                <c:pt idx="6745">
                  <c:v>3.75</c:v>
                </c:pt>
                <c:pt idx="6746">
                  <c:v>3.75</c:v>
                </c:pt>
                <c:pt idx="6747">
                  <c:v>3.75</c:v>
                </c:pt>
                <c:pt idx="6748">
                  <c:v>3.75</c:v>
                </c:pt>
                <c:pt idx="6749">
                  <c:v>3.75</c:v>
                </c:pt>
                <c:pt idx="6750">
                  <c:v>3.75</c:v>
                </c:pt>
                <c:pt idx="6751">
                  <c:v>3.75</c:v>
                </c:pt>
                <c:pt idx="6752">
                  <c:v>3.75</c:v>
                </c:pt>
                <c:pt idx="6753">
                  <c:v>3.75</c:v>
                </c:pt>
                <c:pt idx="6754">
                  <c:v>3.75</c:v>
                </c:pt>
                <c:pt idx="6755">
                  <c:v>3.75</c:v>
                </c:pt>
                <c:pt idx="6756">
                  <c:v>3.75</c:v>
                </c:pt>
                <c:pt idx="6757">
                  <c:v>3.75</c:v>
                </c:pt>
                <c:pt idx="6758">
                  <c:v>3.75</c:v>
                </c:pt>
                <c:pt idx="6759">
                  <c:v>3.75</c:v>
                </c:pt>
                <c:pt idx="6760">
                  <c:v>3.75</c:v>
                </c:pt>
                <c:pt idx="6761">
                  <c:v>3.75</c:v>
                </c:pt>
                <c:pt idx="6762">
                  <c:v>3.75</c:v>
                </c:pt>
                <c:pt idx="6763">
                  <c:v>3.75</c:v>
                </c:pt>
                <c:pt idx="6764">
                  <c:v>3.75</c:v>
                </c:pt>
                <c:pt idx="6765">
                  <c:v>3.75</c:v>
                </c:pt>
                <c:pt idx="6766">
                  <c:v>3.75</c:v>
                </c:pt>
                <c:pt idx="6767">
                  <c:v>3.75</c:v>
                </c:pt>
                <c:pt idx="6768">
                  <c:v>3.75</c:v>
                </c:pt>
                <c:pt idx="6769">
                  <c:v>3.75</c:v>
                </c:pt>
                <c:pt idx="6770">
                  <c:v>3.75</c:v>
                </c:pt>
                <c:pt idx="6771">
                  <c:v>3.75</c:v>
                </c:pt>
                <c:pt idx="6772">
                  <c:v>3.75</c:v>
                </c:pt>
                <c:pt idx="6773">
                  <c:v>3.75</c:v>
                </c:pt>
                <c:pt idx="6774">
                  <c:v>3.75</c:v>
                </c:pt>
                <c:pt idx="6775">
                  <c:v>3.75</c:v>
                </c:pt>
                <c:pt idx="6776">
                  <c:v>3.75</c:v>
                </c:pt>
                <c:pt idx="6777">
                  <c:v>3.75</c:v>
                </c:pt>
                <c:pt idx="6778">
                  <c:v>3.75</c:v>
                </c:pt>
                <c:pt idx="6779">
                  <c:v>3.75</c:v>
                </c:pt>
                <c:pt idx="6780">
                  <c:v>3.75</c:v>
                </c:pt>
                <c:pt idx="6781">
                  <c:v>3.75</c:v>
                </c:pt>
                <c:pt idx="6782">
                  <c:v>3.75</c:v>
                </c:pt>
                <c:pt idx="6783">
                  <c:v>3.75</c:v>
                </c:pt>
                <c:pt idx="6784">
                  <c:v>3.75</c:v>
                </c:pt>
                <c:pt idx="6785">
                  <c:v>3.75</c:v>
                </c:pt>
                <c:pt idx="6786">
                  <c:v>3.75</c:v>
                </c:pt>
                <c:pt idx="6787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4B-4C3F-8902-DEB12986F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291088"/>
        <c:axId val="917286824"/>
      </c:lineChart>
      <c:dateAx>
        <c:axId val="917291088"/>
        <c:scaling>
          <c:orientation val="minMax"/>
          <c:min val="38720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286824"/>
        <c:crosses val="autoZero"/>
        <c:auto val="1"/>
        <c:lblOffset val="100"/>
        <c:baseTimeUnit val="days"/>
        <c:majorUnit val="2"/>
        <c:majorTimeUnit val="years"/>
      </c:dateAx>
      <c:valAx>
        <c:axId val="91728682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1.533816425120773E-2"/>
              <c:y val="6.105769230769230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altLang="ko-KR"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291088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15293797453818E-2"/>
          <c:y val="0.16356060606060607"/>
          <c:w val="0.90110327861416273"/>
          <c:h val="0.71337424242424241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(copied)'!$M$13:$M$539</c:f>
              <c:numCache>
                <c:formatCode>yyyy\-mm\-dd</c:formatCode>
                <c:ptCount val="527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45961</c:v>
                </c:pt>
                <c:pt idx="310">
                  <c:v>45991</c:v>
                </c:pt>
                <c:pt idx="311">
                  <c:v>46022</c:v>
                </c:pt>
                <c:pt idx="312">
                  <c:v>46053</c:v>
                </c:pt>
                <c:pt idx="313">
                  <c:v>46081</c:v>
                </c:pt>
              </c:numCache>
            </c:numRef>
          </c:cat>
          <c:val>
            <c:numRef>
              <c:f>'CHART (copied)'!$N$13:$N$539</c:f>
              <c:numCache>
                <c:formatCode>General</c:formatCode>
                <c:ptCount val="527"/>
                <c:pt idx="0">
                  <c:v>5.23</c:v>
                </c:pt>
                <c:pt idx="1">
                  <c:v>5.12</c:v>
                </c:pt>
                <c:pt idx="2">
                  <c:v>5.19</c:v>
                </c:pt>
                <c:pt idx="3">
                  <c:v>5.2</c:v>
                </c:pt>
                <c:pt idx="4">
                  <c:v>5.1100000000000003</c:v>
                </c:pt>
                <c:pt idx="5">
                  <c:v>5.13</c:v>
                </c:pt>
                <c:pt idx="6">
                  <c:v>5.1100000000000003</c:v>
                </c:pt>
                <c:pt idx="7">
                  <c:v>5.17</c:v>
                </c:pt>
                <c:pt idx="8">
                  <c:v>5.29</c:v>
                </c:pt>
                <c:pt idx="9">
                  <c:v>5.25</c:v>
                </c:pt>
                <c:pt idx="10">
                  <c:v>5.35</c:v>
                </c:pt>
                <c:pt idx="11">
                  <c:v>5.0999999999999996</c:v>
                </c:pt>
                <c:pt idx="12">
                  <c:v>5.0999999999999996</c:v>
                </c:pt>
                <c:pt idx="13">
                  <c:v>5.23</c:v>
                </c:pt>
                <c:pt idx="14">
                  <c:v>5.45</c:v>
                </c:pt>
                <c:pt idx="15">
                  <c:v>5.32</c:v>
                </c:pt>
                <c:pt idx="16">
                  <c:v>5.27</c:v>
                </c:pt>
                <c:pt idx="17">
                  <c:v>5.43</c:v>
                </c:pt>
                <c:pt idx="18">
                  <c:v>5.43</c:v>
                </c:pt>
                <c:pt idx="19">
                  <c:v>5.48</c:v>
                </c:pt>
                <c:pt idx="20">
                  <c:v>5.23</c:v>
                </c:pt>
                <c:pt idx="21">
                  <c:v>5.25</c:v>
                </c:pt>
                <c:pt idx="22">
                  <c:v>5.24</c:v>
                </c:pt>
                <c:pt idx="23">
                  <c:v>5.49</c:v>
                </c:pt>
                <c:pt idx="24">
                  <c:v>5.86</c:v>
                </c:pt>
                <c:pt idx="25">
                  <c:v>5.9</c:v>
                </c:pt>
                <c:pt idx="26">
                  <c:v>5.63</c:v>
                </c:pt>
                <c:pt idx="27">
                  <c:v>5.67</c:v>
                </c:pt>
                <c:pt idx="28">
                  <c:v>5.64</c:v>
                </c:pt>
                <c:pt idx="29">
                  <c:v>5.51</c:v>
                </c:pt>
                <c:pt idx="30">
                  <c:v>5.41</c:v>
                </c:pt>
                <c:pt idx="31">
                  <c:v>5.36</c:v>
                </c:pt>
                <c:pt idx="32">
                  <c:v>5.52</c:v>
                </c:pt>
                <c:pt idx="33">
                  <c:v>5.68</c:v>
                </c:pt>
                <c:pt idx="34">
                  <c:v>5.73</c:v>
                </c:pt>
                <c:pt idx="35">
                  <c:v>5.97</c:v>
                </c:pt>
                <c:pt idx="36">
                  <c:v>6.03</c:v>
                </c:pt>
                <c:pt idx="37">
                  <c:v>6.02</c:v>
                </c:pt>
                <c:pt idx="38">
                  <c:v>5.86</c:v>
                </c:pt>
                <c:pt idx="39">
                  <c:v>5.84</c:v>
                </c:pt>
                <c:pt idx="40">
                  <c:v>5.94</c:v>
                </c:pt>
                <c:pt idx="41">
                  <c:v>5.94</c:v>
                </c:pt>
                <c:pt idx="42">
                  <c:v>6.27</c:v>
                </c:pt>
                <c:pt idx="43">
                  <c:v>6.52</c:v>
                </c:pt>
                <c:pt idx="44">
                  <c:v>6.58</c:v>
                </c:pt>
                <c:pt idx="45">
                  <c:v>6.39</c:v>
                </c:pt>
                <c:pt idx="46">
                  <c:v>6.23</c:v>
                </c:pt>
                <c:pt idx="47">
                  <c:v>6.49</c:v>
                </c:pt>
                <c:pt idx="48">
                  <c:v>6.23</c:v>
                </c:pt>
                <c:pt idx="49">
                  <c:v>6.41</c:v>
                </c:pt>
                <c:pt idx="50">
                  <c:v>6.66</c:v>
                </c:pt>
                <c:pt idx="51">
                  <c:v>6.73</c:v>
                </c:pt>
                <c:pt idx="52">
                  <c:v>6.85</c:v>
                </c:pt>
                <c:pt idx="53">
                  <c:v>6.92</c:v>
                </c:pt>
                <c:pt idx="54">
                  <c:v>6.84</c:v>
                </c:pt>
                <c:pt idx="55">
                  <c:v>6.7</c:v>
                </c:pt>
                <c:pt idx="56">
                  <c:v>6.68</c:v>
                </c:pt>
                <c:pt idx="57">
                  <c:v>6.85</c:v>
                </c:pt>
                <c:pt idx="58">
                  <c:v>6.96</c:v>
                </c:pt>
                <c:pt idx="59">
                  <c:v>6.89</c:v>
                </c:pt>
                <c:pt idx="60">
                  <c:v>7.1</c:v>
                </c:pt>
                <c:pt idx="61">
                  <c:v>6.88</c:v>
                </c:pt>
                <c:pt idx="62">
                  <c:v>6.96</c:v>
                </c:pt>
                <c:pt idx="63">
                  <c:v>7.12</c:v>
                </c:pt>
                <c:pt idx="64">
                  <c:v>7.08</c:v>
                </c:pt>
                <c:pt idx="65">
                  <c:v>7.18</c:v>
                </c:pt>
                <c:pt idx="66">
                  <c:v>7.14</c:v>
                </c:pt>
                <c:pt idx="67">
                  <c:v>7.23</c:v>
                </c:pt>
                <c:pt idx="68">
                  <c:v>7.25</c:v>
                </c:pt>
                <c:pt idx="69">
                  <c:v>7.1</c:v>
                </c:pt>
                <c:pt idx="70">
                  <c:v>7.03</c:v>
                </c:pt>
                <c:pt idx="71">
                  <c:v>6.84</c:v>
                </c:pt>
                <c:pt idx="72">
                  <c:v>6.72</c:v>
                </c:pt>
                <c:pt idx="73">
                  <c:v>6.84</c:v>
                </c:pt>
                <c:pt idx="74">
                  <c:v>6.83</c:v>
                </c:pt>
                <c:pt idx="75">
                  <c:v>6.7</c:v>
                </c:pt>
                <c:pt idx="76">
                  <c:v>6.58</c:v>
                </c:pt>
                <c:pt idx="77">
                  <c:v>6.48</c:v>
                </c:pt>
                <c:pt idx="78">
                  <c:v>6.32</c:v>
                </c:pt>
                <c:pt idx="79">
                  <c:v>6.34</c:v>
                </c:pt>
                <c:pt idx="80">
                  <c:v>6.28</c:v>
                </c:pt>
                <c:pt idx="81">
                  <c:v>6.36</c:v>
                </c:pt>
                <c:pt idx="82">
                  <c:v>6.34</c:v>
                </c:pt>
                <c:pt idx="83">
                  <c:v>6.4</c:v>
                </c:pt>
                <c:pt idx="84">
                  <c:v>5.74</c:v>
                </c:pt>
                <c:pt idx="85">
                  <c:v>5.79</c:v>
                </c:pt>
                <c:pt idx="86">
                  <c:v>5.46</c:v>
                </c:pt>
                <c:pt idx="87">
                  <c:v>5.29</c:v>
                </c:pt>
                <c:pt idx="88">
                  <c:v>5.27</c:v>
                </c:pt>
                <c:pt idx="89">
                  <c:v>5.12</c:v>
                </c:pt>
                <c:pt idx="90">
                  <c:v>5.07</c:v>
                </c:pt>
                <c:pt idx="91">
                  <c:v>4.87</c:v>
                </c:pt>
                <c:pt idx="92">
                  <c:v>4.58</c:v>
                </c:pt>
                <c:pt idx="93">
                  <c:v>4.43</c:v>
                </c:pt>
                <c:pt idx="94">
                  <c:v>4.46</c:v>
                </c:pt>
                <c:pt idx="95">
                  <c:v>4.41</c:v>
                </c:pt>
                <c:pt idx="96">
                  <c:v>4.17</c:v>
                </c:pt>
                <c:pt idx="97">
                  <c:v>4.12</c:v>
                </c:pt>
                <c:pt idx="98">
                  <c:v>4.16</c:v>
                </c:pt>
                <c:pt idx="99">
                  <c:v>4.1100000000000003</c:v>
                </c:pt>
                <c:pt idx="100">
                  <c:v>4.1399999999999997</c:v>
                </c:pt>
                <c:pt idx="101">
                  <c:v>4.09</c:v>
                </c:pt>
                <c:pt idx="102">
                  <c:v>4.1500000000000004</c:v>
                </c:pt>
                <c:pt idx="103">
                  <c:v>4.1900000000000004</c:v>
                </c:pt>
                <c:pt idx="104">
                  <c:v>4.2699999999999996</c:v>
                </c:pt>
                <c:pt idx="105">
                  <c:v>4.09</c:v>
                </c:pt>
                <c:pt idx="106">
                  <c:v>3.77</c:v>
                </c:pt>
                <c:pt idx="107">
                  <c:v>4.01</c:v>
                </c:pt>
                <c:pt idx="108">
                  <c:v>3.82</c:v>
                </c:pt>
                <c:pt idx="109">
                  <c:v>3.97</c:v>
                </c:pt>
                <c:pt idx="110">
                  <c:v>3.86</c:v>
                </c:pt>
                <c:pt idx="111">
                  <c:v>3.9</c:v>
                </c:pt>
                <c:pt idx="112">
                  <c:v>4</c:v>
                </c:pt>
                <c:pt idx="113">
                  <c:v>4.0999999999999996</c:v>
                </c:pt>
                <c:pt idx="114">
                  <c:v>4.37</c:v>
                </c:pt>
                <c:pt idx="115">
                  <c:v>4.45</c:v>
                </c:pt>
                <c:pt idx="116">
                  <c:v>4.62</c:v>
                </c:pt>
                <c:pt idx="117">
                  <c:v>5.0199999999999996</c:v>
                </c:pt>
                <c:pt idx="118">
                  <c:v>5.44</c:v>
                </c:pt>
                <c:pt idx="119">
                  <c:v>4.4000000000000004</c:v>
                </c:pt>
                <c:pt idx="120">
                  <c:v>4.1900000000000004</c:v>
                </c:pt>
                <c:pt idx="121">
                  <c:v>4.2699999999999996</c:v>
                </c:pt>
                <c:pt idx="122">
                  <c:v>4.49</c:v>
                </c:pt>
                <c:pt idx="123">
                  <c:v>4.82</c:v>
                </c:pt>
                <c:pt idx="124">
                  <c:v>4.88</c:v>
                </c:pt>
                <c:pt idx="125">
                  <c:v>4.45</c:v>
                </c:pt>
                <c:pt idx="126">
                  <c:v>3.45</c:v>
                </c:pt>
                <c:pt idx="127">
                  <c:v>3.68</c:v>
                </c:pt>
                <c:pt idx="128">
                  <c:v>3.84</c:v>
                </c:pt>
                <c:pt idx="129">
                  <c:v>3.83</c:v>
                </c:pt>
                <c:pt idx="130">
                  <c:v>4.0199999999999996</c:v>
                </c:pt>
                <c:pt idx="131">
                  <c:v>4.2699999999999996</c:v>
                </c:pt>
                <c:pt idx="132">
                  <c:v>4.42</c:v>
                </c:pt>
                <c:pt idx="133">
                  <c:v>4.16</c:v>
                </c:pt>
                <c:pt idx="134">
                  <c:v>4.26</c:v>
                </c:pt>
                <c:pt idx="135">
                  <c:v>4.17</c:v>
                </c:pt>
                <c:pt idx="136">
                  <c:v>4.1399999999999997</c:v>
                </c:pt>
                <c:pt idx="137">
                  <c:v>4.2300000000000004</c:v>
                </c:pt>
                <c:pt idx="138">
                  <c:v>4.1500000000000004</c:v>
                </c:pt>
                <c:pt idx="139">
                  <c:v>4.38</c:v>
                </c:pt>
                <c:pt idx="140">
                  <c:v>4.33</c:v>
                </c:pt>
                <c:pt idx="141">
                  <c:v>4.34</c:v>
                </c:pt>
                <c:pt idx="142">
                  <c:v>4.3899999999999997</c:v>
                </c:pt>
                <c:pt idx="143">
                  <c:v>4.3499999999999996</c:v>
                </c:pt>
                <c:pt idx="144">
                  <c:v>4.4800000000000004</c:v>
                </c:pt>
                <c:pt idx="145">
                  <c:v>4.58</c:v>
                </c:pt>
                <c:pt idx="146">
                  <c:v>4.5199999999999996</c:v>
                </c:pt>
                <c:pt idx="147">
                  <c:v>4.59</c:v>
                </c:pt>
                <c:pt idx="148">
                  <c:v>4.5999999999999996</c:v>
                </c:pt>
                <c:pt idx="149">
                  <c:v>4.47</c:v>
                </c:pt>
                <c:pt idx="150">
                  <c:v>4.53</c:v>
                </c:pt>
                <c:pt idx="151">
                  <c:v>4.76</c:v>
                </c:pt>
                <c:pt idx="152">
                  <c:v>4.71</c:v>
                </c:pt>
                <c:pt idx="153">
                  <c:v>4.79</c:v>
                </c:pt>
                <c:pt idx="154">
                  <c:v>4.96</c:v>
                </c:pt>
                <c:pt idx="155">
                  <c:v>4.8899999999999997</c:v>
                </c:pt>
                <c:pt idx="156">
                  <c:v>4.9800000000000004</c:v>
                </c:pt>
                <c:pt idx="157">
                  <c:v>5.0599999999999996</c:v>
                </c:pt>
                <c:pt idx="158">
                  <c:v>5.07</c:v>
                </c:pt>
                <c:pt idx="159">
                  <c:v>5.09</c:v>
                </c:pt>
                <c:pt idx="160">
                  <c:v>5.14</c:v>
                </c:pt>
                <c:pt idx="161">
                  <c:v>5.1100000000000003</c:v>
                </c:pt>
                <c:pt idx="162">
                  <c:v>5.27</c:v>
                </c:pt>
                <c:pt idx="163">
                  <c:v>5.26</c:v>
                </c:pt>
                <c:pt idx="164">
                  <c:v>5.14</c:v>
                </c:pt>
                <c:pt idx="165">
                  <c:v>5.04</c:v>
                </c:pt>
                <c:pt idx="166">
                  <c:v>4.92</c:v>
                </c:pt>
                <c:pt idx="167">
                  <c:v>4.8600000000000003</c:v>
                </c:pt>
                <c:pt idx="168">
                  <c:v>4.76</c:v>
                </c:pt>
                <c:pt idx="169">
                  <c:v>4.78</c:v>
                </c:pt>
                <c:pt idx="170">
                  <c:v>4.75</c:v>
                </c:pt>
                <c:pt idx="171">
                  <c:v>4.79</c:v>
                </c:pt>
                <c:pt idx="172">
                  <c:v>4.9000000000000004</c:v>
                </c:pt>
                <c:pt idx="173">
                  <c:v>4.9400000000000004</c:v>
                </c:pt>
                <c:pt idx="174">
                  <c:v>4.9800000000000004</c:v>
                </c:pt>
                <c:pt idx="175">
                  <c:v>4.97</c:v>
                </c:pt>
                <c:pt idx="176">
                  <c:v>5</c:v>
                </c:pt>
                <c:pt idx="177">
                  <c:v>5.12</c:v>
                </c:pt>
                <c:pt idx="178">
                  <c:v>4.99</c:v>
                </c:pt>
                <c:pt idx="179">
                  <c:v>5.09</c:v>
                </c:pt>
                <c:pt idx="180">
                  <c:v>4.92</c:v>
                </c:pt>
                <c:pt idx="181">
                  <c:v>5.08</c:v>
                </c:pt>
                <c:pt idx="182">
                  <c:v>5.25</c:v>
                </c:pt>
                <c:pt idx="183">
                  <c:v>5.17</c:v>
                </c:pt>
                <c:pt idx="184">
                  <c:v>5.25</c:v>
                </c:pt>
                <c:pt idx="185">
                  <c:v>5.36</c:v>
                </c:pt>
                <c:pt idx="186">
                  <c:v>5.44</c:v>
                </c:pt>
                <c:pt idx="187">
                  <c:v>5.36</c:v>
                </c:pt>
                <c:pt idx="188">
                  <c:v>5.41</c:v>
                </c:pt>
                <c:pt idx="189">
                  <c:v>5.28</c:v>
                </c:pt>
                <c:pt idx="190">
                  <c:v>4.78</c:v>
                </c:pt>
                <c:pt idx="191">
                  <c:v>5.44</c:v>
                </c:pt>
                <c:pt idx="192">
                  <c:v>5.43</c:v>
                </c:pt>
                <c:pt idx="193">
                  <c:v>5.26</c:v>
                </c:pt>
                <c:pt idx="194">
                  <c:v>5.34</c:v>
                </c:pt>
                <c:pt idx="195">
                  <c:v>5.47</c:v>
                </c:pt>
                <c:pt idx="196">
                  <c:v>5.44</c:v>
                </c:pt>
                <c:pt idx="197">
                  <c:v>5.47</c:v>
                </c:pt>
                <c:pt idx="198">
                  <c:v>5.37</c:v>
                </c:pt>
                <c:pt idx="199">
                  <c:v>5.4</c:v>
                </c:pt>
                <c:pt idx="200">
                  <c:v>5.47</c:v>
                </c:pt>
                <c:pt idx="201">
                  <c:v>5.56</c:v>
                </c:pt>
                <c:pt idx="202">
                  <c:v>5.51</c:v>
                </c:pt>
                <c:pt idx="203">
                  <c:v>5.52</c:v>
                </c:pt>
                <c:pt idx="204">
                  <c:v>5.67</c:v>
                </c:pt>
                <c:pt idx="205">
                  <c:v>5.45</c:v>
                </c:pt>
                <c:pt idx="206">
                  <c:v>5.61</c:v>
                </c:pt>
                <c:pt idx="207">
                  <c:v>5.56</c:v>
                </c:pt>
                <c:pt idx="208">
                  <c:v>5.59</c:v>
                </c:pt>
                <c:pt idx="209">
                  <c:v>5.49</c:v>
                </c:pt>
                <c:pt idx="210">
                  <c:v>5.46</c:v>
                </c:pt>
                <c:pt idx="211">
                  <c:v>5.39</c:v>
                </c:pt>
                <c:pt idx="212">
                  <c:v>5.45</c:v>
                </c:pt>
                <c:pt idx="213">
                  <c:v>5.46</c:v>
                </c:pt>
                <c:pt idx="214">
                  <c:v>5.62</c:v>
                </c:pt>
                <c:pt idx="215">
                  <c:v>5.57</c:v>
                </c:pt>
                <c:pt idx="216">
                  <c:v>5.41</c:v>
                </c:pt>
                <c:pt idx="217">
                  <c:v>5.48</c:v>
                </c:pt>
                <c:pt idx="218">
                  <c:v>5.53</c:v>
                </c:pt>
                <c:pt idx="219">
                  <c:v>5.47</c:v>
                </c:pt>
                <c:pt idx="220">
                  <c:v>5.43</c:v>
                </c:pt>
                <c:pt idx="221">
                  <c:v>5.45</c:v>
                </c:pt>
                <c:pt idx="222">
                  <c:v>5.38</c:v>
                </c:pt>
                <c:pt idx="223">
                  <c:v>5.31</c:v>
                </c:pt>
                <c:pt idx="224">
                  <c:v>5.2</c:v>
                </c:pt>
                <c:pt idx="225">
                  <c:v>5.16</c:v>
                </c:pt>
                <c:pt idx="226">
                  <c:v>5.18</c:v>
                </c:pt>
                <c:pt idx="227">
                  <c:v>5.01</c:v>
                </c:pt>
                <c:pt idx="228">
                  <c:v>4.97</c:v>
                </c:pt>
                <c:pt idx="229">
                  <c:v>5.31</c:v>
                </c:pt>
                <c:pt idx="230">
                  <c:v>5.25</c:v>
                </c:pt>
                <c:pt idx="231">
                  <c:v>5.31</c:v>
                </c:pt>
                <c:pt idx="232">
                  <c:v>5.46</c:v>
                </c:pt>
                <c:pt idx="233">
                  <c:v>5.39</c:v>
                </c:pt>
                <c:pt idx="234">
                  <c:v>5.43</c:v>
                </c:pt>
                <c:pt idx="235">
                  <c:v>5.47</c:v>
                </c:pt>
                <c:pt idx="236">
                  <c:v>5.31</c:v>
                </c:pt>
                <c:pt idx="237">
                  <c:v>5.29</c:v>
                </c:pt>
                <c:pt idx="238">
                  <c:v>5.26</c:v>
                </c:pt>
                <c:pt idx="239">
                  <c:v>5.45</c:v>
                </c:pt>
                <c:pt idx="240">
                  <c:v>5.35</c:v>
                </c:pt>
                <c:pt idx="241">
                  <c:v>5.63</c:v>
                </c:pt>
                <c:pt idx="242">
                  <c:v>5.34</c:v>
                </c:pt>
                <c:pt idx="243">
                  <c:v>4.46</c:v>
                </c:pt>
                <c:pt idx="244">
                  <c:v>4.09</c:v>
                </c:pt>
                <c:pt idx="245">
                  <c:v>4.87</c:v>
                </c:pt>
                <c:pt idx="246">
                  <c:v>5.96</c:v>
                </c:pt>
                <c:pt idx="247">
                  <c:v>6.04</c:v>
                </c:pt>
                <c:pt idx="248">
                  <c:v>6.35</c:v>
                </c:pt>
                <c:pt idx="249">
                  <c:v>6.56</c:v>
                </c:pt>
                <c:pt idx="250">
                  <c:v>6.47</c:v>
                </c:pt>
                <c:pt idx="251">
                  <c:v>6.51</c:v>
                </c:pt>
                <c:pt idx="252">
                  <c:v>6.6</c:v>
                </c:pt>
                <c:pt idx="253">
                  <c:v>6.13</c:v>
                </c:pt>
                <c:pt idx="254">
                  <c:v>5.98</c:v>
                </c:pt>
                <c:pt idx="255">
                  <c:v>5.94</c:v>
                </c:pt>
                <c:pt idx="256">
                  <c:v>5.88</c:v>
                </c:pt>
                <c:pt idx="257">
                  <c:v>5.99</c:v>
                </c:pt>
                <c:pt idx="258">
                  <c:v>6.07</c:v>
                </c:pt>
                <c:pt idx="259">
                  <c:v>5.99</c:v>
                </c:pt>
                <c:pt idx="260">
                  <c:v>6.17</c:v>
                </c:pt>
                <c:pt idx="261">
                  <c:v>6.21</c:v>
                </c:pt>
                <c:pt idx="262">
                  <c:v>6.43</c:v>
                </c:pt>
                <c:pt idx="263">
                  <c:v>6.21</c:v>
                </c:pt>
                <c:pt idx="264">
                  <c:v>6.43</c:v>
                </c:pt>
                <c:pt idx="265">
                  <c:v>5.8</c:v>
                </c:pt>
                <c:pt idx="266">
                  <c:v>5.57</c:v>
                </c:pt>
                <c:pt idx="267">
                  <c:v>5.5</c:v>
                </c:pt>
                <c:pt idx="268">
                  <c:v>5.33</c:v>
                </c:pt>
                <c:pt idx="269">
                  <c:v>5.1100000000000003</c:v>
                </c:pt>
                <c:pt idx="270">
                  <c:v>4.88</c:v>
                </c:pt>
                <c:pt idx="271">
                  <c:v>4.79</c:v>
                </c:pt>
                <c:pt idx="272">
                  <c:v>4.74</c:v>
                </c:pt>
                <c:pt idx="273">
                  <c:v>4.5</c:v>
                </c:pt>
                <c:pt idx="274">
                  <c:v>4.2</c:v>
                </c:pt>
                <c:pt idx="275">
                  <c:v>4.1399999999999997</c:v>
                </c:pt>
                <c:pt idx="276">
                  <c:v>4.09</c:v>
                </c:pt>
                <c:pt idx="277">
                  <c:v>4.38</c:v>
                </c:pt>
                <c:pt idx="278">
                  <c:v>4.26</c:v>
                </c:pt>
                <c:pt idx="279">
                  <c:v>4.2</c:v>
                </c:pt>
                <c:pt idx="280">
                  <c:v>4.18</c:v>
                </c:pt>
                <c:pt idx="281">
                  <c:v>4.16</c:v>
                </c:pt>
                <c:pt idx="282">
                  <c:v>4.08</c:v>
                </c:pt>
                <c:pt idx="283">
                  <c:v>4.09</c:v>
                </c:pt>
                <c:pt idx="284">
                  <c:v>4.03</c:v>
                </c:pt>
                <c:pt idx="285">
                  <c:v>3.9</c:v>
                </c:pt>
                <c:pt idx="286">
                  <c:v>3.9</c:v>
                </c:pt>
                <c:pt idx="287">
                  <c:v>3.86</c:v>
                </c:pt>
                <c:pt idx="288">
                  <c:v>4.0199999999999996</c:v>
                </c:pt>
                <c:pt idx="289">
                  <c:v>4.1900000000000004</c:v>
                </c:pt>
                <c:pt idx="290">
                  <c:v>4.13</c:v>
                </c:pt>
                <c:pt idx="291">
                  <c:v>4.08</c:v>
                </c:pt>
                <c:pt idx="292">
                  <c:v>4.0599999999999996</c:v>
                </c:pt>
                <c:pt idx="293">
                  <c:v>3.96</c:v>
                </c:pt>
                <c:pt idx="294">
                  <c:v>4</c:v>
                </c:pt>
                <c:pt idx="295">
                  <c:v>3.94</c:v>
                </c:pt>
                <c:pt idx="296">
                  <c:v>3.91</c:v>
                </c:pt>
                <c:pt idx="297">
                  <c:v>4.0199999999999996</c:v>
                </c:pt>
                <c:pt idx="298">
                  <c:v>4.1399999999999997</c:v>
                </c:pt>
                <c:pt idx="299">
                  <c:v>4.1900000000000004</c:v>
                </c:pt>
                <c:pt idx="300">
                  <c:v>4.09</c:v>
                </c:pt>
                <c:pt idx="301">
                  <c:v>4.1500000000000004</c:v>
                </c:pt>
                <c:pt idx="302">
                  <c:v>4.0199999999999996</c:v>
                </c:pt>
                <c:pt idx="303">
                  <c:v>4.0199999999999996</c:v>
                </c:pt>
                <c:pt idx="304">
                  <c:v>4.04</c:v>
                </c:pt>
                <c:pt idx="305">
                  <c:v>3.98</c:v>
                </c:pt>
                <c:pt idx="306">
                  <c:v>4.03</c:v>
                </c:pt>
                <c:pt idx="307">
                  <c:v>4.03</c:v>
                </c:pt>
                <c:pt idx="308">
                  <c:v>4.08</c:v>
                </c:pt>
                <c:pt idx="309">
                  <c:v>4.1100000000000003</c:v>
                </c:pt>
                <c:pt idx="310">
                  <c:v>4.09</c:v>
                </c:pt>
                <c:pt idx="311">
                  <c:v>4.2699999999999996</c:v>
                </c:pt>
                <c:pt idx="312">
                  <c:v>4.0199999999999996</c:v>
                </c:pt>
                <c:pt idx="313">
                  <c:v>4.09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50-4A02-8ED1-7B20E1A473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301912"/>
        <c:axId val="917306176"/>
      </c:lineChart>
      <c:dateAx>
        <c:axId val="917301912"/>
        <c:scaling>
          <c:orientation val="minMax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306176"/>
        <c:crosses val="autoZero"/>
        <c:auto val="1"/>
        <c:lblOffset val="100"/>
        <c:baseTimeUnit val="months"/>
        <c:majorUnit val="2"/>
        <c:majorTimeUnit val="years"/>
      </c:dateAx>
      <c:valAx>
        <c:axId val="917306176"/>
        <c:scaling>
          <c:orientation val="minMax"/>
          <c:min val="3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</a:t>
                </a:r>
                <a:r>
                  <a:rPr lang="ko-KR" altLang="en-US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백만 채</a:t>
                </a: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2.4923611111111101E-3"/>
              <c:y val="3.996515151515151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917301912"/>
        <c:crosses val="autoZero"/>
        <c:crossBetween val="between"/>
        <c:majorUnit val="1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259390077781886E-2"/>
          <c:y val="0.16023030303030306"/>
          <c:w val="0.91063576388888889"/>
          <c:h val="0.71670454545454543"/>
        </c:manualLayout>
      </c:layout>
      <c:lineChart>
        <c:grouping val="standard"/>
        <c:varyColors val="0"/>
        <c:ser>
          <c:idx val="0"/>
          <c:order val="0"/>
          <c:tx>
            <c:strRef>
              <c:f>'CHART (copied)'!$P$11</c:f>
              <c:strCache>
                <c:ptCount val="1"/>
                <c:pt idx="0">
                  <c:v>CPI</c:v>
                </c:pt>
              </c:strCache>
            </c:strRef>
          </c:tx>
          <c:spPr>
            <a:ln w="19050" cap="rnd">
              <a:solidFill>
                <a:srgbClr val="6482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(copied)'!$P$13:$P$324</c:f>
              <c:numCache>
                <c:formatCode>yyyy\-mm\-dd</c:formatCode>
                <c:ptCount val="312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45991</c:v>
                </c:pt>
                <c:pt idx="310">
                  <c:v>46022</c:v>
                </c:pt>
                <c:pt idx="311">
                  <c:v>46053</c:v>
                </c:pt>
              </c:numCache>
            </c:numRef>
          </c:cat>
          <c:val>
            <c:numRef>
              <c:f>'CHART (copied)'!$Q$13:$Q$324</c:f>
              <c:numCache>
                <c:formatCode>General</c:formatCode>
                <c:ptCount val="312"/>
                <c:pt idx="0">
                  <c:v>2.7</c:v>
                </c:pt>
                <c:pt idx="1">
                  <c:v>3.2</c:v>
                </c:pt>
                <c:pt idx="2">
                  <c:v>3.8</c:v>
                </c:pt>
                <c:pt idx="3">
                  <c:v>3.1</c:v>
                </c:pt>
                <c:pt idx="4">
                  <c:v>3.2</c:v>
                </c:pt>
                <c:pt idx="5">
                  <c:v>3.7</c:v>
                </c:pt>
                <c:pt idx="6">
                  <c:v>3.7</c:v>
                </c:pt>
                <c:pt idx="7">
                  <c:v>3.4</c:v>
                </c:pt>
                <c:pt idx="8">
                  <c:v>3.5</c:v>
                </c:pt>
                <c:pt idx="9">
                  <c:v>3.4</c:v>
                </c:pt>
                <c:pt idx="10">
                  <c:v>3.4</c:v>
                </c:pt>
                <c:pt idx="11">
                  <c:v>3.4</c:v>
                </c:pt>
                <c:pt idx="12">
                  <c:v>3.7</c:v>
                </c:pt>
                <c:pt idx="13">
                  <c:v>3.5</c:v>
                </c:pt>
                <c:pt idx="14">
                  <c:v>2.9</c:v>
                </c:pt>
                <c:pt idx="15">
                  <c:v>3.3</c:v>
                </c:pt>
                <c:pt idx="16">
                  <c:v>3.6</c:v>
                </c:pt>
                <c:pt idx="17">
                  <c:v>3.2</c:v>
                </c:pt>
                <c:pt idx="18">
                  <c:v>2.7</c:v>
                </c:pt>
                <c:pt idx="19">
                  <c:v>2.7</c:v>
                </c:pt>
                <c:pt idx="20">
                  <c:v>2.6</c:v>
                </c:pt>
                <c:pt idx="21">
                  <c:v>2.1</c:v>
                </c:pt>
                <c:pt idx="22">
                  <c:v>1.9</c:v>
                </c:pt>
                <c:pt idx="23">
                  <c:v>1.6</c:v>
                </c:pt>
                <c:pt idx="24">
                  <c:v>1.1000000000000001</c:v>
                </c:pt>
                <c:pt idx="25">
                  <c:v>1.1000000000000001</c:v>
                </c:pt>
                <c:pt idx="26">
                  <c:v>1.5</c:v>
                </c:pt>
                <c:pt idx="27">
                  <c:v>1.6</c:v>
                </c:pt>
                <c:pt idx="28">
                  <c:v>1.2</c:v>
                </c:pt>
                <c:pt idx="29">
                  <c:v>1.1000000000000001</c:v>
                </c:pt>
                <c:pt idx="30">
                  <c:v>1.5</c:v>
                </c:pt>
                <c:pt idx="31">
                  <c:v>1.8</c:v>
                </c:pt>
                <c:pt idx="32">
                  <c:v>1.5</c:v>
                </c:pt>
                <c:pt idx="33">
                  <c:v>2</c:v>
                </c:pt>
                <c:pt idx="34">
                  <c:v>2.2000000000000002</c:v>
                </c:pt>
                <c:pt idx="35">
                  <c:v>2.4</c:v>
                </c:pt>
                <c:pt idx="36">
                  <c:v>2.6</c:v>
                </c:pt>
                <c:pt idx="37">
                  <c:v>3</c:v>
                </c:pt>
                <c:pt idx="38">
                  <c:v>3</c:v>
                </c:pt>
                <c:pt idx="39">
                  <c:v>2.2000000000000002</c:v>
                </c:pt>
                <c:pt idx="40">
                  <c:v>2.1</c:v>
                </c:pt>
                <c:pt idx="41">
                  <c:v>2.1</c:v>
                </c:pt>
                <c:pt idx="42">
                  <c:v>2.1</c:v>
                </c:pt>
                <c:pt idx="43">
                  <c:v>2.2000000000000002</c:v>
                </c:pt>
                <c:pt idx="44">
                  <c:v>2.2999999999999998</c:v>
                </c:pt>
                <c:pt idx="45">
                  <c:v>2</c:v>
                </c:pt>
                <c:pt idx="46">
                  <c:v>1.8</c:v>
                </c:pt>
                <c:pt idx="47">
                  <c:v>1.9</c:v>
                </c:pt>
                <c:pt idx="48">
                  <c:v>1.9</c:v>
                </c:pt>
                <c:pt idx="49">
                  <c:v>1.7</c:v>
                </c:pt>
                <c:pt idx="50">
                  <c:v>1.7</c:v>
                </c:pt>
                <c:pt idx="51">
                  <c:v>2.2999999999999998</c:v>
                </c:pt>
                <c:pt idx="52">
                  <c:v>3.1</c:v>
                </c:pt>
                <c:pt idx="53">
                  <c:v>3.3</c:v>
                </c:pt>
                <c:pt idx="54">
                  <c:v>3</c:v>
                </c:pt>
                <c:pt idx="55">
                  <c:v>2.7</c:v>
                </c:pt>
                <c:pt idx="56">
                  <c:v>2.5</c:v>
                </c:pt>
                <c:pt idx="57">
                  <c:v>3.2</c:v>
                </c:pt>
                <c:pt idx="58">
                  <c:v>3.5</c:v>
                </c:pt>
                <c:pt idx="59">
                  <c:v>3.3</c:v>
                </c:pt>
                <c:pt idx="60">
                  <c:v>3</c:v>
                </c:pt>
                <c:pt idx="61">
                  <c:v>3</c:v>
                </c:pt>
                <c:pt idx="62">
                  <c:v>3.1</c:v>
                </c:pt>
                <c:pt idx="63">
                  <c:v>3.5</c:v>
                </c:pt>
                <c:pt idx="64">
                  <c:v>2.8</c:v>
                </c:pt>
                <c:pt idx="65">
                  <c:v>2.5</c:v>
                </c:pt>
                <c:pt idx="66">
                  <c:v>3.2</c:v>
                </c:pt>
                <c:pt idx="67">
                  <c:v>3.6</c:v>
                </c:pt>
                <c:pt idx="68">
                  <c:v>4.7</c:v>
                </c:pt>
                <c:pt idx="69">
                  <c:v>4.3</c:v>
                </c:pt>
                <c:pt idx="70">
                  <c:v>3.5</c:v>
                </c:pt>
                <c:pt idx="71">
                  <c:v>3.4</c:v>
                </c:pt>
                <c:pt idx="72">
                  <c:v>4</c:v>
                </c:pt>
                <c:pt idx="73">
                  <c:v>3.6</c:v>
                </c:pt>
                <c:pt idx="74">
                  <c:v>3.4</c:v>
                </c:pt>
                <c:pt idx="75">
                  <c:v>3.5</c:v>
                </c:pt>
                <c:pt idx="76">
                  <c:v>4.2</c:v>
                </c:pt>
                <c:pt idx="77">
                  <c:v>4.3</c:v>
                </c:pt>
                <c:pt idx="78">
                  <c:v>4.0999999999999996</c:v>
                </c:pt>
                <c:pt idx="79">
                  <c:v>3.8</c:v>
                </c:pt>
                <c:pt idx="80">
                  <c:v>2.1</c:v>
                </c:pt>
                <c:pt idx="81">
                  <c:v>1.3</c:v>
                </c:pt>
                <c:pt idx="82">
                  <c:v>2</c:v>
                </c:pt>
                <c:pt idx="83">
                  <c:v>2.5</c:v>
                </c:pt>
                <c:pt idx="84">
                  <c:v>2.1</c:v>
                </c:pt>
                <c:pt idx="85">
                  <c:v>2.4</c:v>
                </c:pt>
                <c:pt idx="86">
                  <c:v>2.8</c:v>
                </c:pt>
                <c:pt idx="87">
                  <c:v>2.6</c:v>
                </c:pt>
                <c:pt idx="88">
                  <c:v>2.7</c:v>
                </c:pt>
                <c:pt idx="89">
                  <c:v>2.7</c:v>
                </c:pt>
                <c:pt idx="90">
                  <c:v>2.4</c:v>
                </c:pt>
                <c:pt idx="91">
                  <c:v>2</c:v>
                </c:pt>
                <c:pt idx="92">
                  <c:v>2.8</c:v>
                </c:pt>
                <c:pt idx="93">
                  <c:v>3.5</c:v>
                </c:pt>
                <c:pt idx="94">
                  <c:v>4.3</c:v>
                </c:pt>
                <c:pt idx="95">
                  <c:v>4.0999999999999996</c:v>
                </c:pt>
                <c:pt idx="96">
                  <c:v>4.3</c:v>
                </c:pt>
                <c:pt idx="97">
                  <c:v>4</c:v>
                </c:pt>
                <c:pt idx="98">
                  <c:v>4</c:v>
                </c:pt>
                <c:pt idx="99">
                  <c:v>3.9</c:v>
                </c:pt>
                <c:pt idx="100">
                  <c:v>4.2</c:v>
                </c:pt>
                <c:pt idx="101">
                  <c:v>5</c:v>
                </c:pt>
                <c:pt idx="102">
                  <c:v>5.6</c:v>
                </c:pt>
                <c:pt idx="103">
                  <c:v>5.4</c:v>
                </c:pt>
                <c:pt idx="104">
                  <c:v>4.9000000000000004</c:v>
                </c:pt>
                <c:pt idx="105">
                  <c:v>3.7</c:v>
                </c:pt>
                <c:pt idx="106">
                  <c:v>1.1000000000000001</c:v>
                </c:pt>
                <c:pt idx="107">
                  <c:v>0.1</c:v>
                </c:pt>
                <c:pt idx="108">
                  <c:v>0</c:v>
                </c:pt>
                <c:pt idx="109">
                  <c:v>0.2</c:v>
                </c:pt>
                <c:pt idx="110">
                  <c:v>-0.4</c:v>
                </c:pt>
                <c:pt idx="111">
                  <c:v>-0.7</c:v>
                </c:pt>
                <c:pt idx="112">
                  <c:v>-1.3</c:v>
                </c:pt>
                <c:pt idx="113">
                  <c:v>-1.4</c:v>
                </c:pt>
                <c:pt idx="114">
                  <c:v>-2.1</c:v>
                </c:pt>
                <c:pt idx="115">
                  <c:v>-1.5</c:v>
                </c:pt>
                <c:pt idx="116">
                  <c:v>-1.3</c:v>
                </c:pt>
                <c:pt idx="117">
                  <c:v>-0.2</c:v>
                </c:pt>
                <c:pt idx="118">
                  <c:v>1.8</c:v>
                </c:pt>
                <c:pt idx="119">
                  <c:v>2.7</c:v>
                </c:pt>
                <c:pt idx="120">
                  <c:v>2.6</c:v>
                </c:pt>
                <c:pt idx="121">
                  <c:v>2.1</c:v>
                </c:pt>
                <c:pt idx="122">
                  <c:v>2.2999999999999998</c:v>
                </c:pt>
                <c:pt idx="123">
                  <c:v>2.2000000000000002</c:v>
                </c:pt>
                <c:pt idx="124">
                  <c:v>2</c:v>
                </c:pt>
                <c:pt idx="125">
                  <c:v>1.1000000000000001</c:v>
                </c:pt>
                <c:pt idx="126">
                  <c:v>1.2</c:v>
                </c:pt>
                <c:pt idx="127">
                  <c:v>1.1000000000000001</c:v>
                </c:pt>
                <c:pt idx="128">
                  <c:v>1.1000000000000001</c:v>
                </c:pt>
                <c:pt idx="129">
                  <c:v>1.2</c:v>
                </c:pt>
                <c:pt idx="130">
                  <c:v>1.1000000000000001</c:v>
                </c:pt>
                <c:pt idx="131">
                  <c:v>1.5</c:v>
                </c:pt>
                <c:pt idx="132">
                  <c:v>1.6</c:v>
                </c:pt>
                <c:pt idx="133">
                  <c:v>2.1</c:v>
                </c:pt>
                <c:pt idx="134">
                  <c:v>2.7</c:v>
                </c:pt>
                <c:pt idx="135">
                  <c:v>3.2</c:v>
                </c:pt>
                <c:pt idx="136">
                  <c:v>3.6</c:v>
                </c:pt>
                <c:pt idx="137">
                  <c:v>3.6</c:v>
                </c:pt>
                <c:pt idx="138">
                  <c:v>3.6</c:v>
                </c:pt>
                <c:pt idx="139">
                  <c:v>3.8</c:v>
                </c:pt>
                <c:pt idx="140">
                  <c:v>3.9</c:v>
                </c:pt>
                <c:pt idx="141">
                  <c:v>3.5</c:v>
                </c:pt>
                <c:pt idx="142">
                  <c:v>3.4</c:v>
                </c:pt>
                <c:pt idx="143">
                  <c:v>3</c:v>
                </c:pt>
                <c:pt idx="144">
                  <c:v>2.9</c:v>
                </c:pt>
                <c:pt idx="145">
                  <c:v>2.9</c:v>
                </c:pt>
                <c:pt idx="146">
                  <c:v>2.7</c:v>
                </c:pt>
                <c:pt idx="147">
                  <c:v>2.2999999999999998</c:v>
                </c:pt>
                <c:pt idx="148">
                  <c:v>1.7</c:v>
                </c:pt>
                <c:pt idx="149">
                  <c:v>1.7</c:v>
                </c:pt>
                <c:pt idx="150">
                  <c:v>1.4</c:v>
                </c:pt>
                <c:pt idx="151">
                  <c:v>1.7</c:v>
                </c:pt>
                <c:pt idx="152">
                  <c:v>2</c:v>
                </c:pt>
                <c:pt idx="153">
                  <c:v>2.2000000000000002</c:v>
                </c:pt>
                <c:pt idx="154">
                  <c:v>1.8</c:v>
                </c:pt>
                <c:pt idx="155">
                  <c:v>1.7</c:v>
                </c:pt>
                <c:pt idx="156">
                  <c:v>1.6</c:v>
                </c:pt>
                <c:pt idx="157">
                  <c:v>2</c:v>
                </c:pt>
                <c:pt idx="158">
                  <c:v>1.5</c:v>
                </c:pt>
                <c:pt idx="159">
                  <c:v>1.1000000000000001</c:v>
                </c:pt>
                <c:pt idx="160">
                  <c:v>1.4</c:v>
                </c:pt>
                <c:pt idx="161">
                  <c:v>1.8</c:v>
                </c:pt>
                <c:pt idx="162">
                  <c:v>2</c:v>
                </c:pt>
                <c:pt idx="163">
                  <c:v>1.5</c:v>
                </c:pt>
                <c:pt idx="164">
                  <c:v>1.2</c:v>
                </c:pt>
                <c:pt idx="165">
                  <c:v>1</c:v>
                </c:pt>
                <c:pt idx="166">
                  <c:v>1.2</c:v>
                </c:pt>
                <c:pt idx="167">
                  <c:v>1.5</c:v>
                </c:pt>
                <c:pt idx="168">
                  <c:v>1.6</c:v>
                </c:pt>
                <c:pt idx="169">
                  <c:v>1.1000000000000001</c:v>
                </c:pt>
                <c:pt idx="170">
                  <c:v>1.5</c:v>
                </c:pt>
                <c:pt idx="171">
                  <c:v>2</c:v>
                </c:pt>
                <c:pt idx="172">
                  <c:v>2.1</c:v>
                </c:pt>
                <c:pt idx="173">
                  <c:v>2.1</c:v>
                </c:pt>
                <c:pt idx="174">
                  <c:v>2</c:v>
                </c:pt>
                <c:pt idx="175">
                  <c:v>1.7</c:v>
                </c:pt>
                <c:pt idx="176">
                  <c:v>1.7</c:v>
                </c:pt>
                <c:pt idx="177">
                  <c:v>1.7</c:v>
                </c:pt>
                <c:pt idx="178">
                  <c:v>1.3</c:v>
                </c:pt>
                <c:pt idx="179">
                  <c:v>0.8</c:v>
                </c:pt>
                <c:pt idx="180">
                  <c:v>-0.1</c:v>
                </c:pt>
                <c:pt idx="181">
                  <c:v>0</c:v>
                </c:pt>
                <c:pt idx="182">
                  <c:v>-0.1</c:v>
                </c:pt>
                <c:pt idx="183">
                  <c:v>-0.2</c:v>
                </c:pt>
                <c:pt idx="184">
                  <c:v>0</c:v>
                </c:pt>
                <c:pt idx="185">
                  <c:v>0.1</c:v>
                </c:pt>
                <c:pt idx="186">
                  <c:v>0.2</c:v>
                </c:pt>
                <c:pt idx="187">
                  <c:v>0.2</c:v>
                </c:pt>
                <c:pt idx="188">
                  <c:v>0</c:v>
                </c:pt>
                <c:pt idx="189">
                  <c:v>0.2</c:v>
                </c:pt>
                <c:pt idx="190">
                  <c:v>0.5</c:v>
                </c:pt>
                <c:pt idx="191">
                  <c:v>0.7</c:v>
                </c:pt>
                <c:pt idx="192">
                  <c:v>1.4</c:v>
                </c:pt>
                <c:pt idx="193">
                  <c:v>1</c:v>
                </c:pt>
                <c:pt idx="194">
                  <c:v>0.9</c:v>
                </c:pt>
                <c:pt idx="195">
                  <c:v>1.1000000000000001</c:v>
                </c:pt>
                <c:pt idx="196">
                  <c:v>1</c:v>
                </c:pt>
                <c:pt idx="197">
                  <c:v>1</c:v>
                </c:pt>
                <c:pt idx="198">
                  <c:v>0.8</c:v>
                </c:pt>
                <c:pt idx="199">
                  <c:v>1.1000000000000001</c:v>
                </c:pt>
                <c:pt idx="200">
                  <c:v>1.5</c:v>
                </c:pt>
                <c:pt idx="201">
                  <c:v>1.6</c:v>
                </c:pt>
                <c:pt idx="202">
                  <c:v>1.7</c:v>
                </c:pt>
                <c:pt idx="203">
                  <c:v>2.1</c:v>
                </c:pt>
                <c:pt idx="204">
                  <c:v>2.5</c:v>
                </c:pt>
                <c:pt idx="205">
                  <c:v>2.7</c:v>
                </c:pt>
                <c:pt idx="206">
                  <c:v>2.4</c:v>
                </c:pt>
                <c:pt idx="207">
                  <c:v>2.2000000000000002</c:v>
                </c:pt>
                <c:pt idx="208">
                  <c:v>1.9</c:v>
                </c:pt>
                <c:pt idx="209">
                  <c:v>1.6</c:v>
                </c:pt>
                <c:pt idx="210">
                  <c:v>1.7</c:v>
                </c:pt>
                <c:pt idx="211">
                  <c:v>1.9</c:v>
                </c:pt>
                <c:pt idx="212">
                  <c:v>2.2000000000000002</c:v>
                </c:pt>
                <c:pt idx="213">
                  <c:v>2</c:v>
                </c:pt>
                <c:pt idx="214">
                  <c:v>2.2000000000000002</c:v>
                </c:pt>
                <c:pt idx="215">
                  <c:v>2.1</c:v>
                </c:pt>
                <c:pt idx="216">
                  <c:v>2.1</c:v>
                </c:pt>
                <c:pt idx="217">
                  <c:v>2.2000000000000002</c:v>
                </c:pt>
                <c:pt idx="218">
                  <c:v>2.4</c:v>
                </c:pt>
                <c:pt idx="219">
                  <c:v>2.5</c:v>
                </c:pt>
                <c:pt idx="220">
                  <c:v>2.8</c:v>
                </c:pt>
                <c:pt idx="221">
                  <c:v>2.9</c:v>
                </c:pt>
                <c:pt idx="222">
                  <c:v>2.9</c:v>
                </c:pt>
                <c:pt idx="223">
                  <c:v>2.7</c:v>
                </c:pt>
                <c:pt idx="224">
                  <c:v>2.2999999999999998</c:v>
                </c:pt>
                <c:pt idx="225">
                  <c:v>2.5</c:v>
                </c:pt>
                <c:pt idx="226">
                  <c:v>2.2000000000000002</c:v>
                </c:pt>
                <c:pt idx="227">
                  <c:v>1.9</c:v>
                </c:pt>
                <c:pt idx="228">
                  <c:v>1.6</c:v>
                </c:pt>
                <c:pt idx="229">
                  <c:v>1.5</c:v>
                </c:pt>
                <c:pt idx="230">
                  <c:v>1.9</c:v>
                </c:pt>
                <c:pt idx="231">
                  <c:v>2</c:v>
                </c:pt>
                <c:pt idx="232">
                  <c:v>1.8</c:v>
                </c:pt>
                <c:pt idx="233">
                  <c:v>1.6</c:v>
                </c:pt>
                <c:pt idx="234">
                  <c:v>1.8</c:v>
                </c:pt>
                <c:pt idx="235">
                  <c:v>1.7</c:v>
                </c:pt>
                <c:pt idx="236">
                  <c:v>1.7</c:v>
                </c:pt>
                <c:pt idx="237">
                  <c:v>1.8</c:v>
                </c:pt>
                <c:pt idx="238">
                  <c:v>2.1</c:v>
                </c:pt>
                <c:pt idx="239">
                  <c:v>2.2999999999999998</c:v>
                </c:pt>
                <c:pt idx="240">
                  <c:v>2.5</c:v>
                </c:pt>
                <c:pt idx="241">
                  <c:v>2.2999999999999998</c:v>
                </c:pt>
                <c:pt idx="242">
                  <c:v>1.5</c:v>
                </c:pt>
                <c:pt idx="243">
                  <c:v>0.3</c:v>
                </c:pt>
                <c:pt idx="244">
                  <c:v>0.1</c:v>
                </c:pt>
                <c:pt idx="245">
                  <c:v>0.6</c:v>
                </c:pt>
                <c:pt idx="246">
                  <c:v>1</c:v>
                </c:pt>
                <c:pt idx="247">
                  <c:v>1.3</c:v>
                </c:pt>
                <c:pt idx="248">
                  <c:v>1.4</c:v>
                </c:pt>
                <c:pt idx="249">
                  <c:v>1.2</c:v>
                </c:pt>
                <c:pt idx="250">
                  <c:v>1.2</c:v>
                </c:pt>
                <c:pt idx="251">
                  <c:v>1.4</c:v>
                </c:pt>
                <c:pt idx="252">
                  <c:v>1.4</c:v>
                </c:pt>
                <c:pt idx="253">
                  <c:v>1.7</c:v>
                </c:pt>
                <c:pt idx="254">
                  <c:v>2.6</c:v>
                </c:pt>
                <c:pt idx="255">
                  <c:v>4.2</c:v>
                </c:pt>
                <c:pt idx="256">
                  <c:v>5</c:v>
                </c:pt>
                <c:pt idx="257">
                  <c:v>5.4</c:v>
                </c:pt>
                <c:pt idx="258">
                  <c:v>5.4</c:v>
                </c:pt>
                <c:pt idx="259">
                  <c:v>5.3</c:v>
                </c:pt>
                <c:pt idx="260">
                  <c:v>5.4</c:v>
                </c:pt>
                <c:pt idx="261">
                  <c:v>6.2</c:v>
                </c:pt>
                <c:pt idx="262">
                  <c:v>6.8</c:v>
                </c:pt>
                <c:pt idx="263">
                  <c:v>7</c:v>
                </c:pt>
                <c:pt idx="264">
                  <c:v>7.5</c:v>
                </c:pt>
                <c:pt idx="265">
                  <c:v>7.9</c:v>
                </c:pt>
                <c:pt idx="266">
                  <c:v>8.5</c:v>
                </c:pt>
                <c:pt idx="267">
                  <c:v>8.3000000000000007</c:v>
                </c:pt>
                <c:pt idx="268">
                  <c:v>8.6</c:v>
                </c:pt>
                <c:pt idx="269">
                  <c:v>9.1</c:v>
                </c:pt>
                <c:pt idx="270">
                  <c:v>8.5</c:v>
                </c:pt>
                <c:pt idx="271">
                  <c:v>8.3000000000000007</c:v>
                </c:pt>
                <c:pt idx="272">
                  <c:v>8.1999999999999993</c:v>
                </c:pt>
                <c:pt idx="273">
                  <c:v>7.7</c:v>
                </c:pt>
                <c:pt idx="274">
                  <c:v>7.1</c:v>
                </c:pt>
                <c:pt idx="275">
                  <c:v>6.5</c:v>
                </c:pt>
                <c:pt idx="276">
                  <c:v>6.4</c:v>
                </c:pt>
                <c:pt idx="277">
                  <c:v>6</c:v>
                </c:pt>
                <c:pt idx="278">
                  <c:v>5</c:v>
                </c:pt>
                <c:pt idx="279">
                  <c:v>4.9000000000000004</c:v>
                </c:pt>
                <c:pt idx="280">
                  <c:v>4</c:v>
                </c:pt>
                <c:pt idx="281">
                  <c:v>3</c:v>
                </c:pt>
                <c:pt idx="282">
                  <c:v>3.2</c:v>
                </c:pt>
                <c:pt idx="283">
                  <c:v>3.7</c:v>
                </c:pt>
                <c:pt idx="284">
                  <c:v>3.7</c:v>
                </c:pt>
                <c:pt idx="285">
                  <c:v>3.2</c:v>
                </c:pt>
                <c:pt idx="286">
                  <c:v>3.1</c:v>
                </c:pt>
                <c:pt idx="287">
                  <c:v>3.4</c:v>
                </c:pt>
                <c:pt idx="288">
                  <c:v>3.1</c:v>
                </c:pt>
                <c:pt idx="289">
                  <c:v>3.2</c:v>
                </c:pt>
                <c:pt idx="290">
                  <c:v>3.5</c:v>
                </c:pt>
                <c:pt idx="291">
                  <c:v>3.4</c:v>
                </c:pt>
                <c:pt idx="292">
                  <c:v>3.3</c:v>
                </c:pt>
                <c:pt idx="293">
                  <c:v>3</c:v>
                </c:pt>
                <c:pt idx="294">
                  <c:v>2.9</c:v>
                </c:pt>
                <c:pt idx="295">
                  <c:v>2.5</c:v>
                </c:pt>
                <c:pt idx="296">
                  <c:v>2.4</c:v>
                </c:pt>
                <c:pt idx="297">
                  <c:v>2.6</c:v>
                </c:pt>
                <c:pt idx="298">
                  <c:v>2.7</c:v>
                </c:pt>
                <c:pt idx="299">
                  <c:v>2.9</c:v>
                </c:pt>
                <c:pt idx="300">
                  <c:v>3</c:v>
                </c:pt>
                <c:pt idx="301">
                  <c:v>2.8</c:v>
                </c:pt>
                <c:pt idx="302">
                  <c:v>2.4</c:v>
                </c:pt>
                <c:pt idx="303">
                  <c:v>2.2999999999999998</c:v>
                </c:pt>
                <c:pt idx="304">
                  <c:v>2.4</c:v>
                </c:pt>
                <c:pt idx="305">
                  <c:v>2.7</c:v>
                </c:pt>
                <c:pt idx="306">
                  <c:v>2.7</c:v>
                </c:pt>
                <c:pt idx="307">
                  <c:v>2.9</c:v>
                </c:pt>
                <c:pt idx="308">
                  <c:v>3</c:v>
                </c:pt>
                <c:pt idx="309">
                  <c:v>2.7</c:v>
                </c:pt>
                <c:pt idx="310">
                  <c:v>2.7</c:v>
                </c:pt>
                <c:pt idx="311">
                  <c:v>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3A-4453-AC70-683951B1D43C}"/>
            </c:ext>
          </c:extLst>
        </c:ser>
        <c:ser>
          <c:idx val="1"/>
          <c:order val="1"/>
          <c:tx>
            <c:strRef>
              <c:f>'CHART (copied)'!$R$11</c:f>
              <c:strCache>
                <c:ptCount val="1"/>
                <c:pt idx="0">
                  <c:v>근원 CPI</c:v>
                </c:pt>
              </c:strCache>
            </c:strRef>
          </c:tx>
          <c:spPr>
            <a:ln w="9525" cap="rnd">
              <a:solidFill>
                <a:srgbClr val="1C1C1C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'CHART (copied)'!$P$13:$P$324</c:f>
              <c:numCache>
                <c:formatCode>yyyy\-mm\-dd</c:formatCode>
                <c:ptCount val="312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  <c:pt idx="300">
                  <c:v>45688</c:v>
                </c:pt>
                <c:pt idx="301">
                  <c:v>45716</c:v>
                </c:pt>
                <c:pt idx="302">
                  <c:v>45747</c:v>
                </c:pt>
                <c:pt idx="303">
                  <c:v>45777</c:v>
                </c:pt>
                <c:pt idx="304">
                  <c:v>45808</c:v>
                </c:pt>
                <c:pt idx="305">
                  <c:v>45838</c:v>
                </c:pt>
                <c:pt idx="306">
                  <c:v>45869</c:v>
                </c:pt>
                <c:pt idx="307">
                  <c:v>45900</c:v>
                </c:pt>
                <c:pt idx="308">
                  <c:v>45930</c:v>
                </c:pt>
                <c:pt idx="309">
                  <c:v>45991</c:v>
                </c:pt>
                <c:pt idx="310">
                  <c:v>46022</c:v>
                </c:pt>
                <c:pt idx="311">
                  <c:v>46053</c:v>
                </c:pt>
              </c:numCache>
            </c:numRef>
          </c:cat>
          <c:val>
            <c:numRef>
              <c:f>'CHART (copied)'!$S$13:$S$324</c:f>
              <c:numCache>
                <c:formatCode>General</c:formatCode>
                <c:ptCount val="312"/>
                <c:pt idx="0">
                  <c:v>2</c:v>
                </c:pt>
                <c:pt idx="1">
                  <c:v>2.2000000000000002</c:v>
                </c:pt>
                <c:pt idx="2">
                  <c:v>2.4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2.5</c:v>
                </c:pt>
                <c:pt idx="7">
                  <c:v>2.6</c:v>
                </c:pt>
                <c:pt idx="8">
                  <c:v>2.6</c:v>
                </c:pt>
                <c:pt idx="9">
                  <c:v>2.5</c:v>
                </c:pt>
                <c:pt idx="10">
                  <c:v>2.6</c:v>
                </c:pt>
                <c:pt idx="11">
                  <c:v>2.6</c:v>
                </c:pt>
                <c:pt idx="12">
                  <c:v>2.6</c:v>
                </c:pt>
                <c:pt idx="13">
                  <c:v>2.7</c:v>
                </c:pt>
                <c:pt idx="14">
                  <c:v>2.7</c:v>
                </c:pt>
                <c:pt idx="15">
                  <c:v>2.6</c:v>
                </c:pt>
                <c:pt idx="16">
                  <c:v>2.5</c:v>
                </c:pt>
                <c:pt idx="17">
                  <c:v>2.7</c:v>
                </c:pt>
                <c:pt idx="18">
                  <c:v>2.7</c:v>
                </c:pt>
                <c:pt idx="19">
                  <c:v>2.7</c:v>
                </c:pt>
                <c:pt idx="20">
                  <c:v>2.6</c:v>
                </c:pt>
                <c:pt idx="21">
                  <c:v>2.6</c:v>
                </c:pt>
                <c:pt idx="22">
                  <c:v>2.8</c:v>
                </c:pt>
                <c:pt idx="23">
                  <c:v>2.7</c:v>
                </c:pt>
                <c:pt idx="24">
                  <c:v>2.6</c:v>
                </c:pt>
                <c:pt idx="25">
                  <c:v>2.6</c:v>
                </c:pt>
                <c:pt idx="26">
                  <c:v>2.4</c:v>
                </c:pt>
                <c:pt idx="27">
                  <c:v>2.5</c:v>
                </c:pt>
                <c:pt idx="28">
                  <c:v>2.5</c:v>
                </c:pt>
                <c:pt idx="29">
                  <c:v>2.2999999999999998</c:v>
                </c:pt>
                <c:pt idx="30">
                  <c:v>2.2000000000000002</c:v>
                </c:pt>
                <c:pt idx="31">
                  <c:v>2.4</c:v>
                </c:pt>
                <c:pt idx="32">
                  <c:v>2.2000000000000002</c:v>
                </c:pt>
                <c:pt idx="33">
                  <c:v>2.2000000000000002</c:v>
                </c:pt>
                <c:pt idx="34">
                  <c:v>2</c:v>
                </c:pt>
                <c:pt idx="35">
                  <c:v>1.9</c:v>
                </c:pt>
                <c:pt idx="36">
                  <c:v>1.9</c:v>
                </c:pt>
                <c:pt idx="37">
                  <c:v>1.7</c:v>
                </c:pt>
                <c:pt idx="38">
                  <c:v>1.7</c:v>
                </c:pt>
                <c:pt idx="39">
                  <c:v>1.5</c:v>
                </c:pt>
                <c:pt idx="40">
                  <c:v>1.6</c:v>
                </c:pt>
                <c:pt idx="41">
                  <c:v>1.5</c:v>
                </c:pt>
                <c:pt idx="42">
                  <c:v>1.5</c:v>
                </c:pt>
                <c:pt idx="43">
                  <c:v>1.3</c:v>
                </c:pt>
                <c:pt idx="44">
                  <c:v>1.2</c:v>
                </c:pt>
                <c:pt idx="45">
                  <c:v>1.3</c:v>
                </c:pt>
                <c:pt idx="46">
                  <c:v>1.1000000000000001</c:v>
                </c:pt>
                <c:pt idx="47">
                  <c:v>1.1000000000000001</c:v>
                </c:pt>
                <c:pt idx="48">
                  <c:v>1.1000000000000001</c:v>
                </c:pt>
                <c:pt idx="49">
                  <c:v>1.2</c:v>
                </c:pt>
                <c:pt idx="50">
                  <c:v>1.6</c:v>
                </c:pt>
                <c:pt idx="51">
                  <c:v>1.8</c:v>
                </c:pt>
                <c:pt idx="52">
                  <c:v>1.7</c:v>
                </c:pt>
                <c:pt idx="53">
                  <c:v>1.9</c:v>
                </c:pt>
                <c:pt idx="54">
                  <c:v>1.8</c:v>
                </c:pt>
                <c:pt idx="55">
                  <c:v>1.7</c:v>
                </c:pt>
                <c:pt idx="56">
                  <c:v>2</c:v>
                </c:pt>
                <c:pt idx="57">
                  <c:v>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2.2999999999999998</c:v>
                </c:pt>
                <c:pt idx="61">
                  <c:v>2.4</c:v>
                </c:pt>
                <c:pt idx="62">
                  <c:v>2.2999999999999998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</c:v>
                </c:pt>
                <c:pt idx="66">
                  <c:v>2.1</c:v>
                </c:pt>
                <c:pt idx="67">
                  <c:v>2.1</c:v>
                </c:pt>
                <c:pt idx="68">
                  <c:v>2</c:v>
                </c:pt>
                <c:pt idx="69">
                  <c:v>2.1</c:v>
                </c:pt>
                <c:pt idx="70">
                  <c:v>2.1</c:v>
                </c:pt>
                <c:pt idx="71">
                  <c:v>2.2000000000000002</c:v>
                </c:pt>
                <c:pt idx="72">
                  <c:v>2.1</c:v>
                </c:pt>
                <c:pt idx="73">
                  <c:v>2.1</c:v>
                </c:pt>
                <c:pt idx="74">
                  <c:v>2.1</c:v>
                </c:pt>
                <c:pt idx="75">
                  <c:v>2.2999999999999998</c:v>
                </c:pt>
                <c:pt idx="76">
                  <c:v>2.4</c:v>
                </c:pt>
                <c:pt idx="77">
                  <c:v>2.6</c:v>
                </c:pt>
                <c:pt idx="78">
                  <c:v>2.7</c:v>
                </c:pt>
                <c:pt idx="79">
                  <c:v>2.8</c:v>
                </c:pt>
                <c:pt idx="80">
                  <c:v>2.9</c:v>
                </c:pt>
                <c:pt idx="81">
                  <c:v>2.7</c:v>
                </c:pt>
                <c:pt idx="82">
                  <c:v>2.6</c:v>
                </c:pt>
                <c:pt idx="83">
                  <c:v>2.6</c:v>
                </c:pt>
                <c:pt idx="84">
                  <c:v>2.7</c:v>
                </c:pt>
                <c:pt idx="85">
                  <c:v>2.7</c:v>
                </c:pt>
                <c:pt idx="86">
                  <c:v>2.5</c:v>
                </c:pt>
                <c:pt idx="87">
                  <c:v>2.2999999999999998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2.1</c:v>
                </c:pt>
                <c:pt idx="92">
                  <c:v>2.1</c:v>
                </c:pt>
                <c:pt idx="93">
                  <c:v>2.2000000000000002</c:v>
                </c:pt>
                <c:pt idx="94">
                  <c:v>2.2999999999999998</c:v>
                </c:pt>
                <c:pt idx="95">
                  <c:v>2.4</c:v>
                </c:pt>
                <c:pt idx="96">
                  <c:v>2.5</c:v>
                </c:pt>
                <c:pt idx="97">
                  <c:v>2.2999999999999998</c:v>
                </c:pt>
                <c:pt idx="98">
                  <c:v>2.4</c:v>
                </c:pt>
                <c:pt idx="99">
                  <c:v>2.2999999999999998</c:v>
                </c:pt>
                <c:pt idx="100">
                  <c:v>2.2999999999999998</c:v>
                </c:pt>
                <c:pt idx="101">
                  <c:v>2.4</c:v>
                </c:pt>
                <c:pt idx="102">
                  <c:v>2.5</c:v>
                </c:pt>
                <c:pt idx="103">
                  <c:v>2.5</c:v>
                </c:pt>
                <c:pt idx="104">
                  <c:v>2.5</c:v>
                </c:pt>
                <c:pt idx="105">
                  <c:v>2.2000000000000002</c:v>
                </c:pt>
                <c:pt idx="106">
                  <c:v>2</c:v>
                </c:pt>
                <c:pt idx="107">
                  <c:v>1.8</c:v>
                </c:pt>
                <c:pt idx="108">
                  <c:v>1.7</c:v>
                </c:pt>
                <c:pt idx="109">
                  <c:v>1.8</c:v>
                </c:pt>
                <c:pt idx="110">
                  <c:v>1.8</c:v>
                </c:pt>
                <c:pt idx="111">
                  <c:v>1.9</c:v>
                </c:pt>
                <c:pt idx="112">
                  <c:v>1.8</c:v>
                </c:pt>
                <c:pt idx="113">
                  <c:v>1.7</c:v>
                </c:pt>
                <c:pt idx="114">
                  <c:v>1.5</c:v>
                </c:pt>
                <c:pt idx="115">
                  <c:v>1.4</c:v>
                </c:pt>
                <c:pt idx="116">
                  <c:v>1.5</c:v>
                </c:pt>
                <c:pt idx="117">
                  <c:v>1.7</c:v>
                </c:pt>
                <c:pt idx="118">
                  <c:v>1.7</c:v>
                </c:pt>
                <c:pt idx="119">
                  <c:v>1.8</c:v>
                </c:pt>
                <c:pt idx="120">
                  <c:v>1.6</c:v>
                </c:pt>
                <c:pt idx="121">
                  <c:v>1.3</c:v>
                </c:pt>
                <c:pt idx="122">
                  <c:v>1.1000000000000001</c:v>
                </c:pt>
                <c:pt idx="123">
                  <c:v>0.9</c:v>
                </c:pt>
                <c:pt idx="124">
                  <c:v>0.9</c:v>
                </c:pt>
                <c:pt idx="125">
                  <c:v>0.9</c:v>
                </c:pt>
                <c:pt idx="126">
                  <c:v>0.9</c:v>
                </c:pt>
                <c:pt idx="127">
                  <c:v>0.9</c:v>
                </c:pt>
                <c:pt idx="128">
                  <c:v>0.8</c:v>
                </c:pt>
                <c:pt idx="129">
                  <c:v>0.6</c:v>
                </c:pt>
                <c:pt idx="130">
                  <c:v>0.8</c:v>
                </c:pt>
                <c:pt idx="131">
                  <c:v>0.8</c:v>
                </c:pt>
                <c:pt idx="132">
                  <c:v>1</c:v>
                </c:pt>
                <c:pt idx="133">
                  <c:v>1.1000000000000001</c:v>
                </c:pt>
                <c:pt idx="134">
                  <c:v>1.2</c:v>
                </c:pt>
                <c:pt idx="135">
                  <c:v>1.3</c:v>
                </c:pt>
                <c:pt idx="136">
                  <c:v>1.5</c:v>
                </c:pt>
                <c:pt idx="137">
                  <c:v>1.6</c:v>
                </c:pt>
                <c:pt idx="138">
                  <c:v>1.8</c:v>
                </c:pt>
                <c:pt idx="139">
                  <c:v>2</c:v>
                </c:pt>
                <c:pt idx="140">
                  <c:v>2</c:v>
                </c:pt>
                <c:pt idx="141">
                  <c:v>2.1</c:v>
                </c:pt>
                <c:pt idx="142">
                  <c:v>2.2000000000000002</c:v>
                </c:pt>
                <c:pt idx="143">
                  <c:v>2.2000000000000002</c:v>
                </c:pt>
                <c:pt idx="144">
                  <c:v>2.2999999999999998</c:v>
                </c:pt>
                <c:pt idx="145">
                  <c:v>2.2000000000000002</c:v>
                </c:pt>
                <c:pt idx="146">
                  <c:v>2.2999999999999998</c:v>
                </c:pt>
                <c:pt idx="147">
                  <c:v>2.2999999999999998</c:v>
                </c:pt>
                <c:pt idx="148">
                  <c:v>2.2999999999999998</c:v>
                </c:pt>
                <c:pt idx="149">
                  <c:v>2.2000000000000002</c:v>
                </c:pt>
                <c:pt idx="150">
                  <c:v>2.1</c:v>
                </c:pt>
                <c:pt idx="151">
                  <c:v>1.9</c:v>
                </c:pt>
                <c:pt idx="152">
                  <c:v>2</c:v>
                </c:pt>
                <c:pt idx="153">
                  <c:v>2</c:v>
                </c:pt>
                <c:pt idx="154">
                  <c:v>1.9</c:v>
                </c:pt>
                <c:pt idx="155">
                  <c:v>1.9</c:v>
                </c:pt>
                <c:pt idx="156">
                  <c:v>1.9</c:v>
                </c:pt>
                <c:pt idx="157">
                  <c:v>2</c:v>
                </c:pt>
                <c:pt idx="158">
                  <c:v>1.9</c:v>
                </c:pt>
                <c:pt idx="159">
                  <c:v>1.7</c:v>
                </c:pt>
                <c:pt idx="160">
                  <c:v>1.7</c:v>
                </c:pt>
                <c:pt idx="161">
                  <c:v>1.6</c:v>
                </c:pt>
                <c:pt idx="162">
                  <c:v>1.7</c:v>
                </c:pt>
                <c:pt idx="163">
                  <c:v>1.8</c:v>
                </c:pt>
                <c:pt idx="164">
                  <c:v>1.7</c:v>
                </c:pt>
                <c:pt idx="165">
                  <c:v>1.7</c:v>
                </c:pt>
                <c:pt idx="166">
                  <c:v>1.7</c:v>
                </c:pt>
                <c:pt idx="167">
                  <c:v>1.7</c:v>
                </c:pt>
                <c:pt idx="168">
                  <c:v>1.6</c:v>
                </c:pt>
                <c:pt idx="169">
                  <c:v>1.6</c:v>
                </c:pt>
                <c:pt idx="170">
                  <c:v>1.7</c:v>
                </c:pt>
                <c:pt idx="171">
                  <c:v>1.8</c:v>
                </c:pt>
                <c:pt idx="172">
                  <c:v>2</c:v>
                </c:pt>
                <c:pt idx="173">
                  <c:v>1.9</c:v>
                </c:pt>
                <c:pt idx="174">
                  <c:v>1.9</c:v>
                </c:pt>
                <c:pt idx="175">
                  <c:v>1.7</c:v>
                </c:pt>
                <c:pt idx="176">
                  <c:v>1.7</c:v>
                </c:pt>
                <c:pt idx="177">
                  <c:v>1.8</c:v>
                </c:pt>
                <c:pt idx="178">
                  <c:v>1.7</c:v>
                </c:pt>
                <c:pt idx="179">
                  <c:v>1.6</c:v>
                </c:pt>
                <c:pt idx="180">
                  <c:v>1.6</c:v>
                </c:pt>
                <c:pt idx="181">
                  <c:v>1.7</c:v>
                </c:pt>
                <c:pt idx="182">
                  <c:v>1.8</c:v>
                </c:pt>
                <c:pt idx="183">
                  <c:v>1.8</c:v>
                </c:pt>
                <c:pt idx="184">
                  <c:v>1.7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1.9</c:v>
                </c:pt>
                <c:pt idx="189">
                  <c:v>1.9</c:v>
                </c:pt>
                <c:pt idx="190">
                  <c:v>2</c:v>
                </c:pt>
                <c:pt idx="191">
                  <c:v>2.1</c:v>
                </c:pt>
                <c:pt idx="192">
                  <c:v>2.2000000000000002</c:v>
                </c:pt>
                <c:pt idx="193">
                  <c:v>2.2999999999999998</c:v>
                </c:pt>
                <c:pt idx="194">
                  <c:v>2.2000000000000002</c:v>
                </c:pt>
                <c:pt idx="195">
                  <c:v>2.1</c:v>
                </c:pt>
                <c:pt idx="196">
                  <c:v>2.2000000000000002</c:v>
                </c:pt>
                <c:pt idx="197">
                  <c:v>2.2000000000000002</c:v>
                </c:pt>
                <c:pt idx="198">
                  <c:v>2.2000000000000002</c:v>
                </c:pt>
                <c:pt idx="199">
                  <c:v>2.2999999999999998</c:v>
                </c:pt>
                <c:pt idx="200">
                  <c:v>2.2000000000000002</c:v>
                </c:pt>
                <c:pt idx="201">
                  <c:v>2.1</c:v>
                </c:pt>
                <c:pt idx="202">
                  <c:v>2.1</c:v>
                </c:pt>
                <c:pt idx="203">
                  <c:v>2.2000000000000002</c:v>
                </c:pt>
                <c:pt idx="204">
                  <c:v>2.2999999999999998</c:v>
                </c:pt>
                <c:pt idx="205">
                  <c:v>2.2000000000000002</c:v>
                </c:pt>
                <c:pt idx="206">
                  <c:v>2</c:v>
                </c:pt>
                <c:pt idx="207">
                  <c:v>1.9</c:v>
                </c:pt>
                <c:pt idx="208">
                  <c:v>1.7</c:v>
                </c:pt>
                <c:pt idx="209">
                  <c:v>1.7</c:v>
                </c:pt>
                <c:pt idx="210">
                  <c:v>1.7</c:v>
                </c:pt>
                <c:pt idx="211">
                  <c:v>1.7</c:v>
                </c:pt>
                <c:pt idx="212">
                  <c:v>1.7</c:v>
                </c:pt>
                <c:pt idx="213">
                  <c:v>1.8</c:v>
                </c:pt>
                <c:pt idx="214">
                  <c:v>1.7</c:v>
                </c:pt>
                <c:pt idx="215">
                  <c:v>1.8</c:v>
                </c:pt>
                <c:pt idx="216">
                  <c:v>1.8</c:v>
                </c:pt>
                <c:pt idx="217">
                  <c:v>1.8</c:v>
                </c:pt>
                <c:pt idx="218">
                  <c:v>2.1</c:v>
                </c:pt>
                <c:pt idx="219">
                  <c:v>2.1</c:v>
                </c:pt>
                <c:pt idx="220">
                  <c:v>2.2000000000000002</c:v>
                </c:pt>
                <c:pt idx="221">
                  <c:v>2.2999999999999998</c:v>
                </c:pt>
                <c:pt idx="222">
                  <c:v>2.4</c:v>
                </c:pt>
                <c:pt idx="223">
                  <c:v>2.2000000000000002</c:v>
                </c:pt>
                <c:pt idx="224">
                  <c:v>2.2000000000000002</c:v>
                </c:pt>
                <c:pt idx="225">
                  <c:v>2.1</c:v>
                </c:pt>
                <c:pt idx="226">
                  <c:v>2.2000000000000002</c:v>
                </c:pt>
                <c:pt idx="227">
                  <c:v>2.2000000000000002</c:v>
                </c:pt>
                <c:pt idx="228">
                  <c:v>2.2000000000000002</c:v>
                </c:pt>
                <c:pt idx="229">
                  <c:v>2.1</c:v>
                </c:pt>
                <c:pt idx="230">
                  <c:v>2</c:v>
                </c:pt>
                <c:pt idx="231">
                  <c:v>2.1</c:v>
                </c:pt>
                <c:pt idx="232">
                  <c:v>2</c:v>
                </c:pt>
                <c:pt idx="233">
                  <c:v>2.1</c:v>
                </c:pt>
                <c:pt idx="234">
                  <c:v>2.2000000000000002</c:v>
                </c:pt>
                <c:pt idx="235">
                  <c:v>2.4</c:v>
                </c:pt>
                <c:pt idx="236">
                  <c:v>2.4</c:v>
                </c:pt>
                <c:pt idx="237">
                  <c:v>2.2999999999999998</c:v>
                </c:pt>
                <c:pt idx="238">
                  <c:v>2.2999999999999998</c:v>
                </c:pt>
                <c:pt idx="239">
                  <c:v>2.2999999999999998</c:v>
                </c:pt>
                <c:pt idx="240">
                  <c:v>2.2999999999999998</c:v>
                </c:pt>
                <c:pt idx="241">
                  <c:v>2.4</c:v>
                </c:pt>
                <c:pt idx="242">
                  <c:v>2.1</c:v>
                </c:pt>
                <c:pt idx="243">
                  <c:v>1.4</c:v>
                </c:pt>
                <c:pt idx="244">
                  <c:v>1.2</c:v>
                </c:pt>
                <c:pt idx="245">
                  <c:v>1.2</c:v>
                </c:pt>
                <c:pt idx="246">
                  <c:v>1.6</c:v>
                </c:pt>
                <c:pt idx="247">
                  <c:v>1.7</c:v>
                </c:pt>
                <c:pt idx="248">
                  <c:v>1.7</c:v>
                </c:pt>
                <c:pt idx="249">
                  <c:v>1.6</c:v>
                </c:pt>
                <c:pt idx="250">
                  <c:v>1.6</c:v>
                </c:pt>
                <c:pt idx="251">
                  <c:v>1.6</c:v>
                </c:pt>
                <c:pt idx="252">
                  <c:v>1.4</c:v>
                </c:pt>
                <c:pt idx="253">
                  <c:v>1.3</c:v>
                </c:pt>
                <c:pt idx="254">
                  <c:v>1.6</c:v>
                </c:pt>
                <c:pt idx="255">
                  <c:v>3</c:v>
                </c:pt>
                <c:pt idx="256">
                  <c:v>3.8</c:v>
                </c:pt>
                <c:pt idx="257">
                  <c:v>4.5</c:v>
                </c:pt>
                <c:pt idx="258">
                  <c:v>4.3</c:v>
                </c:pt>
                <c:pt idx="259">
                  <c:v>4</c:v>
                </c:pt>
                <c:pt idx="260">
                  <c:v>4</c:v>
                </c:pt>
                <c:pt idx="261">
                  <c:v>4.5999999999999996</c:v>
                </c:pt>
                <c:pt idx="262">
                  <c:v>4.9000000000000004</c:v>
                </c:pt>
                <c:pt idx="263">
                  <c:v>5.5</c:v>
                </c:pt>
                <c:pt idx="264">
                  <c:v>6</c:v>
                </c:pt>
                <c:pt idx="265">
                  <c:v>6.4</c:v>
                </c:pt>
                <c:pt idx="266">
                  <c:v>6.5</c:v>
                </c:pt>
                <c:pt idx="267">
                  <c:v>6.2</c:v>
                </c:pt>
                <c:pt idx="268">
                  <c:v>6</c:v>
                </c:pt>
                <c:pt idx="269">
                  <c:v>5.9</c:v>
                </c:pt>
                <c:pt idx="270">
                  <c:v>5.9</c:v>
                </c:pt>
                <c:pt idx="271">
                  <c:v>6.3</c:v>
                </c:pt>
                <c:pt idx="272">
                  <c:v>6.6</c:v>
                </c:pt>
                <c:pt idx="273">
                  <c:v>6.3</c:v>
                </c:pt>
                <c:pt idx="274">
                  <c:v>6</c:v>
                </c:pt>
                <c:pt idx="275">
                  <c:v>5.7</c:v>
                </c:pt>
                <c:pt idx="276">
                  <c:v>5.6</c:v>
                </c:pt>
                <c:pt idx="277">
                  <c:v>5.5</c:v>
                </c:pt>
                <c:pt idx="278">
                  <c:v>5.6</c:v>
                </c:pt>
                <c:pt idx="279">
                  <c:v>5.5</c:v>
                </c:pt>
                <c:pt idx="280">
                  <c:v>5.3</c:v>
                </c:pt>
                <c:pt idx="281">
                  <c:v>4.8</c:v>
                </c:pt>
                <c:pt idx="282">
                  <c:v>4.7</c:v>
                </c:pt>
                <c:pt idx="283">
                  <c:v>4.3</c:v>
                </c:pt>
                <c:pt idx="284">
                  <c:v>4.0999999999999996</c:v>
                </c:pt>
                <c:pt idx="285">
                  <c:v>4</c:v>
                </c:pt>
                <c:pt idx="286">
                  <c:v>4</c:v>
                </c:pt>
                <c:pt idx="287">
                  <c:v>3.9</c:v>
                </c:pt>
                <c:pt idx="288">
                  <c:v>3.9</c:v>
                </c:pt>
                <c:pt idx="289">
                  <c:v>3.8</c:v>
                </c:pt>
                <c:pt idx="290">
                  <c:v>3.8</c:v>
                </c:pt>
                <c:pt idx="291">
                  <c:v>3.6</c:v>
                </c:pt>
                <c:pt idx="292">
                  <c:v>3.4</c:v>
                </c:pt>
                <c:pt idx="293">
                  <c:v>3.3</c:v>
                </c:pt>
                <c:pt idx="294">
                  <c:v>3.2</c:v>
                </c:pt>
                <c:pt idx="295">
                  <c:v>3.2</c:v>
                </c:pt>
                <c:pt idx="296">
                  <c:v>3.3</c:v>
                </c:pt>
                <c:pt idx="297">
                  <c:v>3.3</c:v>
                </c:pt>
                <c:pt idx="298">
                  <c:v>3.3</c:v>
                </c:pt>
                <c:pt idx="299">
                  <c:v>3.2</c:v>
                </c:pt>
                <c:pt idx="300">
                  <c:v>3.3</c:v>
                </c:pt>
                <c:pt idx="301">
                  <c:v>3.1</c:v>
                </c:pt>
                <c:pt idx="302">
                  <c:v>2.8</c:v>
                </c:pt>
                <c:pt idx="303">
                  <c:v>2.8</c:v>
                </c:pt>
                <c:pt idx="304">
                  <c:v>2.8</c:v>
                </c:pt>
                <c:pt idx="305">
                  <c:v>2.9</c:v>
                </c:pt>
                <c:pt idx="306">
                  <c:v>3.1</c:v>
                </c:pt>
                <c:pt idx="307">
                  <c:v>3.1</c:v>
                </c:pt>
                <c:pt idx="308">
                  <c:v>3</c:v>
                </c:pt>
                <c:pt idx="309">
                  <c:v>2.6</c:v>
                </c:pt>
                <c:pt idx="310">
                  <c:v>2.6</c:v>
                </c:pt>
                <c:pt idx="311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3A-4453-AC70-683951B1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32489936"/>
        <c:axId val="832488296"/>
      </c:lineChart>
      <c:dateAx>
        <c:axId val="832489936"/>
        <c:scaling>
          <c:orientation val="minMax"/>
          <c:min val="38353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2488296"/>
        <c:crosses val="autoZero"/>
        <c:auto val="1"/>
        <c:lblOffset val="100"/>
        <c:baseTimeUnit val="months"/>
        <c:majorUnit val="2"/>
        <c:majorTimeUnit val="years"/>
      </c:dateAx>
      <c:valAx>
        <c:axId val="8324882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9.5486111111111116E-5"/>
              <c:y val="5.13131313131313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83248993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r"/>
      <c:layout>
        <c:manualLayout>
          <c:xMode val="edge"/>
          <c:yMode val="edge"/>
          <c:x val="0.22254375000000001"/>
          <c:y val="2.2424242424242424E-3"/>
          <c:w val="0.63634513888888888"/>
          <c:h val="6.5464646464646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rgbClr val="000000"/>
              </a:solidFill>
              <a:latin typeface="KB금융 본문체 Light"/>
              <a:ea typeface="KB금융 본문체 Light"/>
              <a:cs typeface="KB금융 본문체 Light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3468416"/>
        <c:axId val="663468744"/>
      </c:lineChart>
      <c:catAx>
        <c:axId val="663468416"/>
        <c:scaling>
          <c:orientation val="minMax"/>
          <c:min val="0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Algn val="ctr"/>
        <c:lblOffset val="100"/>
        <c:tickLblSkip val="1"/>
        <c:noMultiLvlLbl val="1"/>
      </c:catAx>
      <c:valAx>
        <c:axId val="663468744"/>
        <c:scaling>
          <c:orientation val="minMax"/>
          <c:min val="-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9028662041822304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값!$D$16:$D$10000</c:f>
              <c:numCache>
                <c:formatCode>yyyy\-mm\-dd</c:formatCode>
                <c:ptCount val="9985"/>
                <c:pt idx="0">
                  <c:v>42185</c:v>
                </c:pt>
                <c:pt idx="1">
                  <c:v>42277</c:v>
                </c:pt>
                <c:pt idx="2">
                  <c:v>42369</c:v>
                </c:pt>
                <c:pt idx="3">
                  <c:v>42460</c:v>
                </c:pt>
                <c:pt idx="4">
                  <c:v>42551</c:v>
                </c:pt>
                <c:pt idx="5">
                  <c:v>42643</c:v>
                </c:pt>
                <c:pt idx="6">
                  <c:v>42735</c:v>
                </c:pt>
                <c:pt idx="7">
                  <c:v>42825</c:v>
                </c:pt>
                <c:pt idx="8">
                  <c:v>42916</c:v>
                </c:pt>
                <c:pt idx="9">
                  <c:v>43008</c:v>
                </c:pt>
                <c:pt idx="10">
                  <c:v>43100</c:v>
                </c:pt>
                <c:pt idx="11">
                  <c:v>43190</c:v>
                </c:pt>
                <c:pt idx="12">
                  <c:v>43281</c:v>
                </c:pt>
                <c:pt idx="13">
                  <c:v>43373</c:v>
                </c:pt>
                <c:pt idx="14">
                  <c:v>43465</c:v>
                </c:pt>
                <c:pt idx="15">
                  <c:v>43555</c:v>
                </c:pt>
                <c:pt idx="16">
                  <c:v>43646</c:v>
                </c:pt>
                <c:pt idx="17">
                  <c:v>43738</c:v>
                </c:pt>
                <c:pt idx="18">
                  <c:v>43830</c:v>
                </c:pt>
                <c:pt idx="19">
                  <c:v>43921</c:v>
                </c:pt>
                <c:pt idx="20">
                  <c:v>44012</c:v>
                </c:pt>
                <c:pt idx="21">
                  <c:v>44104</c:v>
                </c:pt>
                <c:pt idx="22">
                  <c:v>44196</c:v>
                </c:pt>
                <c:pt idx="23">
                  <c:v>44286</c:v>
                </c:pt>
                <c:pt idx="24">
                  <c:v>44377</c:v>
                </c:pt>
                <c:pt idx="25">
                  <c:v>44469</c:v>
                </c:pt>
                <c:pt idx="26">
                  <c:v>44561</c:v>
                </c:pt>
                <c:pt idx="27">
                  <c:v>44651</c:v>
                </c:pt>
                <c:pt idx="28">
                  <c:v>44742</c:v>
                </c:pt>
                <c:pt idx="29">
                  <c:v>44834</c:v>
                </c:pt>
                <c:pt idx="30">
                  <c:v>44926</c:v>
                </c:pt>
                <c:pt idx="31">
                  <c:v>45016</c:v>
                </c:pt>
                <c:pt idx="32">
                  <c:v>45107</c:v>
                </c:pt>
                <c:pt idx="33">
                  <c:v>45199</c:v>
                </c:pt>
                <c:pt idx="34">
                  <c:v>45291</c:v>
                </c:pt>
                <c:pt idx="35">
                  <c:v>45382</c:v>
                </c:pt>
                <c:pt idx="36">
                  <c:v>45473</c:v>
                </c:pt>
                <c:pt idx="37">
                  <c:v>45565</c:v>
                </c:pt>
                <c:pt idx="38">
                  <c:v>45657</c:v>
                </c:pt>
                <c:pt idx="39">
                  <c:v>45747</c:v>
                </c:pt>
                <c:pt idx="40">
                  <c:v>45838</c:v>
                </c:pt>
                <c:pt idx="41">
                  <c:v>45930</c:v>
                </c:pt>
                <c:pt idx="42">
                  <c:v>46022</c:v>
                </c:pt>
              </c:numCache>
            </c:numRef>
          </c:cat>
          <c:val>
            <c:numRef>
              <c:f>값!$E$16:$E$10000</c:f>
              <c:numCache>
                <c:formatCode>General</c:formatCode>
                <c:ptCount val="9985"/>
                <c:pt idx="0">
                  <c:v>7.1</c:v>
                </c:pt>
                <c:pt idx="1">
                  <c:v>7</c:v>
                </c:pt>
                <c:pt idx="2">
                  <c:v>6.9</c:v>
                </c:pt>
                <c:pt idx="3">
                  <c:v>6.9</c:v>
                </c:pt>
                <c:pt idx="4">
                  <c:v>6.8</c:v>
                </c:pt>
                <c:pt idx="5">
                  <c:v>6.8</c:v>
                </c:pt>
                <c:pt idx="6">
                  <c:v>6.9</c:v>
                </c:pt>
                <c:pt idx="7">
                  <c:v>7</c:v>
                </c:pt>
                <c:pt idx="8">
                  <c:v>7</c:v>
                </c:pt>
                <c:pt idx="9">
                  <c:v>6.9</c:v>
                </c:pt>
                <c:pt idx="10">
                  <c:v>6.8</c:v>
                </c:pt>
                <c:pt idx="11">
                  <c:v>6.9</c:v>
                </c:pt>
                <c:pt idx="12">
                  <c:v>6.9</c:v>
                </c:pt>
                <c:pt idx="13">
                  <c:v>6.7</c:v>
                </c:pt>
                <c:pt idx="14">
                  <c:v>6.5</c:v>
                </c:pt>
                <c:pt idx="15">
                  <c:v>6.4</c:v>
                </c:pt>
                <c:pt idx="16">
                  <c:v>6.1</c:v>
                </c:pt>
                <c:pt idx="17">
                  <c:v>6</c:v>
                </c:pt>
                <c:pt idx="18">
                  <c:v>5.9</c:v>
                </c:pt>
                <c:pt idx="19">
                  <c:v>-6.8</c:v>
                </c:pt>
                <c:pt idx="20">
                  <c:v>3.2</c:v>
                </c:pt>
                <c:pt idx="21">
                  <c:v>4.9000000000000004</c:v>
                </c:pt>
                <c:pt idx="22">
                  <c:v>6.5</c:v>
                </c:pt>
                <c:pt idx="23">
                  <c:v>18.899999999999999</c:v>
                </c:pt>
                <c:pt idx="24">
                  <c:v>8.1</c:v>
                </c:pt>
                <c:pt idx="25">
                  <c:v>5.5</c:v>
                </c:pt>
                <c:pt idx="26">
                  <c:v>4.5</c:v>
                </c:pt>
                <c:pt idx="27">
                  <c:v>4.8</c:v>
                </c:pt>
                <c:pt idx="28">
                  <c:v>0.8</c:v>
                </c:pt>
                <c:pt idx="29">
                  <c:v>4</c:v>
                </c:pt>
                <c:pt idx="30">
                  <c:v>3</c:v>
                </c:pt>
                <c:pt idx="31">
                  <c:v>4.7</c:v>
                </c:pt>
                <c:pt idx="32">
                  <c:v>6.5</c:v>
                </c:pt>
                <c:pt idx="33">
                  <c:v>5</c:v>
                </c:pt>
                <c:pt idx="34">
                  <c:v>5.3</c:v>
                </c:pt>
                <c:pt idx="35">
                  <c:v>5.3</c:v>
                </c:pt>
                <c:pt idx="36">
                  <c:v>4.7</c:v>
                </c:pt>
                <c:pt idx="37">
                  <c:v>4.5999999999999996</c:v>
                </c:pt>
                <c:pt idx="38">
                  <c:v>5.4</c:v>
                </c:pt>
                <c:pt idx="39">
                  <c:v>5.4</c:v>
                </c:pt>
                <c:pt idx="40">
                  <c:v>5.2</c:v>
                </c:pt>
                <c:pt idx="41">
                  <c:v>4.8</c:v>
                </c:pt>
                <c:pt idx="42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0E-4D74-825B-5B836AC7D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값!$J$16:$J$10000</c:f>
              <c:numCache>
                <c:formatCode>yyyy\-mm\-dd</c:formatCode>
                <c:ptCount val="9985"/>
                <c:pt idx="0">
                  <c:v>42094</c:v>
                </c:pt>
                <c:pt idx="1">
                  <c:v>42124</c:v>
                </c:pt>
                <c:pt idx="2">
                  <c:v>42155</c:v>
                </c:pt>
                <c:pt idx="3">
                  <c:v>42185</c:v>
                </c:pt>
                <c:pt idx="4">
                  <c:v>42216</c:v>
                </c:pt>
                <c:pt idx="5">
                  <c:v>42247</c:v>
                </c:pt>
                <c:pt idx="6">
                  <c:v>42277</c:v>
                </c:pt>
                <c:pt idx="7">
                  <c:v>42308</c:v>
                </c:pt>
                <c:pt idx="8">
                  <c:v>42338</c:v>
                </c:pt>
                <c:pt idx="9">
                  <c:v>42369</c:v>
                </c:pt>
                <c:pt idx="10">
                  <c:v>42429</c:v>
                </c:pt>
                <c:pt idx="11">
                  <c:v>42460</c:v>
                </c:pt>
                <c:pt idx="12">
                  <c:v>42490</c:v>
                </c:pt>
                <c:pt idx="13">
                  <c:v>42521</c:v>
                </c:pt>
                <c:pt idx="14">
                  <c:v>42551</c:v>
                </c:pt>
                <c:pt idx="15">
                  <c:v>42582</c:v>
                </c:pt>
                <c:pt idx="16">
                  <c:v>42613</c:v>
                </c:pt>
                <c:pt idx="17">
                  <c:v>42643</c:v>
                </c:pt>
                <c:pt idx="18">
                  <c:v>42674</c:v>
                </c:pt>
                <c:pt idx="19">
                  <c:v>42704</c:v>
                </c:pt>
                <c:pt idx="20">
                  <c:v>42735</c:v>
                </c:pt>
                <c:pt idx="21">
                  <c:v>42794</c:v>
                </c:pt>
                <c:pt idx="22">
                  <c:v>42825</c:v>
                </c:pt>
                <c:pt idx="23">
                  <c:v>42855</c:v>
                </c:pt>
                <c:pt idx="24">
                  <c:v>42886</c:v>
                </c:pt>
                <c:pt idx="25">
                  <c:v>42916</c:v>
                </c:pt>
                <c:pt idx="26">
                  <c:v>42947</c:v>
                </c:pt>
                <c:pt idx="27">
                  <c:v>42978</c:v>
                </c:pt>
                <c:pt idx="28">
                  <c:v>43008</c:v>
                </c:pt>
                <c:pt idx="29">
                  <c:v>43039</c:v>
                </c:pt>
                <c:pt idx="30">
                  <c:v>43069</c:v>
                </c:pt>
                <c:pt idx="31">
                  <c:v>43100</c:v>
                </c:pt>
                <c:pt idx="32">
                  <c:v>43159</c:v>
                </c:pt>
                <c:pt idx="33">
                  <c:v>43190</c:v>
                </c:pt>
                <c:pt idx="34">
                  <c:v>43220</c:v>
                </c:pt>
                <c:pt idx="35">
                  <c:v>43251</c:v>
                </c:pt>
                <c:pt idx="36">
                  <c:v>43281</c:v>
                </c:pt>
                <c:pt idx="37">
                  <c:v>43312</c:v>
                </c:pt>
                <c:pt idx="38">
                  <c:v>43343</c:v>
                </c:pt>
                <c:pt idx="39">
                  <c:v>43373</c:v>
                </c:pt>
                <c:pt idx="40">
                  <c:v>43404</c:v>
                </c:pt>
                <c:pt idx="41">
                  <c:v>43434</c:v>
                </c:pt>
                <c:pt idx="42">
                  <c:v>43465</c:v>
                </c:pt>
                <c:pt idx="43">
                  <c:v>43524</c:v>
                </c:pt>
                <c:pt idx="44">
                  <c:v>43555</c:v>
                </c:pt>
                <c:pt idx="45">
                  <c:v>43585</c:v>
                </c:pt>
                <c:pt idx="46">
                  <c:v>43616</c:v>
                </c:pt>
                <c:pt idx="47">
                  <c:v>43646</c:v>
                </c:pt>
                <c:pt idx="48">
                  <c:v>43677</c:v>
                </c:pt>
                <c:pt idx="49">
                  <c:v>43708</c:v>
                </c:pt>
                <c:pt idx="50">
                  <c:v>43738</c:v>
                </c:pt>
                <c:pt idx="51">
                  <c:v>43769</c:v>
                </c:pt>
                <c:pt idx="52">
                  <c:v>43799</c:v>
                </c:pt>
                <c:pt idx="53">
                  <c:v>43830</c:v>
                </c:pt>
                <c:pt idx="54">
                  <c:v>43890</c:v>
                </c:pt>
                <c:pt idx="55">
                  <c:v>43921</c:v>
                </c:pt>
                <c:pt idx="56">
                  <c:v>43951</c:v>
                </c:pt>
                <c:pt idx="57">
                  <c:v>43982</c:v>
                </c:pt>
                <c:pt idx="58">
                  <c:v>44012</c:v>
                </c:pt>
                <c:pt idx="59">
                  <c:v>44043</c:v>
                </c:pt>
                <c:pt idx="60">
                  <c:v>44074</c:v>
                </c:pt>
                <c:pt idx="61">
                  <c:v>44104</c:v>
                </c:pt>
                <c:pt idx="62">
                  <c:v>44135</c:v>
                </c:pt>
                <c:pt idx="63">
                  <c:v>44165</c:v>
                </c:pt>
                <c:pt idx="64">
                  <c:v>44196</c:v>
                </c:pt>
                <c:pt idx="65">
                  <c:v>44255</c:v>
                </c:pt>
                <c:pt idx="66">
                  <c:v>44286</c:v>
                </c:pt>
                <c:pt idx="67">
                  <c:v>44316</c:v>
                </c:pt>
                <c:pt idx="68">
                  <c:v>44347</c:v>
                </c:pt>
                <c:pt idx="69">
                  <c:v>44377</c:v>
                </c:pt>
                <c:pt idx="70">
                  <c:v>44408</c:v>
                </c:pt>
                <c:pt idx="71">
                  <c:v>44439</c:v>
                </c:pt>
                <c:pt idx="72">
                  <c:v>44469</c:v>
                </c:pt>
                <c:pt idx="73">
                  <c:v>44500</c:v>
                </c:pt>
                <c:pt idx="74">
                  <c:v>44530</c:v>
                </c:pt>
                <c:pt idx="75">
                  <c:v>44561</c:v>
                </c:pt>
                <c:pt idx="76">
                  <c:v>44620</c:v>
                </c:pt>
                <c:pt idx="77">
                  <c:v>44651</c:v>
                </c:pt>
                <c:pt idx="78">
                  <c:v>44681</c:v>
                </c:pt>
                <c:pt idx="79">
                  <c:v>44712</c:v>
                </c:pt>
                <c:pt idx="80">
                  <c:v>44742</c:v>
                </c:pt>
                <c:pt idx="81">
                  <c:v>44773</c:v>
                </c:pt>
                <c:pt idx="82">
                  <c:v>44804</c:v>
                </c:pt>
                <c:pt idx="83">
                  <c:v>44834</c:v>
                </c:pt>
                <c:pt idx="84">
                  <c:v>44865</c:v>
                </c:pt>
                <c:pt idx="85">
                  <c:v>44895</c:v>
                </c:pt>
                <c:pt idx="86">
                  <c:v>44926</c:v>
                </c:pt>
                <c:pt idx="87">
                  <c:v>44985</c:v>
                </c:pt>
                <c:pt idx="88">
                  <c:v>45016</c:v>
                </c:pt>
                <c:pt idx="89">
                  <c:v>45046</c:v>
                </c:pt>
                <c:pt idx="90">
                  <c:v>45077</c:v>
                </c:pt>
                <c:pt idx="91">
                  <c:v>45107</c:v>
                </c:pt>
                <c:pt idx="92">
                  <c:v>45138</c:v>
                </c:pt>
                <c:pt idx="93">
                  <c:v>45169</c:v>
                </c:pt>
                <c:pt idx="94">
                  <c:v>45199</c:v>
                </c:pt>
                <c:pt idx="95">
                  <c:v>45230</c:v>
                </c:pt>
                <c:pt idx="96">
                  <c:v>45260</c:v>
                </c:pt>
                <c:pt idx="97">
                  <c:v>45291</c:v>
                </c:pt>
                <c:pt idx="98">
                  <c:v>45351</c:v>
                </c:pt>
                <c:pt idx="99">
                  <c:v>45382</c:v>
                </c:pt>
                <c:pt idx="100">
                  <c:v>45412</c:v>
                </c:pt>
                <c:pt idx="101">
                  <c:v>45443</c:v>
                </c:pt>
                <c:pt idx="102">
                  <c:v>45473</c:v>
                </c:pt>
                <c:pt idx="103">
                  <c:v>45504</c:v>
                </c:pt>
                <c:pt idx="104">
                  <c:v>45535</c:v>
                </c:pt>
                <c:pt idx="105">
                  <c:v>45565</c:v>
                </c:pt>
                <c:pt idx="106">
                  <c:v>45596</c:v>
                </c:pt>
                <c:pt idx="107">
                  <c:v>45626</c:v>
                </c:pt>
                <c:pt idx="108">
                  <c:v>45657</c:v>
                </c:pt>
                <c:pt idx="109">
                  <c:v>45716</c:v>
                </c:pt>
                <c:pt idx="110">
                  <c:v>45747</c:v>
                </c:pt>
                <c:pt idx="111">
                  <c:v>45777</c:v>
                </c:pt>
                <c:pt idx="112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>
                  <c:v>45991</c:v>
                </c:pt>
                <c:pt idx="119">
                  <c:v>46022</c:v>
                </c:pt>
                <c:pt idx="120">
                  <c:v>46081</c:v>
                </c:pt>
              </c:numCache>
            </c:numRef>
          </c:cat>
          <c:val>
            <c:numRef>
              <c:f>값!$K$16:$K$10000</c:f>
              <c:numCache>
                <c:formatCode>General</c:formatCode>
                <c:ptCount val="9985"/>
                <c:pt idx="0">
                  <c:v>10.6</c:v>
                </c:pt>
                <c:pt idx="1">
                  <c:v>10.4</c:v>
                </c:pt>
                <c:pt idx="2">
                  <c:v>10.4</c:v>
                </c:pt>
                <c:pt idx="3">
                  <c:v>10.4</c:v>
                </c:pt>
                <c:pt idx="4">
                  <c:v>10.4</c:v>
                </c:pt>
                <c:pt idx="5">
                  <c:v>10.5</c:v>
                </c:pt>
                <c:pt idx="6">
                  <c:v>10.5</c:v>
                </c:pt>
                <c:pt idx="7">
                  <c:v>10.6</c:v>
                </c:pt>
                <c:pt idx="8">
                  <c:v>10.6</c:v>
                </c:pt>
                <c:pt idx="9">
                  <c:v>10.7</c:v>
                </c:pt>
                <c:pt idx="10">
                  <c:v>10.199999999999999</c:v>
                </c:pt>
                <c:pt idx="11">
                  <c:v>10.3</c:v>
                </c:pt>
                <c:pt idx="12">
                  <c:v>10.3</c:v>
                </c:pt>
                <c:pt idx="13">
                  <c:v>10.199999999999999</c:v>
                </c:pt>
                <c:pt idx="14">
                  <c:v>10.3</c:v>
                </c:pt>
                <c:pt idx="15">
                  <c:v>10.3</c:v>
                </c:pt>
                <c:pt idx="16">
                  <c:v>10.3</c:v>
                </c:pt>
                <c:pt idx="17">
                  <c:v>10.4</c:v>
                </c:pt>
                <c:pt idx="18">
                  <c:v>10.3</c:v>
                </c:pt>
                <c:pt idx="19">
                  <c:v>10.4</c:v>
                </c:pt>
                <c:pt idx="20">
                  <c:v>10.4</c:v>
                </c:pt>
                <c:pt idx="21">
                  <c:v>9.5</c:v>
                </c:pt>
                <c:pt idx="22">
                  <c:v>10</c:v>
                </c:pt>
                <c:pt idx="23">
                  <c:v>10.199999999999999</c:v>
                </c:pt>
                <c:pt idx="24">
                  <c:v>10.3</c:v>
                </c:pt>
                <c:pt idx="25">
                  <c:v>10.4</c:v>
                </c:pt>
                <c:pt idx="26">
                  <c:v>10.4</c:v>
                </c:pt>
                <c:pt idx="27">
                  <c:v>10.4</c:v>
                </c:pt>
                <c:pt idx="28">
                  <c:v>10.4</c:v>
                </c:pt>
                <c:pt idx="29">
                  <c:v>10.3</c:v>
                </c:pt>
                <c:pt idx="30">
                  <c:v>10.3</c:v>
                </c:pt>
                <c:pt idx="31">
                  <c:v>10.199999999999999</c:v>
                </c:pt>
                <c:pt idx="32">
                  <c:v>9.6999999999999993</c:v>
                </c:pt>
                <c:pt idx="33">
                  <c:v>9.8000000000000007</c:v>
                </c:pt>
                <c:pt idx="34">
                  <c:v>9.6999999999999993</c:v>
                </c:pt>
                <c:pt idx="35">
                  <c:v>9.5</c:v>
                </c:pt>
                <c:pt idx="36">
                  <c:v>9.4</c:v>
                </c:pt>
                <c:pt idx="37">
                  <c:v>9.3000000000000007</c:v>
                </c:pt>
                <c:pt idx="38">
                  <c:v>9.3000000000000007</c:v>
                </c:pt>
                <c:pt idx="39">
                  <c:v>9.3000000000000007</c:v>
                </c:pt>
                <c:pt idx="40">
                  <c:v>9.1999999999999993</c:v>
                </c:pt>
                <c:pt idx="41">
                  <c:v>9.1</c:v>
                </c:pt>
                <c:pt idx="42">
                  <c:v>9</c:v>
                </c:pt>
                <c:pt idx="43">
                  <c:v>8.1999999999999993</c:v>
                </c:pt>
                <c:pt idx="44">
                  <c:v>8.3000000000000007</c:v>
                </c:pt>
                <c:pt idx="45">
                  <c:v>8</c:v>
                </c:pt>
                <c:pt idx="46">
                  <c:v>8.1</c:v>
                </c:pt>
                <c:pt idx="47">
                  <c:v>8.4</c:v>
                </c:pt>
                <c:pt idx="48">
                  <c:v>8.3000000000000007</c:v>
                </c:pt>
                <c:pt idx="49">
                  <c:v>8.1999999999999993</c:v>
                </c:pt>
                <c:pt idx="50">
                  <c:v>8.1999999999999993</c:v>
                </c:pt>
                <c:pt idx="51">
                  <c:v>8.1</c:v>
                </c:pt>
                <c:pt idx="52">
                  <c:v>8</c:v>
                </c:pt>
                <c:pt idx="53">
                  <c:v>8</c:v>
                </c:pt>
                <c:pt idx="54">
                  <c:v>-20.5</c:v>
                </c:pt>
                <c:pt idx="55">
                  <c:v>-19</c:v>
                </c:pt>
                <c:pt idx="56">
                  <c:v>-16.2</c:v>
                </c:pt>
                <c:pt idx="57">
                  <c:v>-13.5</c:v>
                </c:pt>
                <c:pt idx="58">
                  <c:v>-11.4</c:v>
                </c:pt>
                <c:pt idx="59">
                  <c:v>-9.9</c:v>
                </c:pt>
                <c:pt idx="60">
                  <c:v>-8.6</c:v>
                </c:pt>
                <c:pt idx="61">
                  <c:v>-7.2</c:v>
                </c:pt>
                <c:pt idx="62">
                  <c:v>-5.9</c:v>
                </c:pt>
                <c:pt idx="63">
                  <c:v>-4.8</c:v>
                </c:pt>
                <c:pt idx="64">
                  <c:v>-3.9</c:v>
                </c:pt>
                <c:pt idx="65">
                  <c:v>33.799999999999997</c:v>
                </c:pt>
                <c:pt idx="66">
                  <c:v>33.9</c:v>
                </c:pt>
                <c:pt idx="67">
                  <c:v>29.6</c:v>
                </c:pt>
                <c:pt idx="68">
                  <c:v>25.7</c:v>
                </c:pt>
                <c:pt idx="69">
                  <c:v>23</c:v>
                </c:pt>
                <c:pt idx="70">
                  <c:v>20.7</c:v>
                </c:pt>
                <c:pt idx="71">
                  <c:v>18.100000000000001</c:v>
                </c:pt>
                <c:pt idx="72">
                  <c:v>16.399999999999999</c:v>
                </c:pt>
                <c:pt idx="73">
                  <c:v>14.9</c:v>
                </c:pt>
                <c:pt idx="74">
                  <c:v>13.7</c:v>
                </c:pt>
                <c:pt idx="75">
                  <c:v>12.5</c:v>
                </c:pt>
                <c:pt idx="76">
                  <c:v>6.7</c:v>
                </c:pt>
                <c:pt idx="77">
                  <c:v>3.3</c:v>
                </c:pt>
                <c:pt idx="78">
                  <c:v>-0.2</c:v>
                </c:pt>
                <c:pt idx="79">
                  <c:v>-1.5</c:v>
                </c:pt>
                <c:pt idx="80">
                  <c:v>-0.7</c:v>
                </c:pt>
                <c:pt idx="81">
                  <c:v>-0.2</c:v>
                </c:pt>
                <c:pt idx="82">
                  <c:v>0.5</c:v>
                </c:pt>
                <c:pt idx="83">
                  <c:v>0.7</c:v>
                </c:pt>
                <c:pt idx="84">
                  <c:v>0.6</c:v>
                </c:pt>
                <c:pt idx="85">
                  <c:v>-0.1</c:v>
                </c:pt>
                <c:pt idx="86">
                  <c:v>-0.2</c:v>
                </c:pt>
                <c:pt idx="87">
                  <c:v>3.5</c:v>
                </c:pt>
                <c:pt idx="88">
                  <c:v>5.8</c:v>
                </c:pt>
                <c:pt idx="89">
                  <c:v>8.5</c:v>
                </c:pt>
                <c:pt idx="90">
                  <c:v>9.3000000000000007</c:v>
                </c:pt>
                <c:pt idx="91">
                  <c:v>8.1999999999999993</c:v>
                </c:pt>
                <c:pt idx="92">
                  <c:v>7.3</c:v>
                </c:pt>
                <c:pt idx="93">
                  <c:v>7</c:v>
                </c:pt>
                <c:pt idx="94">
                  <c:v>6.8</c:v>
                </c:pt>
                <c:pt idx="95">
                  <c:v>6.9</c:v>
                </c:pt>
                <c:pt idx="96">
                  <c:v>7.2</c:v>
                </c:pt>
                <c:pt idx="97">
                  <c:v>7.2</c:v>
                </c:pt>
                <c:pt idx="98">
                  <c:v>5.5</c:v>
                </c:pt>
                <c:pt idx="99">
                  <c:v>4.7</c:v>
                </c:pt>
                <c:pt idx="100">
                  <c:v>4.0999999999999996</c:v>
                </c:pt>
                <c:pt idx="101">
                  <c:v>4.0999999999999996</c:v>
                </c:pt>
                <c:pt idx="102">
                  <c:v>3.7</c:v>
                </c:pt>
                <c:pt idx="103">
                  <c:v>3.5</c:v>
                </c:pt>
                <c:pt idx="104">
                  <c:v>3.4</c:v>
                </c:pt>
                <c:pt idx="105">
                  <c:v>3.3</c:v>
                </c:pt>
                <c:pt idx="106">
                  <c:v>3.5</c:v>
                </c:pt>
                <c:pt idx="107">
                  <c:v>3.5</c:v>
                </c:pt>
                <c:pt idx="108">
                  <c:v>3.5</c:v>
                </c:pt>
                <c:pt idx="109">
                  <c:v>4</c:v>
                </c:pt>
                <c:pt idx="110">
                  <c:v>4.5999999999999996</c:v>
                </c:pt>
                <c:pt idx="111">
                  <c:v>4.7</c:v>
                </c:pt>
                <c:pt idx="112">
                  <c:v>5</c:v>
                </c:pt>
                <c:pt idx="113">
                  <c:v>5</c:v>
                </c:pt>
                <c:pt idx="114">
                  <c:v>4.8</c:v>
                </c:pt>
                <c:pt idx="115">
                  <c:v>4.5999999999999996</c:v>
                </c:pt>
                <c:pt idx="116">
                  <c:v>4.5</c:v>
                </c:pt>
                <c:pt idx="117">
                  <c:v>4.3</c:v>
                </c:pt>
                <c:pt idx="118">
                  <c:v>4</c:v>
                </c:pt>
                <c:pt idx="119">
                  <c:v>3.7</c:v>
                </c:pt>
                <c:pt idx="120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B2-423A-B30F-2F8472E46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  <c:min val="42036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  <c:min val="-20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199826388888901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값!$O$16:$O$10000</c:f>
              <c:numCache>
                <c:formatCode>yyyy\-mm\-dd</c:formatCode>
                <c:ptCount val="9985"/>
                <c:pt idx="0">
                  <c:v>42063</c:v>
                </c:pt>
                <c:pt idx="1">
                  <c:v>42094</c:v>
                </c:pt>
                <c:pt idx="2">
                  <c:v>42124</c:v>
                </c:pt>
                <c:pt idx="3">
                  <c:v>42155</c:v>
                </c:pt>
                <c:pt idx="4">
                  <c:v>42185</c:v>
                </c:pt>
                <c:pt idx="5">
                  <c:v>42216</c:v>
                </c:pt>
                <c:pt idx="6">
                  <c:v>42247</c:v>
                </c:pt>
                <c:pt idx="7">
                  <c:v>42277</c:v>
                </c:pt>
                <c:pt idx="8">
                  <c:v>42308</c:v>
                </c:pt>
                <c:pt idx="9">
                  <c:v>42338</c:v>
                </c:pt>
                <c:pt idx="10">
                  <c:v>42369</c:v>
                </c:pt>
                <c:pt idx="11">
                  <c:v>42400</c:v>
                </c:pt>
                <c:pt idx="12">
                  <c:v>42429</c:v>
                </c:pt>
                <c:pt idx="13">
                  <c:v>42460</c:v>
                </c:pt>
                <c:pt idx="14">
                  <c:v>42490</c:v>
                </c:pt>
                <c:pt idx="15">
                  <c:v>42521</c:v>
                </c:pt>
                <c:pt idx="16">
                  <c:v>42551</c:v>
                </c:pt>
                <c:pt idx="17">
                  <c:v>42582</c:v>
                </c:pt>
                <c:pt idx="18">
                  <c:v>42613</c:v>
                </c:pt>
                <c:pt idx="19">
                  <c:v>42643</c:v>
                </c:pt>
                <c:pt idx="20">
                  <c:v>42674</c:v>
                </c:pt>
                <c:pt idx="21">
                  <c:v>42704</c:v>
                </c:pt>
                <c:pt idx="22">
                  <c:v>42735</c:v>
                </c:pt>
                <c:pt idx="23">
                  <c:v>42766</c:v>
                </c:pt>
                <c:pt idx="24">
                  <c:v>42794</c:v>
                </c:pt>
                <c:pt idx="25">
                  <c:v>42825</c:v>
                </c:pt>
                <c:pt idx="26">
                  <c:v>42855</c:v>
                </c:pt>
                <c:pt idx="27">
                  <c:v>42886</c:v>
                </c:pt>
                <c:pt idx="28">
                  <c:v>42916</c:v>
                </c:pt>
                <c:pt idx="29">
                  <c:v>42947</c:v>
                </c:pt>
                <c:pt idx="30">
                  <c:v>42978</c:v>
                </c:pt>
                <c:pt idx="31">
                  <c:v>43008</c:v>
                </c:pt>
                <c:pt idx="32">
                  <c:v>43039</c:v>
                </c:pt>
                <c:pt idx="33">
                  <c:v>43069</c:v>
                </c:pt>
                <c:pt idx="34">
                  <c:v>43100</c:v>
                </c:pt>
                <c:pt idx="35">
                  <c:v>43131</c:v>
                </c:pt>
                <c:pt idx="36">
                  <c:v>43159</c:v>
                </c:pt>
                <c:pt idx="37">
                  <c:v>43190</c:v>
                </c:pt>
                <c:pt idx="38">
                  <c:v>43220</c:v>
                </c:pt>
                <c:pt idx="39">
                  <c:v>43251</c:v>
                </c:pt>
                <c:pt idx="40">
                  <c:v>43281</c:v>
                </c:pt>
                <c:pt idx="41">
                  <c:v>43312</c:v>
                </c:pt>
                <c:pt idx="42">
                  <c:v>43343</c:v>
                </c:pt>
                <c:pt idx="43">
                  <c:v>43373</c:v>
                </c:pt>
                <c:pt idx="44">
                  <c:v>43404</c:v>
                </c:pt>
                <c:pt idx="45">
                  <c:v>43434</c:v>
                </c:pt>
                <c:pt idx="46">
                  <c:v>43465</c:v>
                </c:pt>
                <c:pt idx="47">
                  <c:v>43496</c:v>
                </c:pt>
                <c:pt idx="48">
                  <c:v>43524</c:v>
                </c:pt>
                <c:pt idx="49">
                  <c:v>43555</c:v>
                </c:pt>
                <c:pt idx="50">
                  <c:v>43585</c:v>
                </c:pt>
                <c:pt idx="51">
                  <c:v>43616</c:v>
                </c:pt>
                <c:pt idx="52">
                  <c:v>43646</c:v>
                </c:pt>
                <c:pt idx="53">
                  <c:v>43677</c:v>
                </c:pt>
                <c:pt idx="54">
                  <c:v>43708</c:v>
                </c:pt>
                <c:pt idx="55">
                  <c:v>43738</c:v>
                </c:pt>
                <c:pt idx="56">
                  <c:v>43769</c:v>
                </c:pt>
                <c:pt idx="57">
                  <c:v>43799</c:v>
                </c:pt>
                <c:pt idx="58">
                  <c:v>43830</c:v>
                </c:pt>
                <c:pt idx="59">
                  <c:v>43861</c:v>
                </c:pt>
                <c:pt idx="60">
                  <c:v>43890</c:v>
                </c:pt>
                <c:pt idx="61">
                  <c:v>43921</c:v>
                </c:pt>
                <c:pt idx="62">
                  <c:v>43951</c:v>
                </c:pt>
                <c:pt idx="63">
                  <c:v>43982</c:v>
                </c:pt>
                <c:pt idx="64">
                  <c:v>44012</c:v>
                </c:pt>
                <c:pt idx="65">
                  <c:v>44043</c:v>
                </c:pt>
                <c:pt idx="66">
                  <c:v>44074</c:v>
                </c:pt>
                <c:pt idx="67">
                  <c:v>44104</c:v>
                </c:pt>
                <c:pt idx="68">
                  <c:v>44135</c:v>
                </c:pt>
                <c:pt idx="69">
                  <c:v>44165</c:v>
                </c:pt>
                <c:pt idx="70">
                  <c:v>44196</c:v>
                </c:pt>
                <c:pt idx="71">
                  <c:v>44227</c:v>
                </c:pt>
                <c:pt idx="72">
                  <c:v>44255</c:v>
                </c:pt>
                <c:pt idx="73">
                  <c:v>44286</c:v>
                </c:pt>
                <c:pt idx="74">
                  <c:v>44316</c:v>
                </c:pt>
                <c:pt idx="75">
                  <c:v>44347</c:v>
                </c:pt>
                <c:pt idx="76">
                  <c:v>44377</c:v>
                </c:pt>
                <c:pt idx="77">
                  <c:v>44408</c:v>
                </c:pt>
                <c:pt idx="78">
                  <c:v>44439</c:v>
                </c:pt>
                <c:pt idx="79">
                  <c:v>44469</c:v>
                </c:pt>
                <c:pt idx="80">
                  <c:v>44500</c:v>
                </c:pt>
                <c:pt idx="81">
                  <c:v>44530</c:v>
                </c:pt>
                <c:pt idx="82">
                  <c:v>44561</c:v>
                </c:pt>
                <c:pt idx="83">
                  <c:v>44592</c:v>
                </c:pt>
                <c:pt idx="84">
                  <c:v>44620</c:v>
                </c:pt>
                <c:pt idx="85">
                  <c:v>44651</c:v>
                </c:pt>
                <c:pt idx="86">
                  <c:v>44681</c:v>
                </c:pt>
                <c:pt idx="87">
                  <c:v>44712</c:v>
                </c:pt>
                <c:pt idx="88">
                  <c:v>44742</c:v>
                </c:pt>
                <c:pt idx="89">
                  <c:v>44773</c:v>
                </c:pt>
                <c:pt idx="90">
                  <c:v>44804</c:v>
                </c:pt>
                <c:pt idx="91">
                  <c:v>44834</c:v>
                </c:pt>
                <c:pt idx="92">
                  <c:v>44865</c:v>
                </c:pt>
                <c:pt idx="93">
                  <c:v>44895</c:v>
                </c:pt>
                <c:pt idx="94">
                  <c:v>44926</c:v>
                </c:pt>
                <c:pt idx="95">
                  <c:v>44957</c:v>
                </c:pt>
                <c:pt idx="96">
                  <c:v>44985</c:v>
                </c:pt>
                <c:pt idx="97">
                  <c:v>45016</c:v>
                </c:pt>
                <c:pt idx="98">
                  <c:v>45046</c:v>
                </c:pt>
                <c:pt idx="99">
                  <c:v>45077</c:v>
                </c:pt>
                <c:pt idx="100">
                  <c:v>45107</c:v>
                </c:pt>
                <c:pt idx="101">
                  <c:v>45138</c:v>
                </c:pt>
                <c:pt idx="102">
                  <c:v>45169</c:v>
                </c:pt>
                <c:pt idx="103">
                  <c:v>45199</c:v>
                </c:pt>
                <c:pt idx="104">
                  <c:v>45230</c:v>
                </c:pt>
                <c:pt idx="105">
                  <c:v>45260</c:v>
                </c:pt>
                <c:pt idx="106">
                  <c:v>45291</c:v>
                </c:pt>
                <c:pt idx="107">
                  <c:v>45322</c:v>
                </c:pt>
                <c:pt idx="108">
                  <c:v>45351</c:v>
                </c:pt>
                <c:pt idx="109">
                  <c:v>45382</c:v>
                </c:pt>
                <c:pt idx="110">
                  <c:v>45412</c:v>
                </c:pt>
                <c:pt idx="111">
                  <c:v>45443</c:v>
                </c:pt>
                <c:pt idx="112">
                  <c:v>45473</c:v>
                </c:pt>
                <c:pt idx="113">
                  <c:v>45504</c:v>
                </c:pt>
                <c:pt idx="114">
                  <c:v>45535</c:v>
                </c:pt>
                <c:pt idx="115">
                  <c:v>45565</c:v>
                </c:pt>
                <c:pt idx="116">
                  <c:v>45596</c:v>
                </c:pt>
                <c:pt idx="117">
                  <c:v>45626</c:v>
                </c:pt>
                <c:pt idx="118">
                  <c:v>45657</c:v>
                </c:pt>
                <c:pt idx="119">
                  <c:v>45688</c:v>
                </c:pt>
                <c:pt idx="120">
                  <c:v>45716</c:v>
                </c:pt>
                <c:pt idx="121">
                  <c:v>45747</c:v>
                </c:pt>
                <c:pt idx="122">
                  <c:v>45777</c:v>
                </c:pt>
                <c:pt idx="123">
                  <c:v>45808</c:v>
                </c:pt>
                <c:pt idx="124">
                  <c:v>45838</c:v>
                </c:pt>
                <c:pt idx="125">
                  <c:v>45869</c:v>
                </c:pt>
                <c:pt idx="126">
                  <c:v>45900</c:v>
                </c:pt>
                <c:pt idx="127">
                  <c:v>45930</c:v>
                </c:pt>
                <c:pt idx="128">
                  <c:v>45961</c:v>
                </c:pt>
                <c:pt idx="129">
                  <c:v>45991</c:v>
                </c:pt>
                <c:pt idx="130">
                  <c:v>46022</c:v>
                </c:pt>
                <c:pt idx="131">
                  <c:v>46053</c:v>
                </c:pt>
                <c:pt idx="132">
                  <c:v>46081</c:v>
                </c:pt>
              </c:numCache>
            </c:numRef>
          </c:cat>
          <c:val>
            <c:numRef>
              <c:f>값!$P$16:$P$10000</c:f>
              <c:numCache>
                <c:formatCode>General</c:formatCode>
                <c:ptCount val="9985"/>
                <c:pt idx="0">
                  <c:v>49.9</c:v>
                </c:pt>
                <c:pt idx="1">
                  <c:v>50.1</c:v>
                </c:pt>
                <c:pt idx="2">
                  <c:v>50.1</c:v>
                </c:pt>
                <c:pt idx="3">
                  <c:v>50.2</c:v>
                </c:pt>
                <c:pt idx="4">
                  <c:v>50.2</c:v>
                </c:pt>
                <c:pt idx="5">
                  <c:v>50</c:v>
                </c:pt>
                <c:pt idx="6">
                  <c:v>49.7</c:v>
                </c:pt>
                <c:pt idx="7">
                  <c:v>49.8</c:v>
                </c:pt>
                <c:pt idx="8">
                  <c:v>49.8</c:v>
                </c:pt>
                <c:pt idx="9">
                  <c:v>49.6</c:v>
                </c:pt>
                <c:pt idx="10">
                  <c:v>49.7</c:v>
                </c:pt>
                <c:pt idx="11">
                  <c:v>49.4</c:v>
                </c:pt>
                <c:pt idx="12">
                  <c:v>49</c:v>
                </c:pt>
                <c:pt idx="13">
                  <c:v>50.2</c:v>
                </c:pt>
                <c:pt idx="14">
                  <c:v>50.1</c:v>
                </c:pt>
                <c:pt idx="15">
                  <c:v>50.1</c:v>
                </c:pt>
                <c:pt idx="16">
                  <c:v>50</c:v>
                </c:pt>
                <c:pt idx="17">
                  <c:v>49.9</c:v>
                </c:pt>
                <c:pt idx="18">
                  <c:v>50.4</c:v>
                </c:pt>
                <c:pt idx="19">
                  <c:v>50.4</c:v>
                </c:pt>
                <c:pt idx="20">
                  <c:v>51.2</c:v>
                </c:pt>
                <c:pt idx="21">
                  <c:v>51.7</c:v>
                </c:pt>
                <c:pt idx="22">
                  <c:v>51.4</c:v>
                </c:pt>
                <c:pt idx="23">
                  <c:v>51.3</c:v>
                </c:pt>
                <c:pt idx="24">
                  <c:v>51.6</c:v>
                </c:pt>
                <c:pt idx="25">
                  <c:v>51.8</c:v>
                </c:pt>
                <c:pt idx="26">
                  <c:v>51.2</c:v>
                </c:pt>
                <c:pt idx="27">
                  <c:v>51.2</c:v>
                </c:pt>
                <c:pt idx="28">
                  <c:v>51.7</c:v>
                </c:pt>
                <c:pt idx="29">
                  <c:v>51.4</c:v>
                </c:pt>
                <c:pt idx="30">
                  <c:v>51.7</c:v>
                </c:pt>
                <c:pt idx="31">
                  <c:v>52.4</c:v>
                </c:pt>
                <c:pt idx="32">
                  <c:v>51.6</c:v>
                </c:pt>
                <c:pt idx="33">
                  <c:v>51.8</c:v>
                </c:pt>
                <c:pt idx="34">
                  <c:v>51.6</c:v>
                </c:pt>
                <c:pt idx="35">
                  <c:v>51.3</c:v>
                </c:pt>
                <c:pt idx="36">
                  <c:v>50.3</c:v>
                </c:pt>
                <c:pt idx="37">
                  <c:v>51.5</c:v>
                </c:pt>
                <c:pt idx="38">
                  <c:v>51.4</c:v>
                </c:pt>
                <c:pt idx="39">
                  <c:v>51.9</c:v>
                </c:pt>
                <c:pt idx="40">
                  <c:v>51.5</c:v>
                </c:pt>
                <c:pt idx="41">
                  <c:v>51.2</c:v>
                </c:pt>
                <c:pt idx="42">
                  <c:v>51.3</c:v>
                </c:pt>
                <c:pt idx="43">
                  <c:v>50.8</c:v>
                </c:pt>
                <c:pt idx="44">
                  <c:v>50.2</c:v>
                </c:pt>
                <c:pt idx="45">
                  <c:v>50</c:v>
                </c:pt>
                <c:pt idx="46">
                  <c:v>49.4</c:v>
                </c:pt>
                <c:pt idx="47">
                  <c:v>49.5</c:v>
                </c:pt>
                <c:pt idx="48">
                  <c:v>49.2</c:v>
                </c:pt>
                <c:pt idx="49">
                  <c:v>50.5</c:v>
                </c:pt>
                <c:pt idx="50">
                  <c:v>50.1</c:v>
                </c:pt>
                <c:pt idx="51">
                  <c:v>49.4</c:v>
                </c:pt>
                <c:pt idx="52">
                  <c:v>49.4</c:v>
                </c:pt>
                <c:pt idx="53">
                  <c:v>49.7</c:v>
                </c:pt>
                <c:pt idx="54">
                  <c:v>49.5</c:v>
                </c:pt>
                <c:pt idx="55">
                  <c:v>49.8</c:v>
                </c:pt>
                <c:pt idx="56">
                  <c:v>49.3</c:v>
                </c:pt>
                <c:pt idx="57">
                  <c:v>50.2</c:v>
                </c:pt>
                <c:pt idx="58">
                  <c:v>50.2</c:v>
                </c:pt>
                <c:pt idx="59">
                  <c:v>50</c:v>
                </c:pt>
                <c:pt idx="60">
                  <c:v>35.700000000000003</c:v>
                </c:pt>
                <c:pt idx="61">
                  <c:v>52</c:v>
                </c:pt>
                <c:pt idx="62">
                  <c:v>50.8</c:v>
                </c:pt>
                <c:pt idx="63">
                  <c:v>50.6</c:v>
                </c:pt>
                <c:pt idx="64">
                  <c:v>50.9</c:v>
                </c:pt>
                <c:pt idx="65">
                  <c:v>51.1</c:v>
                </c:pt>
                <c:pt idx="66">
                  <c:v>51</c:v>
                </c:pt>
                <c:pt idx="67">
                  <c:v>51.5</c:v>
                </c:pt>
                <c:pt idx="68">
                  <c:v>51.4</c:v>
                </c:pt>
                <c:pt idx="69">
                  <c:v>52.1</c:v>
                </c:pt>
                <c:pt idx="70">
                  <c:v>51.9</c:v>
                </c:pt>
                <c:pt idx="71">
                  <c:v>51.3</c:v>
                </c:pt>
                <c:pt idx="72">
                  <c:v>50.6</c:v>
                </c:pt>
                <c:pt idx="73">
                  <c:v>51.9</c:v>
                </c:pt>
                <c:pt idx="74">
                  <c:v>51.1</c:v>
                </c:pt>
                <c:pt idx="75">
                  <c:v>51</c:v>
                </c:pt>
                <c:pt idx="76">
                  <c:v>50.9</c:v>
                </c:pt>
                <c:pt idx="77">
                  <c:v>50.4</c:v>
                </c:pt>
                <c:pt idx="78">
                  <c:v>50.1</c:v>
                </c:pt>
                <c:pt idx="79">
                  <c:v>49.6</c:v>
                </c:pt>
                <c:pt idx="80">
                  <c:v>49.2</c:v>
                </c:pt>
                <c:pt idx="81">
                  <c:v>50.1</c:v>
                </c:pt>
                <c:pt idx="82">
                  <c:v>50.3</c:v>
                </c:pt>
                <c:pt idx="83">
                  <c:v>50.1</c:v>
                </c:pt>
                <c:pt idx="84">
                  <c:v>50.2</c:v>
                </c:pt>
                <c:pt idx="85">
                  <c:v>49.5</c:v>
                </c:pt>
                <c:pt idx="86">
                  <c:v>47.4</c:v>
                </c:pt>
                <c:pt idx="87">
                  <c:v>49.6</c:v>
                </c:pt>
                <c:pt idx="88">
                  <c:v>50.2</c:v>
                </c:pt>
                <c:pt idx="89">
                  <c:v>49</c:v>
                </c:pt>
                <c:pt idx="90">
                  <c:v>49.4</c:v>
                </c:pt>
                <c:pt idx="91">
                  <c:v>50.1</c:v>
                </c:pt>
                <c:pt idx="92">
                  <c:v>49.2</c:v>
                </c:pt>
                <c:pt idx="93">
                  <c:v>48</c:v>
                </c:pt>
                <c:pt idx="94">
                  <c:v>47</c:v>
                </c:pt>
                <c:pt idx="95">
                  <c:v>50.1</c:v>
                </c:pt>
                <c:pt idx="96">
                  <c:v>52.6</c:v>
                </c:pt>
                <c:pt idx="97">
                  <c:v>51.9</c:v>
                </c:pt>
                <c:pt idx="98">
                  <c:v>49.2</c:v>
                </c:pt>
                <c:pt idx="99">
                  <c:v>48.8</c:v>
                </c:pt>
                <c:pt idx="100">
                  <c:v>49</c:v>
                </c:pt>
                <c:pt idx="101">
                  <c:v>49.3</c:v>
                </c:pt>
                <c:pt idx="102">
                  <c:v>49.7</c:v>
                </c:pt>
                <c:pt idx="103">
                  <c:v>50.2</c:v>
                </c:pt>
                <c:pt idx="104">
                  <c:v>49.5</c:v>
                </c:pt>
                <c:pt idx="105">
                  <c:v>49.4</c:v>
                </c:pt>
                <c:pt idx="106">
                  <c:v>49</c:v>
                </c:pt>
                <c:pt idx="107">
                  <c:v>49.2</c:v>
                </c:pt>
                <c:pt idx="108">
                  <c:v>49.1</c:v>
                </c:pt>
                <c:pt idx="109">
                  <c:v>50.8</c:v>
                </c:pt>
                <c:pt idx="110">
                  <c:v>50.4</c:v>
                </c:pt>
                <c:pt idx="111">
                  <c:v>49.5</c:v>
                </c:pt>
                <c:pt idx="112">
                  <c:v>49.5</c:v>
                </c:pt>
                <c:pt idx="113">
                  <c:v>49.4</c:v>
                </c:pt>
                <c:pt idx="114">
                  <c:v>49.1</c:v>
                </c:pt>
                <c:pt idx="115">
                  <c:v>49.8</c:v>
                </c:pt>
                <c:pt idx="116">
                  <c:v>50.1</c:v>
                </c:pt>
                <c:pt idx="117">
                  <c:v>50.3</c:v>
                </c:pt>
                <c:pt idx="118">
                  <c:v>50.1</c:v>
                </c:pt>
                <c:pt idx="119">
                  <c:v>49.1</c:v>
                </c:pt>
                <c:pt idx="120">
                  <c:v>50.2</c:v>
                </c:pt>
                <c:pt idx="121">
                  <c:v>50.5</c:v>
                </c:pt>
                <c:pt idx="122">
                  <c:v>49</c:v>
                </c:pt>
                <c:pt idx="123">
                  <c:v>49.5</c:v>
                </c:pt>
                <c:pt idx="124">
                  <c:v>49.7</c:v>
                </c:pt>
                <c:pt idx="125">
                  <c:v>49.3</c:v>
                </c:pt>
                <c:pt idx="126">
                  <c:v>49.4</c:v>
                </c:pt>
                <c:pt idx="127">
                  <c:v>49.8</c:v>
                </c:pt>
                <c:pt idx="128">
                  <c:v>49</c:v>
                </c:pt>
                <c:pt idx="129">
                  <c:v>49.2</c:v>
                </c:pt>
                <c:pt idx="130">
                  <c:v>50.1</c:v>
                </c:pt>
                <c:pt idx="131">
                  <c:v>49.3</c:v>
                </c:pt>
                <c:pt idx="132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80-4F27-969B-BD94C9F08095}"/>
            </c:ext>
          </c:extLst>
        </c:ser>
        <c:ser>
          <c:idx val="1"/>
          <c:order val="1"/>
          <c:tx>
            <c:v>임계치</c:v>
          </c:tx>
          <c:spPr>
            <a:ln w="1905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값!$O$16:$O$10000</c:f>
              <c:numCache>
                <c:formatCode>yyyy\-mm\-dd</c:formatCode>
                <c:ptCount val="9985"/>
                <c:pt idx="0">
                  <c:v>42063</c:v>
                </c:pt>
                <c:pt idx="1">
                  <c:v>42094</c:v>
                </c:pt>
                <c:pt idx="2">
                  <c:v>42124</c:v>
                </c:pt>
                <c:pt idx="3">
                  <c:v>42155</c:v>
                </c:pt>
                <c:pt idx="4">
                  <c:v>42185</c:v>
                </c:pt>
                <c:pt idx="5">
                  <c:v>42216</c:v>
                </c:pt>
                <c:pt idx="6">
                  <c:v>42247</c:v>
                </c:pt>
                <c:pt idx="7">
                  <c:v>42277</c:v>
                </c:pt>
                <c:pt idx="8">
                  <c:v>42308</c:v>
                </c:pt>
                <c:pt idx="9">
                  <c:v>42338</c:v>
                </c:pt>
                <c:pt idx="10">
                  <c:v>42369</c:v>
                </c:pt>
                <c:pt idx="11">
                  <c:v>42400</c:v>
                </c:pt>
                <c:pt idx="12">
                  <c:v>42429</c:v>
                </c:pt>
                <c:pt idx="13">
                  <c:v>42460</c:v>
                </c:pt>
                <c:pt idx="14">
                  <c:v>42490</c:v>
                </c:pt>
                <c:pt idx="15">
                  <c:v>42521</c:v>
                </c:pt>
                <c:pt idx="16">
                  <c:v>42551</c:v>
                </c:pt>
                <c:pt idx="17">
                  <c:v>42582</c:v>
                </c:pt>
                <c:pt idx="18">
                  <c:v>42613</c:v>
                </c:pt>
                <c:pt idx="19">
                  <c:v>42643</c:v>
                </c:pt>
                <c:pt idx="20">
                  <c:v>42674</c:v>
                </c:pt>
                <c:pt idx="21">
                  <c:v>42704</c:v>
                </c:pt>
                <c:pt idx="22">
                  <c:v>42735</c:v>
                </c:pt>
                <c:pt idx="23">
                  <c:v>42766</c:v>
                </c:pt>
                <c:pt idx="24">
                  <c:v>42794</c:v>
                </c:pt>
                <c:pt idx="25">
                  <c:v>42825</c:v>
                </c:pt>
                <c:pt idx="26">
                  <c:v>42855</c:v>
                </c:pt>
                <c:pt idx="27">
                  <c:v>42886</c:v>
                </c:pt>
                <c:pt idx="28">
                  <c:v>42916</c:v>
                </c:pt>
                <c:pt idx="29">
                  <c:v>42947</c:v>
                </c:pt>
                <c:pt idx="30">
                  <c:v>42978</c:v>
                </c:pt>
                <c:pt idx="31">
                  <c:v>43008</c:v>
                </c:pt>
                <c:pt idx="32">
                  <c:v>43039</c:v>
                </c:pt>
                <c:pt idx="33">
                  <c:v>43069</c:v>
                </c:pt>
                <c:pt idx="34">
                  <c:v>43100</c:v>
                </c:pt>
                <c:pt idx="35">
                  <c:v>43131</c:v>
                </c:pt>
                <c:pt idx="36">
                  <c:v>43159</c:v>
                </c:pt>
                <c:pt idx="37">
                  <c:v>43190</c:v>
                </c:pt>
                <c:pt idx="38">
                  <c:v>43220</c:v>
                </c:pt>
                <c:pt idx="39">
                  <c:v>43251</c:v>
                </c:pt>
                <c:pt idx="40">
                  <c:v>43281</c:v>
                </c:pt>
                <c:pt idx="41">
                  <c:v>43312</c:v>
                </c:pt>
                <c:pt idx="42">
                  <c:v>43343</c:v>
                </c:pt>
                <c:pt idx="43">
                  <c:v>43373</c:v>
                </c:pt>
                <c:pt idx="44">
                  <c:v>43404</c:v>
                </c:pt>
                <c:pt idx="45">
                  <c:v>43434</c:v>
                </c:pt>
                <c:pt idx="46">
                  <c:v>43465</c:v>
                </c:pt>
                <c:pt idx="47">
                  <c:v>43496</c:v>
                </c:pt>
                <c:pt idx="48">
                  <c:v>43524</c:v>
                </c:pt>
                <c:pt idx="49">
                  <c:v>43555</c:v>
                </c:pt>
                <c:pt idx="50">
                  <c:v>43585</c:v>
                </c:pt>
                <c:pt idx="51">
                  <c:v>43616</c:v>
                </c:pt>
                <c:pt idx="52">
                  <c:v>43646</c:v>
                </c:pt>
                <c:pt idx="53">
                  <c:v>43677</c:v>
                </c:pt>
                <c:pt idx="54">
                  <c:v>43708</c:v>
                </c:pt>
                <c:pt idx="55">
                  <c:v>43738</c:v>
                </c:pt>
                <c:pt idx="56">
                  <c:v>43769</c:v>
                </c:pt>
                <c:pt idx="57">
                  <c:v>43799</c:v>
                </c:pt>
                <c:pt idx="58">
                  <c:v>43830</c:v>
                </c:pt>
                <c:pt idx="59">
                  <c:v>43861</c:v>
                </c:pt>
                <c:pt idx="60">
                  <c:v>43890</c:v>
                </c:pt>
                <c:pt idx="61">
                  <c:v>43921</c:v>
                </c:pt>
                <c:pt idx="62">
                  <c:v>43951</c:v>
                </c:pt>
                <c:pt idx="63">
                  <c:v>43982</c:v>
                </c:pt>
                <c:pt idx="64">
                  <c:v>44012</c:v>
                </c:pt>
                <c:pt idx="65">
                  <c:v>44043</c:v>
                </c:pt>
                <c:pt idx="66">
                  <c:v>44074</c:v>
                </c:pt>
                <c:pt idx="67">
                  <c:v>44104</c:v>
                </c:pt>
                <c:pt idx="68">
                  <c:v>44135</c:v>
                </c:pt>
                <c:pt idx="69">
                  <c:v>44165</c:v>
                </c:pt>
                <c:pt idx="70">
                  <c:v>44196</c:v>
                </c:pt>
                <c:pt idx="71">
                  <c:v>44227</c:v>
                </c:pt>
                <c:pt idx="72">
                  <c:v>44255</c:v>
                </c:pt>
                <c:pt idx="73">
                  <c:v>44286</c:v>
                </c:pt>
                <c:pt idx="74">
                  <c:v>44316</c:v>
                </c:pt>
                <c:pt idx="75">
                  <c:v>44347</c:v>
                </c:pt>
                <c:pt idx="76">
                  <c:v>44377</c:v>
                </c:pt>
                <c:pt idx="77">
                  <c:v>44408</c:v>
                </c:pt>
                <c:pt idx="78">
                  <c:v>44439</c:v>
                </c:pt>
                <c:pt idx="79">
                  <c:v>44469</c:v>
                </c:pt>
                <c:pt idx="80">
                  <c:v>44500</c:v>
                </c:pt>
                <c:pt idx="81">
                  <c:v>44530</c:v>
                </c:pt>
                <c:pt idx="82">
                  <c:v>44561</c:v>
                </c:pt>
                <c:pt idx="83">
                  <c:v>44592</c:v>
                </c:pt>
                <c:pt idx="84">
                  <c:v>44620</c:v>
                </c:pt>
                <c:pt idx="85">
                  <c:v>44651</c:v>
                </c:pt>
                <c:pt idx="86">
                  <c:v>44681</c:v>
                </c:pt>
                <c:pt idx="87">
                  <c:v>44712</c:v>
                </c:pt>
                <c:pt idx="88">
                  <c:v>44742</c:v>
                </c:pt>
                <c:pt idx="89">
                  <c:v>44773</c:v>
                </c:pt>
                <c:pt idx="90">
                  <c:v>44804</c:v>
                </c:pt>
                <c:pt idx="91">
                  <c:v>44834</c:v>
                </c:pt>
                <c:pt idx="92">
                  <c:v>44865</c:v>
                </c:pt>
                <c:pt idx="93">
                  <c:v>44895</c:v>
                </c:pt>
                <c:pt idx="94">
                  <c:v>44926</c:v>
                </c:pt>
                <c:pt idx="95">
                  <c:v>44957</c:v>
                </c:pt>
                <c:pt idx="96">
                  <c:v>44985</c:v>
                </c:pt>
                <c:pt idx="97">
                  <c:v>45016</c:v>
                </c:pt>
                <c:pt idx="98">
                  <c:v>45046</c:v>
                </c:pt>
                <c:pt idx="99">
                  <c:v>45077</c:v>
                </c:pt>
                <c:pt idx="100">
                  <c:v>45107</c:v>
                </c:pt>
                <c:pt idx="101">
                  <c:v>45138</c:v>
                </c:pt>
                <c:pt idx="102">
                  <c:v>45169</c:v>
                </c:pt>
                <c:pt idx="103">
                  <c:v>45199</c:v>
                </c:pt>
                <c:pt idx="104">
                  <c:v>45230</c:v>
                </c:pt>
                <c:pt idx="105">
                  <c:v>45260</c:v>
                </c:pt>
                <c:pt idx="106">
                  <c:v>45291</c:v>
                </c:pt>
                <c:pt idx="107">
                  <c:v>45322</c:v>
                </c:pt>
                <c:pt idx="108">
                  <c:v>45351</c:v>
                </c:pt>
                <c:pt idx="109">
                  <c:v>45382</c:v>
                </c:pt>
                <c:pt idx="110">
                  <c:v>45412</c:v>
                </c:pt>
                <c:pt idx="111">
                  <c:v>45443</c:v>
                </c:pt>
                <c:pt idx="112">
                  <c:v>45473</c:v>
                </c:pt>
                <c:pt idx="113">
                  <c:v>45504</c:v>
                </c:pt>
                <c:pt idx="114">
                  <c:v>45535</c:v>
                </c:pt>
                <c:pt idx="115">
                  <c:v>45565</c:v>
                </c:pt>
                <c:pt idx="116">
                  <c:v>45596</c:v>
                </c:pt>
                <c:pt idx="117">
                  <c:v>45626</c:v>
                </c:pt>
                <c:pt idx="118">
                  <c:v>45657</c:v>
                </c:pt>
                <c:pt idx="119">
                  <c:v>45688</c:v>
                </c:pt>
                <c:pt idx="120">
                  <c:v>45716</c:v>
                </c:pt>
                <c:pt idx="121">
                  <c:v>45747</c:v>
                </c:pt>
                <c:pt idx="122">
                  <c:v>45777</c:v>
                </c:pt>
                <c:pt idx="123">
                  <c:v>45808</c:v>
                </c:pt>
                <c:pt idx="124">
                  <c:v>45838</c:v>
                </c:pt>
                <c:pt idx="125">
                  <c:v>45869</c:v>
                </c:pt>
                <c:pt idx="126">
                  <c:v>45900</c:v>
                </c:pt>
                <c:pt idx="127">
                  <c:v>45930</c:v>
                </c:pt>
                <c:pt idx="128">
                  <c:v>45961</c:v>
                </c:pt>
                <c:pt idx="129">
                  <c:v>45991</c:v>
                </c:pt>
                <c:pt idx="130">
                  <c:v>46022</c:v>
                </c:pt>
                <c:pt idx="131">
                  <c:v>46053</c:v>
                </c:pt>
                <c:pt idx="132">
                  <c:v>46081</c:v>
                </c:pt>
              </c:numCache>
            </c:numRef>
          </c:cat>
          <c:val>
            <c:numRef>
              <c:f>값!$Q$16:$Q$10000</c:f>
              <c:numCache>
                <c:formatCode>General</c:formatCode>
                <c:ptCount val="9985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50</c:v>
                </c:pt>
                <c:pt idx="35">
                  <c:v>50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50</c:v>
                </c:pt>
                <c:pt idx="46">
                  <c:v>50</c:v>
                </c:pt>
                <c:pt idx="47">
                  <c:v>50</c:v>
                </c:pt>
                <c:pt idx="48">
                  <c:v>50</c:v>
                </c:pt>
                <c:pt idx="49">
                  <c:v>50</c:v>
                </c:pt>
                <c:pt idx="50">
                  <c:v>50</c:v>
                </c:pt>
                <c:pt idx="51">
                  <c:v>50</c:v>
                </c:pt>
                <c:pt idx="52">
                  <c:v>50</c:v>
                </c:pt>
                <c:pt idx="53">
                  <c:v>50</c:v>
                </c:pt>
                <c:pt idx="54">
                  <c:v>50</c:v>
                </c:pt>
                <c:pt idx="55">
                  <c:v>50</c:v>
                </c:pt>
                <c:pt idx="56">
                  <c:v>50</c:v>
                </c:pt>
                <c:pt idx="57">
                  <c:v>50</c:v>
                </c:pt>
                <c:pt idx="58">
                  <c:v>50</c:v>
                </c:pt>
                <c:pt idx="59">
                  <c:v>50</c:v>
                </c:pt>
                <c:pt idx="60">
                  <c:v>50</c:v>
                </c:pt>
                <c:pt idx="61">
                  <c:v>50</c:v>
                </c:pt>
                <c:pt idx="62">
                  <c:v>50</c:v>
                </c:pt>
                <c:pt idx="63">
                  <c:v>50</c:v>
                </c:pt>
                <c:pt idx="64">
                  <c:v>50</c:v>
                </c:pt>
                <c:pt idx="65">
                  <c:v>50</c:v>
                </c:pt>
                <c:pt idx="66">
                  <c:v>50</c:v>
                </c:pt>
                <c:pt idx="67">
                  <c:v>50</c:v>
                </c:pt>
                <c:pt idx="68">
                  <c:v>50</c:v>
                </c:pt>
                <c:pt idx="69">
                  <c:v>50</c:v>
                </c:pt>
                <c:pt idx="70">
                  <c:v>50</c:v>
                </c:pt>
                <c:pt idx="71">
                  <c:v>50</c:v>
                </c:pt>
                <c:pt idx="72">
                  <c:v>50</c:v>
                </c:pt>
                <c:pt idx="73">
                  <c:v>50</c:v>
                </c:pt>
                <c:pt idx="74">
                  <c:v>50</c:v>
                </c:pt>
                <c:pt idx="75">
                  <c:v>50</c:v>
                </c:pt>
                <c:pt idx="76">
                  <c:v>50</c:v>
                </c:pt>
                <c:pt idx="77">
                  <c:v>50</c:v>
                </c:pt>
                <c:pt idx="78">
                  <c:v>50</c:v>
                </c:pt>
                <c:pt idx="79">
                  <c:v>50</c:v>
                </c:pt>
                <c:pt idx="80">
                  <c:v>50</c:v>
                </c:pt>
                <c:pt idx="81">
                  <c:v>50</c:v>
                </c:pt>
                <c:pt idx="82">
                  <c:v>50</c:v>
                </c:pt>
                <c:pt idx="83">
                  <c:v>50</c:v>
                </c:pt>
                <c:pt idx="84">
                  <c:v>50</c:v>
                </c:pt>
                <c:pt idx="85">
                  <c:v>50</c:v>
                </c:pt>
                <c:pt idx="86">
                  <c:v>50</c:v>
                </c:pt>
                <c:pt idx="87">
                  <c:v>50</c:v>
                </c:pt>
                <c:pt idx="88">
                  <c:v>50</c:v>
                </c:pt>
                <c:pt idx="89">
                  <c:v>50</c:v>
                </c:pt>
                <c:pt idx="90">
                  <c:v>50</c:v>
                </c:pt>
                <c:pt idx="91">
                  <c:v>50</c:v>
                </c:pt>
                <c:pt idx="92">
                  <c:v>50</c:v>
                </c:pt>
                <c:pt idx="93">
                  <c:v>50</c:v>
                </c:pt>
                <c:pt idx="94">
                  <c:v>50</c:v>
                </c:pt>
                <c:pt idx="95">
                  <c:v>50</c:v>
                </c:pt>
                <c:pt idx="96">
                  <c:v>50</c:v>
                </c:pt>
                <c:pt idx="97">
                  <c:v>50</c:v>
                </c:pt>
                <c:pt idx="98">
                  <c:v>50</c:v>
                </c:pt>
                <c:pt idx="99">
                  <c:v>50</c:v>
                </c:pt>
                <c:pt idx="100">
                  <c:v>50</c:v>
                </c:pt>
                <c:pt idx="101">
                  <c:v>50</c:v>
                </c:pt>
                <c:pt idx="102">
                  <c:v>50</c:v>
                </c:pt>
                <c:pt idx="103">
                  <c:v>50</c:v>
                </c:pt>
                <c:pt idx="104">
                  <c:v>50</c:v>
                </c:pt>
                <c:pt idx="105">
                  <c:v>50</c:v>
                </c:pt>
                <c:pt idx="106">
                  <c:v>50</c:v>
                </c:pt>
                <c:pt idx="107">
                  <c:v>50</c:v>
                </c:pt>
                <c:pt idx="108">
                  <c:v>50</c:v>
                </c:pt>
                <c:pt idx="109">
                  <c:v>50</c:v>
                </c:pt>
                <c:pt idx="110">
                  <c:v>50</c:v>
                </c:pt>
                <c:pt idx="111">
                  <c:v>50</c:v>
                </c:pt>
                <c:pt idx="112">
                  <c:v>50</c:v>
                </c:pt>
                <c:pt idx="113">
                  <c:v>50</c:v>
                </c:pt>
                <c:pt idx="114">
                  <c:v>50</c:v>
                </c:pt>
                <c:pt idx="115">
                  <c:v>50</c:v>
                </c:pt>
                <c:pt idx="116">
                  <c:v>50</c:v>
                </c:pt>
                <c:pt idx="117">
                  <c:v>50</c:v>
                </c:pt>
                <c:pt idx="118">
                  <c:v>50</c:v>
                </c:pt>
                <c:pt idx="119">
                  <c:v>50</c:v>
                </c:pt>
                <c:pt idx="120">
                  <c:v>50</c:v>
                </c:pt>
                <c:pt idx="121">
                  <c:v>50</c:v>
                </c:pt>
                <c:pt idx="122">
                  <c:v>50</c:v>
                </c:pt>
                <c:pt idx="123">
                  <c:v>50</c:v>
                </c:pt>
                <c:pt idx="124">
                  <c:v>50</c:v>
                </c:pt>
                <c:pt idx="125">
                  <c:v>50</c:v>
                </c:pt>
                <c:pt idx="126">
                  <c:v>50</c:v>
                </c:pt>
                <c:pt idx="127">
                  <c:v>50</c:v>
                </c:pt>
                <c:pt idx="128">
                  <c:v>50</c:v>
                </c:pt>
                <c:pt idx="129">
                  <c:v>50</c:v>
                </c:pt>
                <c:pt idx="130">
                  <c:v>50</c:v>
                </c:pt>
                <c:pt idx="131">
                  <c:v>50</c:v>
                </c:pt>
                <c:pt idx="132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80-4F27-969B-BD94C9F08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  <c:max val="53"/>
          <c:min val="47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  <c:majorUnit val="1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21133026547976E-2"/>
          <c:y val="0.14048842774643813"/>
          <c:w val="0.87640798611111115"/>
          <c:h val="0.73815633038116246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002C58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값!$U$16:$U$10000</c:f>
              <c:numCache>
                <c:formatCode>yyyy\-mm\-dd</c:formatCode>
                <c:ptCount val="9985"/>
                <c:pt idx="0">
                  <c:v>42094</c:v>
                </c:pt>
                <c:pt idx="1">
                  <c:v>42124</c:v>
                </c:pt>
                <c:pt idx="2">
                  <c:v>42155</c:v>
                </c:pt>
                <c:pt idx="3">
                  <c:v>42185</c:v>
                </c:pt>
                <c:pt idx="4">
                  <c:v>42216</c:v>
                </c:pt>
                <c:pt idx="5">
                  <c:v>42247</c:v>
                </c:pt>
                <c:pt idx="6">
                  <c:v>42277</c:v>
                </c:pt>
                <c:pt idx="7">
                  <c:v>42308</c:v>
                </c:pt>
                <c:pt idx="8">
                  <c:v>42338</c:v>
                </c:pt>
                <c:pt idx="9">
                  <c:v>42369</c:v>
                </c:pt>
                <c:pt idx="10">
                  <c:v>42429</c:v>
                </c:pt>
                <c:pt idx="11">
                  <c:v>42460</c:v>
                </c:pt>
                <c:pt idx="12">
                  <c:v>42490</c:v>
                </c:pt>
                <c:pt idx="13">
                  <c:v>42521</c:v>
                </c:pt>
                <c:pt idx="14">
                  <c:v>42551</c:v>
                </c:pt>
                <c:pt idx="15">
                  <c:v>42582</c:v>
                </c:pt>
                <c:pt idx="16">
                  <c:v>42613</c:v>
                </c:pt>
                <c:pt idx="17">
                  <c:v>42643</c:v>
                </c:pt>
                <c:pt idx="18">
                  <c:v>42674</c:v>
                </c:pt>
                <c:pt idx="19">
                  <c:v>42704</c:v>
                </c:pt>
                <c:pt idx="20">
                  <c:v>42735</c:v>
                </c:pt>
                <c:pt idx="21">
                  <c:v>42794</c:v>
                </c:pt>
                <c:pt idx="22">
                  <c:v>42825</c:v>
                </c:pt>
                <c:pt idx="23">
                  <c:v>42855</c:v>
                </c:pt>
                <c:pt idx="24">
                  <c:v>42886</c:v>
                </c:pt>
                <c:pt idx="25">
                  <c:v>42916</c:v>
                </c:pt>
                <c:pt idx="26">
                  <c:v>42947</c:v>
                </c:pt>
                <c:pt idx="27">
                  <c:v>42978</c:v>
                </c:pt>
                <c:pt idx="28">
                  <c:v>43008</c:v>
                </c:pt>
                <c:pt idx="29">
                  <c:v>43039</c:v>
                </c:pt>
                <c:pt idx="30">
                  <c:v>43069</c:v>
                </c:pt>
                <c:pt idx="31">
                  <c:v>43100</c:v>
                </c:pt>
                <c:pt idx="32">
                  <c:v>43159</c:v>
                </c:pt>
                <c:pt idx="33">
                  <c:v>43190</c:v>
                </c:pt>
                <c:pt idx="34">
                  <c:v>43220</c:v>
                </c:pt>
                <c:pt idx="35">
                  <c:v>43251</c:v>
                </c:pt>
                <c:pt idx="36">
                  <c:v>43281</c:v>
                </c:pt>
                <c:pt idx="37">
                  <c:v>43312</c:v>
                </c:pt>
                <c:pt idx="38">
                  <c:v>43343</c:v>
                </c:pt>
                <c:pt idx="39">
                  <c:v>43373</c:v>
                </c:pt>
                <c:pt idx="40">
                  <c:v>43404</c:v>
                </c:pt>
                <c:pt idx="41">
                  <c:v>43434</c:v>
                </c:pt>
                <c:pt idx="42">
                  <c:v>43465</c:v>
                </c:pt>
                <c:pt idx="43">
                  <c:v>43524</c:v>
                </c:pt>
                <c:pt idx="44">
                  <c:v>43555</c:v>
                </c:pt>
                <c:pt idx="45">
                  <c:v>43585</c:v>
                </c:pt>
                <c:pt idx="46">
                  <c:v>43616</c:v>
                </c:pt>
                <c:pt idx="47">
                  <c:v>43646</c:v>
                </c:pt>
                <c:pt idx="48">
                  <c:v>43677</c:v>
                </c:pt>
                <c:pt idx="49">
                  <c:v>43708</c:v>
                </c:pt>
                <c:pt idx="50">
                  <c:v>43738</c:v>
                </c:pt>
                <c:pt idx="51">
                  <c:v>43769</c:v>
                </c:pt>
                <c:pt idx="52">
                  <c:v>43799</c:v>
                </c:pt>
                <c:pt idx="53">
                  <c:v>43830</c:v>
                </c:pt>
                <c:pt idx="54">
                  <c:v>43890</c:v>
                </c:pt>
                <c:pt idx="55">
                  <c:v>43921</c:v>
                </c:pt>
                <c:pt idx="56">
                  <c:v>43951</c:v>
                </c:pt>
                <c:pt idx="57">
                  <c:v>43982</c:v>
                </c:pt>
                <c:pt idx="58">
                  <c:v>44012</c:v>
                </c:pt>
                <c:pt idx="59">
                  <c:v>44043</c:v>
                </c:pt>
                <c:pt idx="60">
                  <c:v>44074</c:v>
                </c:pt>
                <c:pt idx="61">
                  <c:v>44104</c:v>
                </c:pt>
                <c:pt idx="62">
                  <c:v>44135</c:v>
                </c:pt>
                <c:pt idx="63">
                  <c:v>44165</c:v>
                </c:pt>
                <c:pt idx="64">
                  <c:v>44196</c:v>
                </c:pt>
                <c:pt idx="65">
                  <c:v>44255</c:v>
                </c:pt>
                <c:pt idx="66">
                  <c:v>44286</c:v>
                </c:pt>
                <c:pt idx="67">
                  <c:v>44316</c:v>
                </c:pt>
                <c:pt idx="68">
                  <c:v>44347</c:v>
                </c:pt>
                <c:pt idx="69">
                  <c:v>44377</c:v>
                </c:pt>
                <c:pt idx="70">
                  <c:v>44408</c:v>
                </c:pt>
                <c:pt idx="71">
                  <c:v>44439</c:v>
                </c:pt>
                <c:pt idx="72">
                  <c:v>44469</c:v>
                </c:pt>
                <c:pt idx="73">
                  <c:v>44500</c:v>
                </c:pt>
                <c:pt idx="74">
                  <c:v>44530</c:v>
                </c:pt>
                <c:pt idx="75">
                  <c:v>44561</c:v>
                </c:pt>
                <c:pt idx="76">
                  <c:v>44620</c:v>
                </c:pt>
                <c:pt idx="77">
                  <c:v>44651</c:v>
                </c:pt>
                <c:pt idx="78">
                  <c:v>44681</c:v>
                </c:pt>
                <c:pt idx="79">
                  <c:v>44712</c:v>
                </c:pt>
                <c:pt idx="80">
                  <c:v>44742</c:v>
                </c:pt>
                <c:pt idx="81">
                  <c:v>44773</c:v>
                </c:pt>
                <c:pt idx="82">
                  <c:v>44804</c:v>
                </c:pt>
                <c:pt idx="83">
                  <c:v>44834</c:v>
                </c:pt>
                <c:pt idx="84">
                  <c:v>44865</c:v>
                </c:pt>
                <c:pt idx="85">
                  <c:v>44895</c:v>
                </c:pt>
                <c:pt idx="86">
                  <c:v>44926</c:v>
                </c:pt>
                <c:pt idx="87">
                  <c:v>44985</c:v>
                </c:pt>
                <c:pt idx="88">
                  <c:v>45016</c:v>
                </c:pt>
                <c:pt idx="89">
                  <c:v>45046</c:v>
                </c:pt>
                <c:pt idx="90">
                  <c:v>45077</c:v>
                </c:pt>
                <c:pt idx="91">
                  <c:v>45107</c:v>
                </c:pt>
                <c:pt idx="92">
                  <c:v>45138</c:v>
                </c:pt>
                <c:pt idx="93">
                  <c:v>45169</c:v>
                </c:pt>
                <c:pt idx="94">
                  <c:v>45199</c:v>
                </c:pt>
                <c:pt idx="95">
                  <c:v>45230</c:v>
                </c:pt>
                <c:pt idx="96">
                  <c:v>45260</c:v>
                </c:pt>
                <c:pt idx="97">
                  <c:v>45291</c:v>
                </c:pt>
                <c:pt idx="98">
                  <c:v>45351</c:v>
                </c:pt>
                <c:pt idx="99">
                  <c:v>45382</c:v>
                </c:pt>
                <c:pt idx="100">
                  <c:v>45412</c:v>
                </c:pt>
                <c:pt idx="101">
                  <c:v>45443</c:v>
                </c:pt>
                <c:pt idx="102">
                  <c:v>45473</c:v>
                </c:pt>
                <c:pt idx="103">
                  <c:v>45504</c:v>
                </c:pt>
                <c:pt idx="104">
                  <c:v>45535</c:v>
                </c:pt>
                <c:pt idx="105">
                  <c:v>45565</c:v>
                </c:pt>
                <c:pt idx="106">
                  <c:v>45596</c:v>
                </c:pt>
                <c:pt idx="107">
                  <c:v>45626</c:v>
                </c:pt>
                <c:pt idx="108">
                  <c:v>45657</c:v>
                </c:pt>
                <c:pt idx="109">
                  <c:v>45716</c:v>
                </c:pt>
                <c:pt idx="110">
                  <c:v>45747</c:v>
                </c:pt>
                <c:pt idx="111">
                  <c:v>45777</c:v>
                </c:pt>
                <c:pt idx="112">
                  <c:v>45808</c:v>
                </c:pt>
                <c:pt idx="113">
                  <c:v>45838</c:v>
                </c:pt>
                <c:pt idx="114">
                  <c:v>45869</c:v>
                </c:pt>
                <c:pt idx="115">
                  <c:v>45900</c:v>
                </c:pt>
                <c:pt idx="116">
                  <c:v>45930</c:v>
                </c:pt>
                <c:pt idx="117">
                  <c:v>45961</c:v>
                </c:pt>
                <c:pt idx="118">
                  <c:v>45991</c:v>
                </c:pt>
                <c:pt idx="119">
                  <c:v>46022</c:v>
                </c:pt>
                <c:pt idx="120">
                  <c:v>46081</c:v>
                </c:pt>
              </c:numCache>
            </c:numRef>
          </c:cat>
          <c:val>
            <c:numRef>
              <c:f>값!$V$16:$V$10000</c:f>
              <c:numCache>
                <c:formatCode>General</c:formatCode>
                <c:ptCount val="9985"/>
                <c:pt idx="0">
                  <c:v>13.5</c:v>
                </c:pt>
                <c:pt idx="1">
                  <c:v>12.1</c:v>
                </c:pt>
                <c:pt idx="2">
                  <c:v>11.4</c:v>
                </c:pt>
                <c:pt idx="3">
                  <c:v>11.5</c:v>
                </c:pt>
                <c:pt idx="4">
                  <c:v>11.2</c:v>
                </c:pt>
                <c:pt idx="5">
                  <c:v>10.9</c:v>
                </c:pt>
                <c:pt idx="6">
                  <c:v>10.3</c:v>
                </c:pt>
                <c:pt idx="7">
                  <c:v>10.199999999999999</c:v>
                </c:pt>
                <c:pt idx="8">
                  <c:v>10.199999999999999</c:v>
                </c:pt>
                <c:pt idx="9">
                  <c:v>10.1</c:v>
                </c:pt>
                <c:pt idx="10">
                  <c:v>10.199999999999999</c:v>
                </c:pt>
                <c:pt idx="11">
                  <c:v>10.7</c:v>
                </c:pt>
                <c:pt idx="12">
                  <c:v>10.5</c:v>
                </c:pt>
                <c:pt idx="13">
                  <c:v>9.6</c:v>
                </c:pt>
                <c:pt idx="14">
                  <c:v>9</c:v>
                </c:pt>
                <c:pt idx="15">
                  <c:v>8.1</c:v>
                </c:pt>
                <c:pt idx="16">
                  <c:v>8.1</c:v>
                </c:pt>
                <c:pt idx="17">
                  <c:v>8.1999999999999993</c:v>
                </c:pt>
                <c:pt idx="18">
                  <c:v>8.3000000000000007</c:v>
                </c:pt>
                <c:pt idx="19">
                  <c:v>8.3000000000000007</c:v>
                </c:pt>
                <c:pt idx="20">
                  <c:v>8.1</c:v>
                </c:pt>
                <c:pt idx="21">
                  <c:v>8.9</c:v>
                </c:pt>
                <c:pt idx="22">
                  <c:v>9.1999999999999993</c:v>
                </c:pt>
                <c:pt idx="23">
                  <c:v>8.9</c:v>
                </c:pt>
                <c:pt idx="24">
                  <c:v>8.6</c:v>
                </c:pt>
                <c:pt idx="25">
                  <c:v>8.6</c:v>
                </c:pt>
                <c:pt idx="26">
                  <c:v>8.3000000000000007</c:v>
                </c:pt>
                <c:pt idx="27">
                  <c:v>7.8</c:v>
                </c:pt>
                <c:pt idx="28">
                  <c:v>7.5</c:v>
                </c:pt>
                <c:pt idx="29">
                  <c:v>7.3</c:v>
                </c:pt>
                <c:pt idx="30">
                  <c:v>7.2</c:v>
                </c:pt>
                <c:pt idx="31">
                  <c:v>7.2</c:v>
                </c:pt>
                <c:pt idx="32">
                  <c:v>7.9</c:v>
                </c:pt>
                <c:pt idx="33">
                  <c:v>7.5</c:v>
                </c:pt>
                <c:pt idx="34">
                  <c:v>7</c:v>
                </c:pt>
                <c:pt idx="35">
                  <c:v>6.1</c:v>
                </c:pt>
                <c:pt idx="36">
                  <c:v>6</c:v>
                </c:pt>
                <c:pt idx="37">
                  <c:v>5.5</c:v>
                </c:pt>
                <c:pt idx="38">
                  <c:v>5.3</c:v>
                </c:pt>
                <c:pt idx="39">
                  <c:v>5.4</c:v>
                </c:pt>
                <c:pt idx="40">
                  <c:v>5.7</c:v>
                </c:pt>
                <c:pt idx="41">
                  <c:v>5.9</c:v>
                </c:pt>
                <c:pt idx="42">
                  <c:v>5.9</c:v>
                </c:pt>
                <c:pt idx="43">
                  <c:v>6.1</c:v>
                </c:pt>
                <c:pt idx="44">
                  <c:v>6.3</c:v>
                </c:pt>
                <c:pt idx="45">
                  <c:v>6.1</c:v>
                </c:pt>
                <c:pt idx="46">
                  <c:v>5.6</c:v>
                </c:pt>
                <c:pt idx="47">
                  <c:v>5.8</c:v>
                </c:pt>
                <c:pt idx="48">
                  <c:v>5.7</c:v>
                </c:pt>
                <c:pt idx="49">
                  <c:v>5.5</c:v>
                </c:pt>
                <c:pt idx="50">
                  <c:v>5.4</c:v>
                </c:pt>
                <c:pt idx="51">
                  <c:v>5.2</c:v>
                </c:pt>
                <c:pt idx="52">
                  <c:v>5.2</c:v>
                </c:pt>
                <c:pt idx="53">
                  <c:v>5.4</c:v>
                </c:pt>
                <c:pt idx="54">
                  <c:v>-24.5</c:v>
                </c:pt>
                <c:pt idx="55">
                  <c:v>-16.100000000000001</c:v>
                </c:pt>
                <c:pt idx="56">
                  <c:v>-10.3</c:v>
                </c:pt>
                <c:pt idx="57">
                  <c:v>-6.3</c:v>
                </c:pt>
                <c:pt idx="58">
                  <c:v>-3.1</c:v>
                </c:pt>
                <c:pt idx="59">
                  <c:v>-1.6</c:v>
                </c:pt>
                <c:pt idx="60">
                  <c:v>-0.3</c:v>
                </c:pt>
                <c:pt idx="61">
                  <c:v>0.8</c:v>
                </c:pt>
                <c:pt idx="62">
                  <c:v>1.8</c:v>
                </c:pt>
                <c:pt idx="63">
                  <c:v>2.6</c:v>
                </c:pt>
                <c:pt idx="64">
                  <c:v>2.9</c:v>
                </c:pt>
                <c:pt idx="65">
                  <c:v>35</c:v>
                </c:pt>
                <c:pt idx="66">
                  <c:v>25.6</c:v>
                </c:pt>
                <c:pt idx="67">
                  <c:v>19.899999999999999</c:v>
                </c:pt>
                <c:pt idx="68">
                  <c:v>15.4</c:v>
                </c:pt>
                <c:pt idx="69">
                  <c:v>12.6</c:v>
                </c:pt>
                <c:pt idx="70">
                  <c:v>10.3</c:v>
                </c:pt>
                <c:pt idx="71">
                  <c:v>8.9</c:v>
                </c:pt>
                <c:pt idx="72">
                  <c:v>7.3</c:v>
                </c:pt>
                <c:pt idx="73">
                  <c:v>6.1</c:v>
                </c:pt>
                <c:pt idx="74">
                  <c:v>5.2</c:v>
                </c:pt>
                <c:pt idx="75">
                  <c:v>4.9000000000000004</c:v>
                </c:pt>
                <c:pt idx="76">
                  <c:v>12.2</c:v>
                </c:pt>
                <c:pt idx="77">
                  <c:v>9.3000000000000007</c:v>
                </c:pt>
                <c:pt idx="78">
                  <c:v>6.8</c:v>
                </c:pt>
                <c:pt idx="79">
                  <c:v>6.2</c:v>
                </c:pt>
                <c:pt idx="80">
                  <c:v>6.1</c:v>
                </c:pt>
                <c:pt idx="81">
                  <c:v>5.7</c:v>
                </c:pt>
                <c:pt idx="82">
                  <c:v>5.8</c:v>
                </c:pt>
                <c:pt idx="83">
                  <c:v>5.9</c:v>
                </c:pt>
                <c:pt idx="84">
                  <c:v>5.8</c:v>
                </c:pt>
                <c:pt idx="85">
                  <c:v>5.3</c:v>
                </c:pt>
                <c:pt idx="86">
                  <c:v>5.0999999999999996</c:v>
                </c:pt>
                <c:pt idx="87">
                  <c:v>5.5</c:v>
                </c:pt>
                <c:pt idx="88">
                  <c:v>5.0999999999999996</c:v>
                </c:pt>
                <c:pt idx="89">
                  <c:v>4.7</c:v>
                </c:pt>
                <c:pt idx="90">
                  <c:v>4</c:v>
                </c:pt>
                <c:pt idx="91">
                  <c:v>3.8</c:v>
                </c:pt>
                <c:pt idx="92">
                  <c:v>3.4</c:v>
                </c:pt>
                <c:pt idx="93">
                  <c:v>3.2</c:v>
                </c:pt>
                <c:pt idx="94">
                  <c:v>3.1</c:v>
                </c:pt>
                <c:pt idx="95">
                  <c:v>2.9</c:v>
                </c:pt>
                <c:pt idx="96">
                  <c:v>2.9</c:v>
                </c:pt>
                <c:pt idx="97">
                  <c:v>3</c:v>
                </c:pt>
                <c:pt idx="98">
                  <c:v>4.2</c:v>
                </c:pt>
                <c:pt idx="99">
                  <c:v>4.5</c:v>
                </c:pt>
                <c:pt idx="100">
                  <c:v>4.2</c:v>
                </c:pt>
                <c:pt idx="101">
                  <c:v>4</c:v>
                </c:pt>
                <c:pt idx="102">
                  <c:v>3.9</c:v>
                </c:pt>
                <c:pt idx="103">
                  <c:v>3.6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3.3</c:v>
                </c:pt>
                <c:pt idx="108">
                  <c:v>3.2</c:v>
                </c:pt>
                <c:pt idx="109">
                  <c:v>4.0999999999999996</c:v>
                </c:pt>
                <c:pt idx="110">
                  <c:v>4.2</c:v>
                </c:pt>
                <c:pt idx="111">
                  <c:v>4</c:v>
                </c:pt>
                <c:pt idx="112">
                  <c:v>3.7</c:v>
                </c:pt>
                <c:pt idx="113">
                  <c:v>2.8</c:v>
                </c:pt>
                <c:pt idx="114">
                  <c:v>1.6</c:v>
                </c:pt>
                <c:pt idx="115">
                  <c:v>0.5</c:v>
                </c:pt>
                <c:pt idx="116">
                  <c:v>-0.5</c:v>
                </c:pt>
                <c:pt idx="117">
                  <c:v>-1.7</c:v>
                </c:pt>
                <c:pt idx="118">
                  <c:v>-2.6</c:v>
                </c:pt>
                <c:pt idx="119">
                  <c:v>-3.8</c:v>
                </c:pt>
                <c:pt idx="120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1E-4972-9167-9F646D9B1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468416"/>
        <c:axId val="663468744"/>
      </c:lineChart>
      <c:dateAx>
        <c:axId val="663468416"/>
        <c:scaling>
          <c:orientation val="minMax"/>
          <c:min val="42036"/>
        </c:scaling>
        <c:delete val="0"/>
        <c:axPos val="b"/>
        <c:numFmt formatCode="yy" sourceLinked="0"/>
        <c:majorTickMark val="in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744"/>
        <c:crosses val="autoZero"/>
        <c:auto val="1"/>
        <c:lblOffset val="100"/>
        <c:baseTimeUnit val="months"/>
        <c:majorUnit val="1"/>
        <c:majorTimeUnit val="years"/>
      </c:dateAx>
      <c:valAx>
        <c:axId val="6634687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 algn="ctr" rtl="0">
                  <a:defRPr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  <a:cs typeface="KB금융 본문체 Light"/>
                  </a:defRPr>
                </a:pPr>
                <a:r>
                  <a:rPr lang="en-US" altLang="ko-KR" sz="600" b="0" i="0" u="none" strike="noStrike" kern="1200" baseline="0">
                    <a:solidFill>
                      <a:srgbClr val="000000"/>
                    </a:solidFill>
                    <a:latin typeface="KB금융 본문체 Light" panose="020B0303000000000000" pitchFamily="50" charset="-127"/>
                    <a:ea typeface="KB금융 본문체 Light" panose="020B0303000000000000" pitchFamily="50" charset="-127"/>
                  </a:rPr>
                  <a:t>(% YoY)</a:t>
                </a:r>
              </a:p>
            </c:rich>
          </c:tx>
          <c:layout>
            <c:manualLayout>
              <c:xMode val="edge"/>
              <c:yMode val="edge"/>
              <c:x val="2.2613977362603909E-2"/>
              <c:y val="3.429824529058242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 algn="ctr" rtl="0">
                <a:defRPr sz="600" b="0" i="0" u="none" strike="noStrike" kern="1200" baseline="0">
                  <a:solidFill>
                    <a:srgbClr val="000000"/>
                  </a:solidFill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KB금융 본문체 Light"/>
                </a:defRPr>
              </a:pPr>
              <a:endParaRPr lang="ko-KR"/>
            </a:p>
          </c:txPr>
        </c:title>
        <c:numFmt formatCode="#,##0_ " sourceLinked="0"/>
        <c:majorTickMark val="cross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rgbClr val="000000"/>
                </a:solidFill>
                <a:latin typeface="KB금융 본문체 Light"/>
                <a:ea typeface="KB금융 본문체 Light"/>
                <a:cs typeface="KB금융 본문체 Light"/>
              </a:defRPr>
            </a:pPr>
            <a:endParaRPr lang="ko-KR"/>
          </a:p>
        </c:txPr>
        <c:crossAx val="663468416"/>
        <c:crosses val="autoZero"/>
        <c:crossBetween val="between"/>
      </c:valAx>
      <c:spPr>
        <a:noFill/>
        <a:ln w="25400"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</c:chart>
  <c:spPr>
    <a:noFill/>
    <a:ln w="25400" cap="flat" cmpd="sng" algn="ctr">
      <a:noFill/>
      <a:round/>
    </a:ln>
    <a:effectLst/>
  </c:spPr>
  <c:txPr>
    <a:bodyPr/>
    <a:lstStyle/>
    <a:p>
      <a:pPr>
        <a:defRPr sz="600" b="0">
          <a:solidFill>
            <a:srgbClr val="000000"/>
          </a:solidFill>
          <a:latin typeface="KB금융 본문체 Light"/>
          <a:ea typeface="KB금융 본문체 Light"/>
          <a:cs typeface="KB금융 본문체 Light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0.81321</cdr:x>
      <cdr:y>0.20586</cdr:y>
    </cdr:from>
    <cdr:to>
      <cdr:x>0.85151</cdr:x>
      <cdr:y>0.84212</cdr:y>
    </cdr:to>
    <cdr:grpSp>
      <cdr:nvGrpSpPr>
        <cdr:cNvPr id="4" name="그룹 3">
          <a:extLst xmlns:a="http://schemas.openxmlformats.org/drawingml/2006/main">
            <a:ext uri="{FF2B5EF4-FFF2-40B4-BE49-F238E27FC236}">
              <a16:creationId xmlns:a16="http://schemas.microsoft.com/office/drawing/2014/main" id="{0D4F2D6A-6256-29A5-216B-C2B641072AA1}"/>
            </a:ext>
          </a:extLst>
        </cdr:cNvPr>
        <cdr:cNvGrpSpPr/>
      </cdr:nvGrpSpPr>
      <cdr:grpSpPr>
        <a:xfrm xmlns:a="http://schemas.openxmlformats.org/drawingml/2006/main">
          <a:off x="2329600" y="422098"/>
          <a:ext cx="109718" cy="1304594"/>
          <a:chOff x="2344127" y="417634"/>
          <a:chExt cx="110392" cy="1290808"/>
        </a:xfrm>
      </cdr:grpSpPr>
      <cdr:sp macro="" textlink="">
        <cdr:nvSpPr>
          <cdr:cNvPr id="2" name="물결 1"/>
          <cdr:cNvSpPr/>
        </cdr:nvSpPr>
        <cdr:spPr>
          <a:xfrm xmlns:a="http://schemas.openxmlformats.org/drawingml/2006/main">
            <a:off x="2359269" y="417634"/>
            <a:ext cx="95250" cy="45719"/>
          </a:xfrm>
          <a:prstGeom xmlns:a="http://schemas.openxmlformats.org/drawingml/2006/main" prst="wav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vertOverflow="clip"/>
          <a:lstStyle xmlns:a="http://schemas.openxmlformats.org/drawingml/2006/main"/>
          <a:p xmlns:a="http://schemas.openxmlformats.org/drawingml/2006/main">
            <a:endParaRPr lang="ko-KR"/>
          </a:p>
        </cdr:txBody>
      </cdr:sp>
      <cdr:sp macro="" textlink="">
        <cdr:nvSpPr>
          <cdr:cNvPr id="3" name="물결 2"/>
          <cdr:cNvSpPr/>
        </cdr:nvSpPr>
        <cdr:spPr>
          <a:xfrm xmlns:a="http://schemas.openxmlformats.org/drawingml/2006/main">
            <a:off x="2344127" y="1662723"/>
            <a:ext cx="95250" cy="45719"/>
          </a:xfrm>
          <a:prstGeom xmlns:a="http://schemas.openxmlformats.org/drawingml/2006/main" prst="wav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/>
          <a:lstStyle xmlns:a="http://schemas.openxmlformats.org/drawingml/2006/main"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ko-KR"/>
          </a:p>
        </cdr:txBody>
      </cdr: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F31CE02-34E6-4D31-91B3-BF9330828FB3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49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F554AC5C-94BF-4D2F-85A3-4383E7CC3F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9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84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8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4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1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86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2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107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8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11375" y="744538"/>
            <a:ext cx="25749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4AC5C-94BF-4D2F-85A3-4383E7CC3F0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6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BA75-5E68-4EC2-88AA-70A5DC1B4739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8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7239-5351-4160-9936-36AB76F0B026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222859" y="9301565"/>
            <a:ext cx="1600200" cy="527401"/>
          </a:xfrm>
        </p:spPr>
        <p:txBody>
          <a:bodyPr/>
          <a:lstStyle>
            <a:lvl1pPr>
              <a:defRPr sz="1000">
                <a:solidFill>
                  <a:schemeClr val="bg1">
                    <a:lumMod val="65000"/>
                  </a:schemeClr>
                </a:solidFill>
                <a:latin typeface="-윤고딕310" panose="02030504000101010101" pitchFamily="18" charset="-127"/>
                <a:ea typeface="-윤고딕310" panose="02030504000101010101" pitchFamily="18" charset="-127"/>
              </a:defRPr>
            </a:lvl1pPr>
          </a:lstStyle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79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A18E-ECA8-4970-96C6-38B1CB23C9F8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38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13F7A-DFDC-468F-B88F-F93D62C53B34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34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1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BF3C-C378-4F2C-826C-3A82C43AF680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9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AD93-27B4-4C3E-AE12-1EEA2EF2AD1A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0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D0EF-A759-4B31-AD0C-B4E0E6CAB067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42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7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9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4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C204-01FB-4E2B-A390-99A1361D9B84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7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F2E30-A395-44FF-BBF0-939C3384C49C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24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1D8F7-12DC-4642-A9AE-E4D2E1E4EF16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4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619DF-D75E-45C0-A783-E3878C5ACE5B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6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50ECF-F484-4053-93D0-816B9C6A5AB3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D3BD9-E415-495E-845F-9DD2E5F592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14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7" Type="http://schemas.openxmlformats.org/officeDocument/2006/relationships/chart" Target="../charts/chart2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746636"/>
              </p:ext>
            </p:extLst>
          </p:nvPr>
        </p:nvGraphicFramePr>
        <p:xfrm>
          <a:off x="188586" y="247654"/>
          <a:ext cx="6395747" cy="7739380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2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2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기준 미국 증시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(S&amp;P500)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5.84%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 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28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새벽 미국과 이스라엘이 이란을 대상으로 합동 군사 작전을 개시한 후 지정학적 상황에 따라 지수 변동성 심화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고용과 소비 지표가 시장 예상을 하회하면서 스태그플레이션 우려도 부상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비농업 부문 고용자수는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9.2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만명 감소했는데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간호사 파업과 기상 악화로 인한 건설이나 레저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접객 부문의 타격 등 일시적 요인들을 감안해도 분명한 고용 둔화가 나타남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고용 불안 속에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소매판매도 전월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0.2%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감소하면서 경기 우려를 자극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둘째주에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WTI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가격이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120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 가까이 급등하자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G7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재무장관들이 전략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비축유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방출 공조를 논의하고 트럼프 대통령이 미국산 원유 수출 제한과 일부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연방세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면제를 검토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그러나 이란의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호르무즈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해협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기뢰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매설 등 종전 불확실성이 계속되면서 증시는 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근원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PCE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예상치를 크게 웃돌고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GDP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1.4%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0.7%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대폭 하향 수정되면서 스태그플레이션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내러티브도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강화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금융 업종은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블랙스톤과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블랙록에 이어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클리프워터와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모건스탠리의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사모대출펀드에서도 환매 허용 범위를 크게 초과하는 환매 요청이 발생하는 등 계속되는 사모대출시장 불안에 하락폭을 키움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FOMC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앞두고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PPI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전월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0.7%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상승하며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시장 예상치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(+0.3%)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(+0.5%)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크게 상회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FOMC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에서 연준은 기준금리를 예상대로 동결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잠재성장률 추정치의 중앙값이 올라가면서 중립금리 추정치의 중앙값이 올라갔는데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정작 파월 의장은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월보다 지금이 더 긴축적이라는 뉘앙스를 보임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고용이 불안한데 인플레이션 때문에 기준금리를 낮추지 못하는 상황이라는 의미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파월 의장 발언이 매파적으로 해석되며 국채 금리 상승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증시 하락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1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기준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유럽 증시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(Eurostoxx50)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전월말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9.33%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28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미국의 이란 공습에 유럽 주요 주가지수가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거래일 동안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4.5~6%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 세계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LNG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공급의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20%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차지하는 카타르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라스라판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(Ras Laffan) LNG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시설이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드론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공격으로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만에 처음으로 가동을 중단하면서 유럽 천연가스 가격이 급등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공습 이전 대비 네덜란드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TTF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가스 선물 가격은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50%,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현물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(Spot)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가격은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70%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독일과 스페인 증시의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멀티플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위축이 두드러졌음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독일은 전통 보수 기반이 탄탄했던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바덴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뷔르템베르크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주 선거에서 극우 정당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AfD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18.8%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득표율로 서독 지역 역대 최고 성적을 기록한 점이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메르츠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연정의 정책 추진력 약화 우려로 이어짐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스페인에서는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산체스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총리가 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이스라엘의 이란 공격을 공개 비판하고 미군 기지 사용 불허를 선언하자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트럼프가 무역 금수조치와 나토 배제 가능성을 경고하며 외교 긴장이 고조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미국이 스페인과의 무역에서 흑자를 기록하고 있는 만큼 제재의 실익이 크지 않아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실제 이행 가능성은 낮으나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불확실성 자체가 증시 할인 요인으로 작용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19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통화정책회의에서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ECB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예상대로 정책금리를 동결했지만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올해 인플레이션 전망을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1.9%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2.6%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0.7%p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상향 조정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경제성장률 전망도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1.2%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0.9%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하향 조정됐지만 물가 상승 압력에 대한 경계심이 더 크게 반영되면서 주요 국채 금리 수익률 곡선이 베이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플래트닝됐고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증시는 추가 하락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04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55728"/>
              </p:ext>
            </p:extLst>
          </p:nvPr>
        </p:nvGraphicFramePr>
        <p:xfrm>
          <a:off x="188586" y="247654"/>
          <a:ext cx="6395747" cy="5226038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20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이머징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이머징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신흥 증시는 월초대비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-8.5%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하락해 선진국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(-5.4%)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을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언더퍼폼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주요국 수익률은 중국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(-4.6%)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(-6.1%)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(-7.3%) &gt;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한국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(-10.2%)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 분쟁으로 인해 위험자산에 대한 선호도가 줄어들면서 신흥 증시 낙폭이 선진 증시 대비 더욱 심화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전쟁 이전까지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반도체에 대한 높은 관심으로 가파른 상승세를 보였기 때문에 더욱 가파르게 하락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과열권에 진입했던 한국 증시가 가장 큰 낙폭을 보임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증시는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양회 개최로 일부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위주로 양호한 흐름을 보이면서 낙폭을 제한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이스라엘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전쟁발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글로벌 지정학 이슈 영향이 중국 증시에 지속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호르무즈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봉쇄 장기화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유가 및 금리 부담이 이어지며 증시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하방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압력 확대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이란산 원유는 중국 전체 원유 수입의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13.4%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를 차지하는 것으로 추정되며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유가 급등 시 물가 상승에 따른 경기 우려 확대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 국영 석유기업인 중국석유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중국석화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중국해유는 역사상 최초로 집단 상한가를 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오후 중국 양회 및 정치협상회의 개막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전국인민대표대회는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오전 개막하며 소폭 상승 전환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정부업무보고 내용에서는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GDP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성장률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차깃을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제외하면 전반적으로 지난해와 큰 차이가 없었고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중국은 첨단기술 자립을 통한 고부가가치 영역에 집중하는 전략을 전개할 것으로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초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오픈클로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Agent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열풍이 빠르게 확산되며 클라우드 컴퓨팅 및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SW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섹터 상승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 수요 확대 추세 지속에 태양광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광섬유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전력망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밸류체인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급등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영국이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일부로 풍력발전 부품에 대한 관세를 철회한다는 소식에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풍력섹터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강세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양회는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오후 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전인대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차 회의 폐막식을 끝으로 종료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 미국 대통령은 중국이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호르무즈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해협 안정화 미협력시 예정된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미중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정상회담 연기 가능 언급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트럼프는 중국 측에 한 달 정도 정상회담 연기를 요청했다고 밝힘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19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이스라엘의 이란 가스 시설 공격으로 유가 급등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일까지 하락세 이어진 상해종합지수 종가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4,000pt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하회하며 연내 최저점 기록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8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85488" y="6310547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JAPAN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JAPAN_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EMU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EMU_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US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US_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/>
        </p:nvGraphicFramePr>
        <p:xfrm>
          <a:off x="3508099" y="1134990"/>
          <a:ext cx="2802958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/>
        </p:nvGraphicFramePr>
        <p:xfrm>
          <a:off x="546943" y="1084562"/>
          <a:ext cx="2808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/>
        </p:nvGraphicFramePr>
        <p:xfrm>
          <a:off x="3477112" y="3933766"/>
          <a:ext cx="2799436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595769" y="3986183"/>
          <a:ext cx="2809120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/>
        </p:nvGraphicFramePr>
        <p:xfrm>
          <a:off x="3476472" y="6658996"/>
          <a:ext cx="2800716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/>
        </p:nvGraphicFramePr>
        <p:xfrm>
          <a:off x="519780" y="6753230"/>
          <a:ext cx="2808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3608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EM_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CHINA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MSCI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CHINA_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수익률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전월 시황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/>
        </p:nvGraphicFramePr>
        <p:xfrm>
          <a:off x="3485746" y="1050632"/>
          <a:ext cx="2805199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/>
        </p:nvGraphicFramePr>
        <p:xfrm>
          <a:off x="581057" y="1098661"/>
          <a:ext cx="2809120" cy="190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/>
        </p:nvGraphicFramePr>
        <p:xfrm>
          <a:off x="3530107" y="4070848"/>
          <a:ext cx="2794793" cy="1823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/>
        </p:nvGraphicFramePr>
        <p:xfrm>
          <a:off x="533099" y="4012137"/>
          <a:ext cx="2802439" cy="1823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708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74242"/>
              </p:ext>
            </p:extLst>
          </p:nvPr>
        </p:nvGraphicFramePr>
        <p:xfrm>
          <a:off x="188586" y="272402"/>
          <a:ext cx="6395747" cy="8283345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9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매크로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4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1, 2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미국의 고용지표가 크게 출렁여 해석이 분분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에너지 가격이 물가를 재차 끌어올릴 가능성이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짙어지면서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가계 소비가 이를 감당할 수 있을지에 대해 의견이 엇갈리고 있음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현재 미국 노동시장의 특징은 신규 고용과 해고가 모두 제한적인 가운데 근로자들의 임금상승률은 제법 높게 유지되고 있다는 점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일단 일자리가 있으면 물가 오름세보다는 더 버니 소비 여력을 방어할 수 있지만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일자리가 없으면 물가 상승의 충격을 그대로 받아 실질 구매력이 악화되는 데다 새로 취업하기도 어려운 환경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고용시장의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인사이더인지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아웃사이더인지 여부가 구매력 방어 여력의 핵심으로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‘E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자형 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경제’의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특성을 강화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 대통령은 고유가 부담과 정치적 지지를 위해 이란과 협상을 빠르게 진행하고 전쟁을 휴전으로 이끌기를 원할 것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가계의 유가 민감도가 높은 만큼 지금처럼 극심한 유가 변동성이 지속되면 물가 불안에 부정적 여론이 누적되기 때문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통상 국제유가의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10%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상승은 미국의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CPI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상승률을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0.3~0.4%p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높이므로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유가가 배럴당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80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 선을 지속하면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CPI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수 개월에 걸쳐 전년동기대비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0.6%p, 90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달러일 경우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1%p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이상 상방 압력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전쟁이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말 종식된다고 하더라도 이미 발생한 각종 생산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물류 차질이 커 전쟁 이전 수준으로 공급이 정상화되려면 적어도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1~2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 분기 이상 소요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이에 연말까지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WTI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80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배럴 이상이 지속될 가능성에 무게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기존주택매매는 연율 기준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409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 건으로 예상치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361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 건을 크게 상회했다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이전치도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391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만건에서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402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만건으로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상향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가계의 주택 구매 여건이 나아지며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올해 주택시장은 완만한 개선세를 이어갈 전망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주택매매 부담지수는 주택을 거래하기 위해 필요한 원리금을 가계 중위소득에 대비해 계산한 것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모기지금리와 주택 가격은 부담지수와 비례하는데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두 변수가 동시에 완화되고 있다는 점이 긍정적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모기지금리는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년여 만에 가장 낮은 수준까지 하락한 동시에 주택가격 상승세도 지난해 연말 이후 빠르게 둔화되며 주택 구매 부담을 낮추고 있음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모기지금리와 동행성이 높은 미 국채 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100" b="0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년물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금리가 재차 상승하고 있다는 점도 대기 수요를 자극할 수 있는 요인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모기지금리가 다시금 상승할 수 있다는 우려는 오히려 대기 수요를 자극할 수 있다는 판단이며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중간선거 전 주택 가격 안정화 정책이 나올 때 구매를 서두를 수 있다는 전망을 유지 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100" b="0" i="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- 2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CPI +1.3%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(+0.9%)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(+0.2%)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PPI -0.9%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(-1.1%)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전월치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(-1.4%)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CPI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서프라이즈는 주로 춘절 연휴 장기화에 따른 소비 수요 집중 영향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주거비 하락에 추세적인 반등으로 보기에는 어려움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PPI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데이터센터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비철금속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확장 기반 상승세 지속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- 1~2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중국 수출입지표 서프라이즈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수출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+21.8%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(+7.2%)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수입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+19.8%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(+7.0%)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수출입지표 서프라이즈는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 투자 확대 영향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기타 경제지표 서프라이즈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: 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소매판매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+2.8%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(+2.5%)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산업생산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+6.3%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(+5.3%)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고정자산투자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+1.8%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(-5.1%)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 1~2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부동산투자 증가율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-11.1%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전망치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(-19.3%)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상회 </a:t>
                      </a: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1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85488" y="6310547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기존주택매매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연 환산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소비자물가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(CPI)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NAR,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BLS,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비농업부문 고용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전월비 변동 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기준금리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상단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BLS,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FRB,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ISM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제조업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PMI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GDP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성장률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FF0000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ISM,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CEIC, BEA,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0000000-0008-0000-0000-000008000000}"/>
              </a:ext>
            </a:extLst>
          </p:cNvPr>
          <p:cNvGraphicFramePr>
            <a:graphicFrameLocks/>
          </p:cNvGraphicFramePr>
          <p:nvPr/>
        </p:nvGraphicFramePr>
        <p:xfrm>
          <a:off x="3445828" y="1139111"/>
          <a:ext cx="2878555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/>
        </p:nvGraphicFramePr>
        <p:xfrm>
          <a:off x="587286" y="1082788"/>
          <a:ext cx="2870668" cy="205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/>
        </p:nvGraphicFramePr>
        <p:xfrm>
          <a:off x="493104" y="3855464"/>
          <a:ext cx="2864697" cy="2050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0000000-0008-0000-0000-00000A000000}"/>
              </a:ext>
            </a:extLst>
          </p:cNvPr>
          <p:cNvGraphicFramePr>
            <a:graphicFrameLocks/>
          </p:cNvGraphicFramePr>
          <p:nvPr/>
        </p:nvGraphicFramePr>
        <p:xfrm>
          <a:off x="3443168" y="3855464"/>
          <a:ext cx="2871331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GraphicFramePr>
            <a:graphicFrameLocks/>
          </p:cNvGraphicFramePr>
          <p:nvPr/>
        </p:nvGraphicFramePr>
        <p:xfrm>
          <a:off x="493104" y="6666019"/>
          <a:ext cx="2877008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00000000-0008-0000-0000-00000F000000}"/>
              </a:ext>
            </a:extLst>
          </p:cNvPr>
          <p:cNvGraphicFramePr>
            <a:graphicFrameLocks/>
          </p:cNvGraphicFramePr>
          <p:nvPr/>
        </p:nvGraphicFramePr>
        <p:xfrm>
          <a:off x="3477440" y="6704260"/>
          <a:ext cx="2871332" cy="19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9211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85488" y="3513480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국가통계국 제조업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PMI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고정자산투자 증가율 추이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5488" y="717311"/>
          <a:ext cx="5863284" cy="2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642">
                  <a:extLst>
                    <a:ext uri="{9D8B030D-6E8A-4147-A177-3AD203B41FA5}">
                      <a16:colId xmlns:a16="http://schemas.microsoft.com/office/drawing/2014/main" val="4177733644"/>
                    </a:ext>
                  </a:extLst>
                </a:gridCol>
                <a:gridCol w="2931642">
                  <a:extLst>
                    <a:ext uri="{9D8B030D-6E8A-4147-A177-3AD203B41FA5}">
                      <a16:colId xmlns:a16="http://schemas.microsoft.com/office/drawing/2014/main" val="1734847448"/>
                    </a:ext>
                  </a:extLst>
                </a:gridCol>
              </a:tblGrid>
              <a:tr h="381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명목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GDP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성장률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 소매판매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YTD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누적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증가율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12629"/>
                  </a:ext>
                </a:extLst>
              </a:tr>
              <a:tr h="195866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37107"/>
                  </a:ext>
                </a:extLst>
              </a:tr>
              <a:tr h="18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출처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: Bloomberg, KB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증권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892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96603" y="254784"/>
          <a:ext cx="5863284" cy="331315"/>
        </p:xfrm>
        <a:graphic>
          <a:graphicData uri="http://schemas.openxmlformats.org/drawingml/2006/table">
            <a:tbl>
              <a:tblPr/>
              <a:tblGrid>
                <a:gridCol w="5863284">
                  <a:extLst>
                    <a:ext uri="{9D8B030D-6E8A-4147-A177-3AD203B41FA5}">
                      <a16:colId xmlns:a16="http://schemas.microsoft.com/office/drawing/2014/main" val="1870374946"/>
                    </a:ext>
                  </a:extLst>
                </a:gridCol>
              </a:tblGrid>
              <a:tr h="3313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중국 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42168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3426274" y="1141053"/>
          <a:ext cx="2872796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/>
        </p:nvGraphicFramePr>
        <p:xfrm>
          <a:off x="524686" y="1105397"/>
          <a:ext cx="2862391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GraphicFramePr>
            <a:graphicFrameLocks/>
          </p:cNvGraphicFramePr>
          <p:nvPr/>
        </p:nvGraphicFramePr>
        <p:xfrm>
          <a:off x="3465471" y="1141052"/>
          <a:ext cx="2872796" cy="189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/>
        </p:nvGraphicFramePr>
        <p:xfrm>
          <a:off x="556680" y="3909887"/>
          <a:ext cx="2869594" cy="190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GraphicFramePr>
            <a:graphicFrameLocks/>
          </p:cNvGraphicFramePr>
          <p:nvPr/>
        </p:nvGraphicFramePr>
        <p:xfrm>
          <a:off x="3490293" y="3909887"/>
          <a:ext cx="2869594" cy="190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3909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55087"/>
              </p:ext>
            </p:extLst>
          </p:nvPr>
        </p:nvGraphicFramePr>
        <p:xfrm>
          <a:off x="231126" y="272402"/>
          <a:ext cx="6395747" cy="8743809"/>
        </p:xfrm>
        <a:graphic>
          <a:graphicData uri="http://schemas.openxmlformats.org/drawingml/2006/table">
            <a:tbl>
              <a:tblPr/>
              <a:tblGrid>
                <a:gridCol w="70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9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월간 전망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11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미국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중간선거를 앞두고 배팅사이트에서 공화당의 하원 승리 확률은 여전히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상원 승리 확률은 민주당과 동률 수준으로 좁혀지고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핵심 지지층이 이반하는 모습도 관찰되면서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트럼프 대통령은 전쟁을 길게 끌고 갈 동력을 찾지 못하고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호르무즈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해협의 항행 안전이 확보되는 데까지 시간이 필요해서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중동의 에너지 설비와 관련한 불안은 오랜 기간 유지될 전망이나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중동 불안이 고점을 형성했다는 인식이 형성되면서 투자심리는 점차 개선될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전략비축유 방출의 효과가 나오고 유가를 끌어내리기 위한 정책의 효과가 극대화될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~4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초로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외생변수들이 많아지면서 통화정책의 유효성은 낮아지고 외생변수에 비교적 즉각 대응할 수 있는 재정정책의 역할이 커지고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정치적 판단이 자원 배분에 더 큰 영향력을 행사할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각 요소별 수혜 자산을 생각해보면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방산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항공우주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에너지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재생에너지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원전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LNG,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반도체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장비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핵심광물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희토류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실물자산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변동성 상품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배당주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3) 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발전설비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엣지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디바이스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4)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방산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항공우주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에너지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발전설비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5)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은행주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1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유로존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시장의 추가 긴축 경계심은 쉽게 낮아지지 않을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통화정책회의에서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ECB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올해 인플레이션 전망을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1.9%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2.6%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로 상향 조정하면서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시장은 연내 기준금리 인상 횟수 전망을 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회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이상’에서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‘최소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회’로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높임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ECB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이번 전망이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상황을 기준으로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분기에 브렌트유와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TTF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가스 가격이 각각 배럴당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90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달러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MWh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당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유로에서 정점을 찍은 후 하락한다는 전제 하에 산정됐다고 밝힘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그러나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이후 가스 시설을 향한 공격들이 고조되면서 전제가 빠르게 훼손되고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특히 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우 전쟁 이후 유로존의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LNG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수입 의존도가 더 커진 만큼 글로벌 구매 경쟁이 가열되면 유로존의 인플레이션 상방은 더 높아질 수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현재 유럽의 가스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저장률도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여름철 가스 저장 규제로 시장 참여자들의 수익성과 저장 유인이 약해지면서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2022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년에 기록한 최저 수준에 근접한 상태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ECB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전망보다 물가 상승 압력이 더 강할 수 있다는 경계심이 이어지면서 유로존 주가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멀티플은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하방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압력이 강할 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77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이머징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이머징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증시도 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 전쟁의 영향으로 변동성 장세가 이어질 것으로 예상되며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월과 유사하게 선진 증시를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언더퍼폼할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것으로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다만 이란 사태로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투자가 중단될 가능성이 낮다는 점에서 휴전이나 종전이 언급될 때 마다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비중이 높은 한국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대만 위주로 저가매수세가 유입될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중국은 여러 리스크 요인에도 불구하고 정부는 핵심 육성 산업으로 제시한 첨단기술 자립 지원 속도를 늦추지 않을 것으로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증시는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기술주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비중이 낮다는 점에서 여타 국가에 비해 상승폭은 작을 수 있으나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최근 인도 정부가 인프라 관련 정책을 발표한 점을 감안하면 인프라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EPC,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건설주 관련해 저가매수세가 유입될 가능성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48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24907"/>
              </p:ext>
            </p:extLst>
          </p:nvPr>
        </p:nvGraphicFramePr>
        <p:xfrm>
          <a:off x="188586" y="77332"/>
          <a:ext cx="6415928" cy="9185093"/>
        </p:xfrm>
        <a:graphic>
          <a:graphicData uri="http://schemas.openxmlformats.org/drawingml/2006/table">
            <a:tbl>
              <a:tblPr/>
              <a:tblGrid>
                <a:gridCol w="720092">
                  <a:extLst>
                    <a:ext uri="{9D8B030D-6E8A-4147-A177-3AD203B41FA5}">
                      <a16:colId xmlns:a16="http://schemas.microsoft.com/office/drawing/2014/main" val="3651944927"/>
                    </a:ext>
                  </a:extLst>
                </a:gridCol>
                <a:gridCol w="5695836">
                  <a:extLst>
                    <a:ext uri="{9D8B030D-6E8A-4147-A177-3AD203B41FA5}">
                      <a16:colId xmlns:a16="http://schemas.microsoft.com/office/drawing/2014/main" val="3383830959"/>
                    </a:ext>
                  </a:extLst>
                </a:gridCol>
              </a:tblGrid>
              <a:tr h="33505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중국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중국 정부는 전인대를 통해 내수 위주 경제 성장에서 스마트 제조 기반의 고부가가치 수출 중심 구조로의 전환을 공식화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이에 따라 중국 주식 투자 전략 역시 첨단 산업 중심으로 재편할 필요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핵심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IT/Tech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기술력을 보유한 기업들이 본토증시에 집중되어 있다는 점에서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중기적으로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과창판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반도체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밸류체인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창업판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전력망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통신망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밸류체인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을 선호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만약 유가 상승으로 내수시장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하방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리스크가 확대될 경우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중국 정부는 재정 및 통화정책을 동원해 경기 안정화를 위한 노력을 강화할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여러 리스크 요인에도 불구하고 중국 정부는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전인대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15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차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개년에서 핵심 육성 산업으로 제시한 반도체 등 첨단기술 자립 지원 속도를 늦추지 않을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지난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일 국무원 상무회의에서 중국 중앙정부는 지방정부 보조금에 대한 네거티브 리스트 도입 방침을 제시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구체적인 항목이 공개되지 않았지만 네거티브 리스트 도입의 최대 수혜는 중장기 보조금 집중 산업인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IT/Tech 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하드웨어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반도체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통신 소재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장비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소프트웨어 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가 될 가능성이 높다고 판단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반면 홍콩증시는 경기소비재 비중이 높아 더딘 경기 회복에 따라 본토증시 대비 부진한 흐름이 이어질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이외에도 공급 과잉 해소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반내권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기대가 반영되고 있는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시크리컬의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경우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AI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 확장과 연계된 분야를 중심으로 선별적 접근을 권고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40745"/>
                  </a:ext>
                </a:extLst>
              </a:tr>
              <a:tr h="23791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인디아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인디아</a:t>
                      </a:r>
                      <a:r>
                        <a:rPr lang="en-US" altLang="ko-KR" sz="1100" b="1" i="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인도 증시를 포함한 글로벌 증시가 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 전쟁 상황에 따라 변동성이 커질 것으로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하지만 최근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거래일 동안 전쟁 종결 가능성이 언급되면서 인도 증시가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+3.5%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상승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이후 종전이나 휴전이 지속적으로 거론되면서 저가매수세가 가파르게 유입돼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낙폭을 메꿀 가능성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월 들어 인도 정부는 인프라 관련한 정책을 연이어 발표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첫번째 정책은 잘 지반 미션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2.0 (JJM 2.0)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으로 농촌 가구 수도를 연결하는 사업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2019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 발표된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JJM 1.0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은 “수도꼭지를 설치하는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것”이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목표였다면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JJM 2.0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은 물이 실제로 흐르게 하는 것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잔여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미연결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가구 약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3,560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만 가구의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연결 완료와 함께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기존 연결 가구에 대한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24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시간 안정적 급수 보장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수질 모니터링 강화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펌프 가동을 위한 전력 공급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장기적 유지 관리 체계 구축이 핵심 과제로 설정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이어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BHAVYA (Bharat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Audyogik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Vikas </a:t>
                      </a:r>
                      <a:r>
                        <a:rPr lang="en-US" altLang="ko-KR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Yojna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도 승인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FY27~32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년간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3.37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조 루피를 투입해 전국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개 플러그 앤 플레이 산업 단지를 조성하는 사업으로 인프라 수주 사이클 가속화가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전쟁이라는 부정적인 영향이 약해질 경우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인프라 관련한 </a:t>
                      </a:r>
                      <a:r>
                        <a:rPr lang="ko-KR" altLang="en-US" sz="11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밸류체인에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대한 관심이 집중될 것으로 전망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endParaRPr lang="ko-KR" altLang="en-US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143061"/>
                  </a:ext>
                </a:extLst>
              </a:tr>
              <a:tr h="17377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베트남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(VN)</a:t>
                      </a:r>
                      <a:endParaRPr lang="ko-KR" alt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VNINDEX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는 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-11.8%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하락 마감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 증시도 미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이란 전쟁으로 인해 에너지 공급에 차질이 발생하면서 일상 생활과 실물 경제에 부정적인 영향을 줄 것으로 전망돼 투자 심리 위축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또한 베트남 증시는 전쟁 이전까지 가파른 상승세를 보였다는 점에서 다른 국가 대비 낙폭이 더 확대된 것으로 판단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당분간은 전쟁 이슈로 인해 등락이 반복될 것으로 보이며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최근에는 항공사들의 항공 일정이 취소되는 등 여파가 확인되고 있어 하락세는 지속될 것으로 예상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한편 베트남 정부는 보조금으로 휘발유 가격을 동결하지 않는 이유는 베트남 경제 구조에 있음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베트남은 삼성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인텔 등 글로벌 기업의 생산기지가 밀접한 수출 제조업 허브로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재정 건전성을 지키며 중장기 성장 기반을 유지하는 것이 국가 전략의 핵심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보조금을 늘려 재정 부담을 키우기 보다는 세수를 일부 포기하는 선에서 충격을 완화하는 편이 낫다는 판단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640"/>
                  </a:ext>
                </a:extLst>
              </a:tr>
              <a:tr h="5412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하이일드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</a:rPr>
                        <a:t> 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auto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i="0" kern="1200" baseline="0" dirty="0" err="1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하이일드</a:t>
                      </a:r>
                      <a:r>
                        <a:rPr lang="en-US" altLang="ko-KR" sz="1100" b="1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담당자 부재</a:t>
                      </a:r>
                      <a:r>
                        <a:rPr lang="en-US" altLang="ko-KR" sz="1100" b="0" i="0" kern="1200" baseline="0" dirty="0">
                          <a:solidFill>
                            <a:schemeClr val="tx1"/>
                          </a:solidFill>
                          <a:effectLst/>
                          <a:latin typeface="KB금융 본문체 Light" panose="020B0303000000000000" pitchFamily="50" charset="-127"/>
                          <a:ea typeface="KB금융 본문체 Light" panose="020B0303000000000000" pitchFamily="50" charset="-127"/>
                          <a:cs typeface="+mn-cs"/>
                        </a:rPr>
                        <a:t>)</a:t>
                      </a:r>
                      <a:endParaRPr lang="ko-KR" altLang="en-US" sz="1100" b="0" i="0" baseline="0" dirty="0">
                        <a:solidFill>
                          <a:schemeClr val="tx1"/>
                        </a:solidFill>
                        <a:effectLst/>
                        <a:latin typeface="KB금융 본문체 Light" panose="020B0303000000000000" pitchFamily="50" charset="-127"/>
                        <a:ea typeface="KB금융 본문체 Light" panose="020B0303000000000000" pitchFamily="50" charset="-127"/>
                        <a:cs typeface="+mn-cs"/>
                      </a:endParaRPr>
                    </a:p>
                  </a:txBody>
                  <a:tcPr marL="31652" marR="31652" marT="66040" marB="660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99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62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33755</TotalTime>
  <Words>2640</Words>
  <Application>Microsoft Office PowerPoint</Application>
  <PresentationFormat>A4 용지(210x297mm)</PresentationFormat>
  <Paragraphs>128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KB금융 본문체 Light</vt:lpstr>
      <vt:lpstr>맑은 고딕</vt:lpstr>
      <vt:lpstr>-윤고딕310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help</dc:creator>
  <cp:lastModifiedBy>류호승</cp:lastModifiedBy>
  <cp:revision>1686</cp:revision>
  <cp:lastPrinted>2019-01-08T05:50:47Z</cp:lastPrinted>
  <dcterms:created xsi:type="dcterms:W3CDTF">2014-07-28T06:36:42Z</dcterms:created>
  <dcterms:modified xsi:type="dcterms:W3CDTF">2026-03-27T07:03:17Z</dcterms:modified>
</cp:coreProperties>
</file>